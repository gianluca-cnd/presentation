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type="screen16x9"/>
  <p:notesSz cx="6858000" cy="9144000"/>
  <p:embeddedFontLst>
    <p:embeddedFont>
      <p:font typeface="Calibri" panose="020F0502020204030204" pitchFamily="34" charset="0"/>
      <p:regular r:id="rId21"/>
      <p:bold r:id="rId22"/>
      <p:italic r:id="rId23"/>
      <p:boldItalic r:id="rId24"/>
    </p:embeddedFont>
    <p:embeddedFont>
      <p:font typeface="Inter" panose="020B0604020202020204" charset="0"/>
      <p:regular r:id="rId25"/>
      <p:bold r:id="rId26"/>
    </p:embeddedFont>
    <p:embeddedFont>
      <p:font typeface="Lato Light" panose="020F0502020204030204" pitchFamily="34" charset="0"/>
      <p:regular r:id="rId27"/>
      <p:bold r:id="rId28"/>
      <p:italic r:id="rId29"/>
      <p:boldItalic r:id="rId30"/>
    </p:embeddedFont>
    <p:embeddedFont>
      <p:font typeface="League Spartan" panose="020B0604020202020204" charset="0"/>
      <p:regular r:id="rId31"/>
      <p:bold r:id="rId32"/>
    </p:embeddedFont>
    <p:embeddedFont>
      <p:font typeface="League Spartan Medium" panose="020B0604020202020204" charset="0"/>
      <p:regular r:id="rId33"/>
      <p:bold r:id="rId34"/>
    </p:embeddedFont>
    <p:embeddedFont>
      <p:font typeface="Open Sans Medium" panose="020B0604020202020204" charset="0"/>
      <p:regular r:id="rId35"/>
      <p:bold r:id="rId36"/>
      <p:italic r:id="rId37"/>
      <p:boldItalic r:id="rId38"/>
    </p:embeddedFont>
    <p:embeddedFont>
      <p:font typeface="Poppins" panose="000005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0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tableStyles" Target="tableStyles.xml"/><Relationship Id="rId20" Type="http://schemas.openxmlformats.org/officeDocument/2006/relationships/notesMaster" Target="notesMasters/notesMaster1.xml"/><Relationship Id="rId41" Type="http://schemas.openxmlformats.org/officeDocument/2006/relationships/font" Target="fonts/font2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sti, Gianluca (PG/R - Sch of Biosciences)" userId="cd89f1a1-d897-4e8b-bf98-1ba19356bc61" providerId="ADAL" clId="{103C4C43-9D1C-41B4-99D6-C4269070A772}"/>
    <pc:docChg chg="modSld">
      <pc:chgData name="Giusti, Gianluca (PG/R - Sch of Biosciences)" userId="cd89f1a1-d897-4e8b-bf98-1ba19356bc61" providerId="ADAL" clId="{103C4C43-9D1C-41B4-99D6-C4269070A772}" dt="2023-11-06T11:38:32.574" v="0" actId="20577"/>
      <pc:docMkLst>
        <pc:docMk/>
      </pc:docMkLst>
      <pc:sldChg chg="modSp mod">
        <pc:chgData name="Giusti, Gianluca (PG/R - Sch of Biosciences)" userId="cd89f1a1-d897-4e8b-bf98-1ba19356bc61" providerId="ADAL" clId="{103C4C43-9D1C-41B4-99D6-C4269070A772}" dt="2023-11-06T11:38:32.574" v="0" actId="20577"/>
        <pc:sldMkLst>
          <pc:docMk/>
          <pc:sldMk cId="0" sldId="272"/>
        </pc:sldMkLst>
        <pc:spChg chg="mod">
          <ac:chgData name="Giusti, Gianluca (PG/R - Sch of Biosciences)" userId="cd89f1a1-d897-4e8b-bf98-1ba19356bc61" providerId="ADAL" clId="{103C4C43-9D1C-41B4-99D6-C4269070A772}" dt="2023-11-06T11:38:32.574" v="0" actId="20577"/>
          <ac:spMkLst>
            <pc:docMk/>
            <pc:sldMk cId="0" sldId="272"/>
            <ac:spMk id="30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SLIDES_API201676250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SLIDES_API201676250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54a6d2c3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54a6d2c3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54a6d2c382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54a6d2c38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54a6d2c382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54a6d2c38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solidFill>
                  <a:schemeClr val="dk1"/>
                </a:solidFill>
              </a:rPr>
              <a:t>Comparison of sleep parameters between 8 am-days and ≥9 am-days in the flexible system. Sleep parameters are from sleep diaries of the subcohort for 8 am/9 am-comparison (n = 60). </a:t>
            </a:r>
            <a:r>
              <a:rPr lang="it"/>
              <a:t>(A) Average sleep onset (dark gray) and offset (light gray) times on 8 am and ≥9 am-days. The average absolute difference in these measures for each individual is depicted in (B) for sleep onset times (DELTA Onset) and in (C) for sleep offset times (DELTA Offset). (D) Average sleep duration on 8 am and ≥9 am-days. Each individual’s average difference in sleep duration is depicted in (E) in absolute terms (DELTA Duration) and in (F) in relative terms (RATIO Duration).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54a6d2c382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54a6d2c38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a:solidFill>
                  <a:schemeClr val="dk1"/>
                </a:solidFill>
              </a:rPr>
              <a:t>Comparison of sleep parameters between 8 am-days and ≥9 am-days in the flexible system. Sleep parameters are from sleep diaries of the subcohort for 8 am/9 am-comparison (n = 60). Each individual’s average difference in sleep duration is depicted in (E) in absolute terms (DELTA Duration) and in (F) in relative terms (RATIO Duration) (G) Average sleep quality rating. (H) Distributions of individuals’ frequency of alarm-driven waking on schooldays. Statistical analysis was performed via paired t-tests or Wilcoxon signed-rank tests with *p &lt; 0.05; **p &lt; 0.01; ***p &lt; 0.001; Tukey boxplots. Numbers 1–4 identify the 4 over- and underbenefitting students as per DELTA duration in 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54a6d2c382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54a6d2c38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solidFill>
                  <a:schemeClr val="dk1"/>
                </a:solidFill>
              </a:rPr>
              <a:t>Student-rated benefit from the flexible system</a:t>
            </a:r>
            <a:r>
              <a:rPr lang="it"/>
              <a:t>. Depicted are the results of the final survey in which participants rated their subjective experience in the conventional and flexible system. Data are from 56 students of the main cohort of 65 (9 students did not return the final survey). (A) Sleep duration on schooldays in hours. (B) Sleep quality on schooldays. (C) Frequency of alarm-driven waking per school week. Subjective score for (D) tiredness during class, (E) ability to concentrate during class, and (F) ability to study at home after school. Data are displayed in bubble charts to represent the categorical nature of the data. The area of each circle indicates the number of data points represented. Lines show trajectories of each individual (within-subject trajectories); the darkness of each line illustrates the number of individual trajectories it represents. *p &lt; 0.05; **p &lt; 0.01; ***p &lt; 0.001 for Wilcoxon signed-rank tests.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54a6d2c382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54a6d2c38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54a2ba016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54a2ba016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4a2ba0163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4a2ba016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54a2ba0163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54a2ba016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SLIDES_API201676250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SLIDES_API201676250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54a2ba0163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54a2ba016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SLIDES_API102223513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SLIDES_API10222351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SLIDES_API102223513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SLIDES_API10222351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SLIDES_API201676250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SLIDES_API201676250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54a2ba0163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54a2ba016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SLIDES_API102223513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SLIDES_API102223513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A_Introduction_Slide_1"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632175" y="920625"/>
            <a:ext cx="7679700" cy="7269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56" name="Google Shape;5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57" name="Google Shape;57;p14"/>
          <p:cNvSpPr txBox="1">
            <a:spLocks noGrp="1"/>
          </p:cNvSpPr>
          <p:nvPr>
            <p:ph type="body" idx="1"/>
          </p:nvPr>
        </p:nvSpPr>
        <p:spPr>
          <a:xfrm>
            <a:off x="632175" y="1717350"/>
            <a:ext cx="5520900" cy="2652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sz="13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pic>
        <p:nvPicPr>
          <p:cNvPr id="58" name="Google Shape;58;p14"/>
          <p:cNvPicPr preferRelativeResize="0"/>
          <p:nvPr/>
        </p:nvPicPr>
        <p:blipFill>
          <a:blip r:embed="rId2">
            <a:alphaModFix/>
          </a:blip>
          <a:stretch>
            <a:fillRect/>
          </a:stretch>
        </p:blipFill>
        <p:spPr>
          <a:xfrm rot="5400000">
            <a:off x="727196" y="475900"/>
            <a:ext cx="374904" cy="374904"/>
          </a:xfrm>
          <a:prstGeom prst="rect">
            <a:avLst/>
          </a:prstGeom>
          <a:noFill/>
          <a:ln>
            <a:noFill/>
          </a:ln>
        </p:spPr>
      </p:pic>
      <p:pic>
        <p:nvPicPr>
          <p:cNvPr id="59" name="Google Shape;59;p14"/>
          <p:cNvPicPr preferRelativeResize="0"/>
          <p:nvPr/>
        </p:nvPicPr>
        <p:blipFill rotWithShape="1">
          <a:blip r:embed="rId3">
            <a:alphaModFix/>
          </a:blip>
          <a:srcRect l="7871" r="4470"/>
          <a:stretch/>
        </p:blipFill>
        <p:spPr>
          <a:xfrm rot="5399995">
            <a:off x="5161977" y="1270987"/>
            <a:ext cx="5149824" cy="260152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A_Title_Body_1">
  <p:cSld name="TITLE_1">
    <p:spTree>
      <p:nvGrpSpPr>
        <p:cNvPr id="1" name="Shape 60"/>
        <p:cNvGrpSpPr/>
        <p:nvPr/>
      </p:nvGrpSpPr>
      <p:grpSpPr>
        <a:xfrm>
          <a:off x="0" y="0"/>
          <a:ext cx="0" cy="0"/>
          <a:chOff x="0" y="0"/>
          <a:chExt cx="0" cy="0"/>
        </a:xfrm>
      </p:grpSpPr>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pic>
        <p:nvPicPr>
          <p:cNvPr id="62" name="Google Shape;62;p15"/>
          <p:cNvPicPr preferRelativeResize="0"/>
          <p:nvPr/>
        </p:nvPicPr>
        <p:blipFill>
          <a:blip r:embed="rId2">
            <a:alphaModFix/>
          </a:blip>
          <a:stretch>
            <a:fillRect/>
          </a:stretch>
        </p:blipFill>
        <p:spPr>
          <a:xfrm>
            <a:off x="5899075" y="1913100"/>
            <a:ext cx="3244926" cy="3230399"/>
          </a:xfrm>
          <a:prstGeom prst="rect">
            <a:avLst/>
          </a:prstGeom>
          <a:noFill/>
          <a:ln>
            <a:noFill/>
          </a:ln>
        </p:spPr>
      </p:pic>
      <p:sp>
        <p:nvSpPr>
          <p:cNvPr id="63" name="Google Shape;63;p15"/>
          <p:cNvSpPr>
            <a:spLocks noGrp="1"/>
          </p:cNvSpPr>
          <p:nvPr>
            <p:ph type="pic" idx="2"/>
          </p:nvPr>
        </p:nvSpPr>
        <p:spPr>
          <a:xfrm>
            <a:off x="5843075" y="632300"/>
            <a:ext cx="2615100" cy="3918900"/>
          </a:xfrm>
          <a:prstGeom prst="roundRect">
            <a:avLst>
              <a:gd name="adj" fmla="val 16667"/>
            </a:avLst>
          </a:prstGeom>
          <a:noFill/>
          <a:ln>
            <a:noFill/>
          </a:ln>
        </p:spPr>
      </p:sp>
      <p:sp>
        <p:nvSpPr>
          <p:cNvPr id="64" name="Google Shape;64;p15"/>
          <p:cNvSpPr txBox="1">
            <a:spLocks noGrp="1"/>
          </p:cNvSpPr>
          <p:nvPr>
            <p:ph type="title"/>
          </p:nvPr>
        </p:nvSpPr>
        <p:spPr>
          <a:xfrm>
            <a:off x="632175" y="920625"/>
            <a:ext cx="5046000" cy="7269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pic>
        <p:nvPicPr>
          <p:cNvPr id="65" name="Google Shape;65;p15"/>
          <p:cNvPicPr preferRelativeResize="0"/>
          <p:nvPr/>
        </p:nvPicPr>
        <p:blipFill>
          <a:blip r:embed="rId3">
            <a:alphaModFix/>
          </a:blip>
          <a:stretch>
            <a:fillRect/>
          </a:stretch>
        </p:blipFill>
        <p:spPr>
          <a:xfrm rot="5400000">
            <a:off x="727196" y="475900"/>
            <a:ext cx="374904" cy="374904"/>
          </a:xfrm>
          <a:prstGeom prst="rect">
            <a:avLst/>
          </a:prstGeom>
          <a:noFill/>
          <a:ln>
            <a:noFill/>
          </a:ln>
        </p:spPr>
      </p:pic>
      <p:sp>
        <p:nvSpPr>
          <p:cNvPr id="66" name="Google Shape;66;p15"/>
          <p:cNvSpPr txBox="1">
            <a:spLocks noGrp="1"/>
          </p:cNvSpPr>
          <p:nvPr>
            <p:ph type="subTitle" idx="1"/>
          </p:nvPr>
        </p:nvSpPr>
        <p:spPr>
          <a:xfrm>
            <a:off x="642700" y="1723725"/>
            <a:ext cx="3763800" cy="2827500"/>
          </a:xfrm>
          <a:prstGeom prst="rect">
            <a:avLst/>
          </a:prstGeom>
        </p:spPr>
        <p:txBody>
          <a:bodyPr spcFirstLastPara="1" wrap="square" lIns="91425" tIns="91425" rIns="91425" bIns="91425" anchor="t" anchorCtr="0">
            <a:normAutofit/>
          </a:bodyPr>
          <a:lstStyle>
            <a:lvl1pPr lvl="0">
              <a:spcBef>
                <a:spcPts val="0"/>
              </a:spcBef>
              <a:spcAft>
                <a:spcPts val="0"/>
              </a:spcAft>
              <a:buSzPts val="13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A_Title_Body_1_no_image">
  <p:cSld name="TITLE_1_2">
    <p:spTree>
      <p:nvGrpSpPr>
        <p:cNvPr id="1" name="Shape 67"/>
        <p:cNvGrpSpPr/>
        <p:nvPr/>
      </p:nvGrpSpPr>
      <p:grpSpPr>
        <a:xfrm>
          <a:off x="0" y="0"/>
          <a:ext cx="0" cy="0"/>
          <a:chOff x="0" y="0"/>
          <a:chExt cx="0" cy="0"/>
        </a:xfrm>
      </p:grpSpPr>
      <p:sp>
        <p:nvSpPr>
          <p:cNvPr id="68" name="Google Shape;6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pic>
        <p:nvPicPr>
          <p:cNvPr id="69" name="Google Shape;69;p16"/>
          <p:cNvPicPr preferRelativeResize="0"/>
          <p:nvPr/>
        </p:nvPicPr>
        <p:blipFill>
          <a:blip r:embed="rId2">
            <a:alphaModFix/>
          </a:blip>
          <a:stretch>
            <a:fillRect/>
          </a:stretch>
        </p:blipFill>
        <p:spPr>
          <a:xfrm>
            <a:off x="6477450" y="2488875"/>
            <a:ext cx="2666551" cy="2654624"/>
          </a:xfrm>
          <a:prstGeom prst="rect">
            <a:avLst/>
          </a:prstGeom>
          <a:noFill/>
          <a:ln>
            <a:noFill/>
          </a:ln>
        </p:spPr>
      </p:pic>
      <p:sp>
        <p:nvSpPr>
          <p:cNvPr id="70" name="Google Shape;70;p16"/>
          <p:cNvSpPr txBox="1">
            <a:spLocks noGrp="1"/>
          </p:cNvSpPr>
          <p:nvPr>
            <p:ph type="title"/>
          </p:nvPr>
        </p:nvSpPr>
        <p:spPr>
          <a:xfrm>
            <a:off x="632175" y="920625"/>
            <a:ext cx="6485100" cy="7269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pic>
        <p:nvPicPr>
          <p:cNvPr id="71" name="Google Shape;71;p16"/>
          <p:cNvPicPr preferRelativeResize="0"/>
          <p:nvPr/>
        </p:nvPicPr>
        <p:blipFill>
          <a:blip r:embed="rId3">
            <a:alphaModFix/>
          </a:blip>
          <a:stretch>
            <a:fillRect/>
          </a:stretch>
        </p:blipFill>
        <p:spPr>
          <a:xfrm rot="5400000">
            <a:off x="727196" y="475900"/>
            <a:ext cx="374904" cy="374904"/>
          </a:xfrm>
          <a:prstGeom prst="rect">
            <a:avLst/>
          </a:prstGeom>
          <a:noFill/>
          <a:ln>
            <a:noFill/>
          </a:ln>
        </p:spPr>
      </p:pic>
      <p:sp>
        <p:nvSpPr>
          <p:cNvPr id="72" name="Google Shape;72;p16"/>
          <p:cNvSpPr txBox="1">
            <a:spLocks noGrp="1"/>
          </p:cNvSpPr>
          <p:nvPr>
            <p:ph type="subTitle" idx="1"/>
          </p:nvPr>
        </p:nvSpPr>
        <p:spPr>
          <a:xfrm>
            <a:off x="642700" y="1589400"/>
            <a:ext cx="6474600" cy="3030900"/>
          </a:xfrm>
          <a:prstGeom prst="rect">
            <a:avLst/>
          </a:prstGeom>
        </p:spPr>
        <p:txBody>
          <a:bodyPr spcFirstLastPara="1" wrap="square" lIns="91425" tIns="91425" rIns="91425" bIns="91425" anchor="t" anchorCtr="0">
            <a:normAutofit/>
          </a:bodyPr>
          <a:lstStyle>
            <a:lvl1pPr lvl="0">
              <a:spcBef>
                <a:spcPts val="0"/>
              </a:spcBef>
              <a:spcAft>
                <a:spcPts val="0"/>
              </a:spcAft>
              <a:buSzPts val="13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A_Title_Body_2">
  <p:cSld name="TITLE_1_1">
    <p:spTree>
      <p:nvGrpSpPr>
        <p:cNvPr id="1" name="Shape 73"/>
        <p:cNvGrpSpPr/>
        <p:nvPr/>
      </p:nvGrpSpPr>
      <p:grpSpPr>
        <a:xfrm>
          <a:off x="0" y="0"/>
          <a:ext cx="0" cy="0"/>
          <a:chOff x="0" y="0"/>
          <a:chExt cx="0" cy="0"/>
        </a:xfrm>
      </p:grpSpPr>
      <p:pic>
        <p:nvPicPr>
          <p:cNvPr id="74" name="Google Shape;74;p17"/>
          <p:cNvPicPr preferRelativeResize="0"/>
          <p:nvPr/>
        </p:nvPicPr>
        <p:blipFill rotWithShape="1">
          <a:blip r:embed="rId2">
            <a:alphaModFix/>
          </a:blip>
          <a:srcRect r="49205"/>
          <a:stretch/>
        </p:blipFill>
        <p:spPr>
          <a:xfrm flipH="1">
            <a:off x="0" y="-348137"/>
            <a:ext cx="1836600" cy="3599400"/>
          </a:xfrm>
          <a:prstGeom prst="rect">
            <a:avLst/>
          </a:prstGeom>
          <a:noFill/>
          <a:ln>
            <a:noFill/>
          </a:ln>
        </p:spPr>
      </p:pic>
      <p:pic>
        <p:nvPicPr>
          <p:cNvPr id="75" name="Google Shape;75;p17"/>
          <p:cNvPicPr preferRelativeResize="0"/>
          <p:nvPr/>
        </p:nvPicPr>
        <p:blipFill rotWithShape="1">
          <a:blip r:embed="rId2">
            <a:alphaModFix/>
          </a:blip>
          <a:srcRect r="49205"/>
          <a:stretch/>
        </p:blipFill>
        <p:spPr>
          <a:xfrm rot="10800000">
            <a:off x="0" y="1892237"/>
            <a:ext cx="1836600" cy="3599400"/>
          </a:xfrm>
          <a:prstGeom prst="rect">
            <a:avLst/>
          </a:prstGeom>
          <a:noFill/>
          <a:ln>
            <a:noFill/>
          </a:ln>
        </p:spPr>
      </p:pic>
      <p:sp>
        <p:nvSpPr>
          <p:cNvPr id="76" name="Google Shape;7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77" name="Google Shape;77;p17"/>
          <p:cNvSpPr>
            <a:spLocks noGrp="1"/>
          </p:cNvSpPr>
          <p:nvPr>
            <p:ph type="pic" idx="2"/>
          </p:nvPr>
        </p:nvSpPr>
        <p:spPr>
          <a:xfrm>
            <a:off x="642700" y="632300"/>
            <a:ext cx="2615100" cy="3918900"/>
          </a:xfrm>
          <a:prstGeom prst="roundRect">
            <a:avLst>
              <a:gd name="adj" fmla="val 16667"/>
            </a:avLst>
          </a:prstGeom>
          <a:noFill/>
          <a:ln>
            <a:noFill/>
          </a:ln>
        </p:spPr>
      </p:sp>
      <p:sp>
        <p:nvSpPr>
          <p:cNvPr id="78" name="Google Shape;78;p17"/>
          <p:cNvSpPr/>
          <p:nvPr/>
        </p:nvSpPr>
        <p:spPr>
          <a:xfrm rot="-695">
            <a:off x="8410293" y="4393362"/>
            <a:ext cx="1484700" cy="1476900"/>
          </a:xfrm>
          <a:prstGeom prst="pie">
            <a:avLst>
              <a:gd name="adj1" fmla="val 10804369"/>
              <a:gd name="adj2" fmla="val 16200000"/>
            </a:avLst>
          </a:prstGeom>
          <a:gradFill>
            <a:gsLst>
              <a:gs pos="0">
                <a:srgbClr val="FFC982"/>
              </a:gs>
              <a:gs pos="100000">
                <a:srgbClr val="F58F09"/>
              </a:gs>
            </a:gsLst>
            <a:path path="circle">
              <a:fillToRect l="50000" t="50000" r="50000" b="50000"/>
            </a:path>
            <a:tileRect/>
          </a:gra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C2C2C"/>
              </a:solidFill>
            </a:endParaRPr>
          </a:p>
        </p:txBody>
      </p:sp>
      <p:sp>
        <p:nvSpPr>
          <p:cNvPr id="79" name="Google Shape;79;p17"/>
          <p:cNvSpPr txBox="1">
            <a:spLocks noGrp="1"/>
          </p:cNvSpPr>
          <p:nvPr>
            <p:ph type="title"/>
          </p:nvPr>
        </p:nvSpPr>
        <p:spPr>
          <a:xfrm>
            <a:off x="4722075" y="997400"/>
            <a:ext cx="3589800" cy="650100"/>
          </a:xfrm>
          <a:prstGeom prst="rect">
            <a:avLst/>
          </a:prstGeom>
        </p:spPr>
        <p:txBody>
          <a:bodyPr spcFirstLastPara="1" wrap="square" lIns="91425" tIns="91425" rIns="91425" bIns="91425" anchor="ctr" anchorCtr="0">
            <a:sp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80" name="Google Shape;80;p17"/>
          <p:cNvSpPr/>
          <p:nvPr/>
        </p:nvSpPr>
        <p:spPr>
          <a:xfrm>
            <a:off x="4800600" y="632300"/>
            <a:ext cx="775500" cy="131400"/>
          </a:xfrm>
          <a:prstGeom prst="roundRect">
            <a:avLst>
              <a:gd name="adj" fmla="val 50000"/>
            </a:avLst>
          </a:prstGeom>
          <a:solidFill>
            <a:srgbClr val="F47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7"/>
          <p:cNvSpPr txBox="1">
            <a:spLocks noGrp="1"/>
          </p:cNvSpPr>
          <p:nvPr>
            <p:ph type="subTitle" idx="1"/>
          </p:nvPr>
        </p:nvSpPr>
        <p:spPr>
          <a:xfrm>
            <a:off x="4722075" y="1959150"/>
            <a:ext cx="3589800" cy="2742300"/>
          </a:xfrm>
          <a:prstGeom prst="rect">
            <a:avLst/>
          </a:prstGeom>
        </p:spPr>
        <p:txBody>
          <a:bodyPr spcFirstLastPara="1" wrap="square" lIns="91425" tIns="91425" rIns="91425" bIns="91425" anchor="t" anchorCtr="0">
            <a:normAutofit/>
          </a:bodyPr>
          <a:lstStyle>
            <a:lvl1pPr lvl="0">
              <a:spcBef>
                <a:spcPts val="0"/>
              </a:spcBef>
              <a:spcAft>
                <a:spcPts val="0"/>
              </a:spcAft>
              <a:buSzPts val="13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3024">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oints 2_1">
  <p:cSld name="TITLE_1_1_2">
    <p:spTree>
      <p:nvGrpSpPr>
        <p:cNvPr id="1" name="Shape 82"/>
        <p:cNvGrpSpPr/>
        <p:nvPr/>
      </p:nvGrpSpPr>
      <p:grpSpPr>
        <a:xfrm>
          <a:off x="0" y="0"/>
          <a:ext cx="0" cy="0"/>
          <a:chOff x="0" y="0"/>
          <a:chExt cx="0" cy="0"/>
        </a:xfrm>
      </p:grpSpPr>
      <p:sp>
        <p:nvSpPr>
          <p:cNvPr id="83" name="Google Shape;8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84" name="Google Shape;84;p18"/>
          <p:cNvSpPr txBox="1">
            <a:spLocks noGrp="1"/>
          </p:cNvSpPr>
          <p:nvPr>
            <p:ph type="title"/>
          </p:nvPr>
        </p:nvSpPr>
        <p:spPr>
          <a:xfrm>
            <a:off x="4135200" y="650250"/>
            <a:ext cx="4270500" cy="726900"/>
          </a:xfrm>
          <a:prstGeom prst="rect">
            <a:avLst/>
          </a:prstGeom>
        </p:spPr>
        <p:txBody>
          <a:bodyPr spcFirstLastPara="1" wrap="square" lIns="91425" tIns="91425" rIns="91425" bIns="91425" anchor="ctr" anchorCtr="0">
            <a:norm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85" name="Google Shape;85;p18"/>
          <p:cNvSpPr txBox="1"/>
          <p:nvPr/>
        </p:nvSpPr>
        <p:spPr>
          <a:xfrm>
            <a:off x="4135195" y="174107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01</a:t>
            </a:r>
            <a:endParaRPr sz="2000" b="1">
              <a:solidFill>
                <a:schemeClr val="accent4"/>
              </a:solidFill>
              <a:latin typeface="League Spartan"/>
              <a:ea typeface="League Spartan"/>
              <a:cs typeface="League Spartan"/>
              <a:sym typeface="League Spartan"/>
            </a:endParaRPr>
          </a:p>
        </p:txBody>
      </p:sp>
      <p:sp>
        <p:nvSpPr>
          <p:cNvPr id="86" name="Google Shape;86;p18"/>
          <p:cNvSpPr txBox="1">
            <a:spLocks noGrp="1"/>
          </p:cNvSpPr>
          <p:nvPr>
            <p:ph type="subTitle" idx="1"/>
          </p:nvPr>
        </p:nvSpPr>
        <p:spPr>
          <a:xfrm>
            <a:off x="4678425" y="16871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87" name="Google Shape;87;p18"/>
          <p:cNvSpPr txBox="1"/>
          <p:nvPr/>
        </p:nvSpPr>
        <p:spPr>
          <a:xfrm>
            <a:off x="4135195" y="2768100"/>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02</a:t>
            </a:r>
            <a:endParaRPr sz="2000" b="1">
              <a:solidFill>
                <a:schemeClr val="accent4"/>
              </a:solidFill>
              <a:latin typeface="League Spartan"/>
              <a:ea typeface="League Spartan"/>
              <a:cs typeface="League Spartan"/>
              <a:sym typeface="League Spartan"/>
            </a:endParaRPr>
          </a:p>
        </p:txBody>
      </p:sp>
      <p:sp>
        <p:nvSpPr>
          <p:cNvPr id="88" name="Google Shape;88;p18"/>
          <p:cNvSpPr txBox="1">
            <a:spLocks noGrp="1"/>
          </p:cNvSpPr>
          <p:nvPr>
            <p:ph type="subTitle" idx="2"/>
          </p:nvPr>
        </p:nvSpPr>
        <p:spPr>
          <a:xfrm>
            <a:off x="4678425" y="27263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89" name="Google Shape;89;p18"/>
          <p:cNvSpPr>
            <a:spLocks noGrp="1"/>
          </p:cNvSpPr>
          <p:nvPr>
            <p:ph type="pic" idx="3"/>
          </p:nvPr>
        </p:nvSpPr>
        <p:spPr>
          <a:xfrm>
            <a:off x="642700" y="632300"/>
            <a:ext cx="2615100" cy="3918900"/>
          </a:xfrm>
          <a:prstGeom prst="roundRect">
            <a:avLst>
              <a:gd name="adj" fmla="val 16667"/>
            </a:avLst>
          </a:prstGeom>
          <a:noFill/>
          <a:ln>
            <a:noFill/>
          </a:ln>
        </p:spPr>
      </p:sp>
      <p:pic>
        <p:nvPicPr>
          <p:cNvPr id="90" name="Google Shape;90;p18"/>
          <p:cNvPicPr preferRelativeResize="0"/>
          <p:nvPr/>
        </p:nvPicPr>
        <p:blipFill rotWithShape="1">
          <a:blip r:embed="rId2">
            <a:alphaModFix/>
          </a:blip>
          <a:srcRect r="49205"/>
          <a:stretch/>
        </p:blipFill>
        <p:spPr>
          <a:xfrm flipH="1">
            <a:off x="0" y="-348137"/>
            <a:ext cx="1836600" cy="3599400"/>
          </a:xfrm>
          <a:prstGeom prst="rect">
            <a:avLst/>
          </a:prstGeom>
          <a:noFill/>
          <a:ln>
            <a:noFill/>
          </a:ln>
        </p:spPr>
      </p:pic>
      <p:pic>
        <p:nvPicPr>
          <p:cNvPr id="91" name="Google Shape;91;p18"/>
          <p:cNvPicPr preferRelativeResize="0"/>
          <p:nvPr/>
        </p:nvPicPr>
        <p:blipFill rotWithShape="1">
          <a:blip r:embed="rId2">
            <a:alphaModFix/>
          </a:blip>
          <a:srcRect r="49205"/>
          <a:stretch/>
        </p:blipFill>
        <p:spPr>
          <a:xfrm rot="10800000">
            <a:off x="0" y="1892237"/>
            <a:ext cx="1836600" cy="3599400"/>
          </a:xfrm>
          <a:prstGeom prst="rect">
            <a:avLst/>
          </a:prstGeom>
          <a:noFill/>
          <a:ln>
            <a:noFill/>
          </a:ln>
        </p:spPr>
      </p:pic>
      <p:sp>
        <p:nvSpPr>
          <p:cNvPr id="92" name="Google Shape;92;p18"/>
          <p:cNvSpPr/>
          <p:nvPr/>
        </p:nvSpPr>
        <p:spPr>
          <a:xfrm rot="-695">
            <a:off x="8410293" y="4393362"/>
            <a:ext cx="1484700" cy="1476900"/>
          </a:xfrm>
          <a:prstGeom prst="pie">
            <a:avLst>
              <a:gd name="adj1" fmla="val 10804369"/>
              <a:gd name="adj2" fmla="val 16200000"/>
            </a:avLst>
          </a:prstGeom>
          <a:gradFill>
            <a:gsLst>
              <a:gs pos="0">
                <a:srgbClr val="FFC982"/>
              </a:gs>
              <a:gs pos="100000">
                <a:srgbClr val="F58F09"/>
              </a:gs>
            </a:gsLst>
            <a:path path="circle">
              <a:fillToRect l="50000" t="50000" r="50000" b="50000"/>
            </a:path>
            <a:tileRect/>
          </a:gra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C2C2C"/>
              </a:solidFill>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oints 3_2">
  <p:cSld name="TITLE_1_1_2_1_1">
    <p:spTree>
      <p:nvGrpSpPr>
        <p:cNvPr id="1" name="Shape 93"/>
        <p:cNvGrpSpPr/>
        <p:nvPr/>
      </p:nvGrpSpPr>
      <p:grpSpPr>
        <a:xfrm>
          <a:off x="0" y="0"/>
          <a:ext cx="0" cy="0"/>
          <a:chOff x="0" y="0"/>
          <a:chExt cx="0" cy="0"/>
        </a:xfrm>
      </p:grpSpPr>
      <p:sp>
        <p:nvSpPr>
          <p:cNvPr id="94" name="Google Shape;9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95" name="Google Shape;95;p19"/>
          <p:cNvSpPr txBox="1">
            <a:spLocks noGrp="1"/>
          </p:cNvSpPr>
          <p:nvPr>
            <p:ph type="title"/>
          </p:nvPr>
        </p:nvSpPr>
        <p:spPr>
          <a:xfrm>
            <a:off x="642700" y="650250"/>
            <a:ext cx="4270500" cy="726900"/>
          </a:xfrm>
          <a:prstGeom prst="rect">
            <a:avLst/>
          </a:prstGeom>
        </p:spPr>
        <p:txBody>
          <a:bodyPr spcFirstLastPara="1" wrap="square" lIns="91425" tIns="91425" rIns="91425" bIns="91425" anchor="ctr" anchorCtr="0">
            <a:norm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96" name="Google Shape;96;p19"/>
          <p:cNvSpPr txBox="1"/>
          <p:nvPr/>
        </p:nvSpPr>
        <p:spPr>
          <a:xfrm>
            <a:off x="642695" y="174107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Poppins"/>
                <a:ea typeface="Poppins"/>
                <a:cs typeface="Poppins"/>
                <a:sym typeface="Poppins"/>
              </a:rPr>
              <a:t>01</a:t>
            </a:r>
            <a:endParaRPr sz="2000">
              <a:solidFill>
                <a:schemeClr val="accent4"/>
              </a:solidFill>
            </a:endParaRPr>
          </a:p>
        </p:txBody>
      </p:sp>
      <p:sp>
        <p:nvSpPr>
          <p:cNvPr id="97" name="Google Shape;97;p19"/>
          <p:cNvSpPr txBox="1">
            <a:spLocks noGrp="1"/>
          </p:cNvSpPr>
          <p:nvPr>
            <p:ph type="subTitle" idx="1"/>
          </p:nvPr>
        </p:nvSpPr>
        <p:spPr>
          <a:xfrm>
            <a:off x="1185925" y="16871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98" name="Google Shape;98;p19"/>
          <p:cNvSpPr txBox="1"/>
          <p:nvPr/>
        </p:nvSpPr>
        <p:spPr>
          <a:xfrm>
            <a:off x="642695" y="2768100"/>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Poppins"/>
                <a:ea typeface="Poppins"/>
                <a:cs typeface="Poppins"/>
                <a:sym typeface="Poppins"/>
              </a:rPr>
              <a:t>02</a:t>
            </a:r>
            <a:endParaRPr sz="2000">
              <a:solidFill>
                <a:schemeClr val="accent4"/>
              </a:solidFill>
            </a:endParaRPr>
          </a:p>
        </p:txBody>
      </p:sp>
      <p:sp>
        <p:nvSpPr>
          <p:cNvPr id="99" name="Google Shape;99;p19"/>
          <p:cNvSpPr txBox="1">
            <a:spLocks noGrp="1"/>
          </p:cNvSpPr>
          <p:nvPr>
            <p:ph type="subTitle" idx="2"/>
          </p:nvPr>
        </p:nvSpPr>
        <p:spPr>
          <a:xfrm>
            <a:off x="1185925" y="27263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00" name="Google Shape;100;p19"/>
          <p:cNvSpPr txBox="1"/>
          <p:nvPr/>
        </p:nvSpPr>
        <p:spPr>
          <a:xfrm>
            <a:off x="642695" y="3807300"/>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Poppins"/>
                <a:ea typeface="Poppins"/>
                <a:cs typeface="Poppins"/>
                <a:sym typeface="Poppins"/>
              </a:rPr>
              <a:t>03</a:t>
            </a:r>
            <a:endParaRPr sz="2000">
              <a:solidFill>
                <a:schemeClr val="accent4"/>
              </a:solidFill>
            </a:endParaRPr>
          </a:p>
        </p:txBody>
      </p:sp>
      <p:sp>
        <p:nvSpPr>
          <p:cNvPr id="101" name="Google Shape;101;p19"/>
          <p:cNvSpPr txBox="1">
            <a:spLocks noGrp="1"/>
          </p:cNvSpPr>
          <p:nvPr>
            <p:ph type="subTitle" idx="3"/>
          </p:nvPr>
        </p:nvSpPr>
        <p:spPr>
          <a:xfrm>
            <a:off x="1185925" y="37655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pic>
        <p:nvPicPr>
          <p:cNvPr id="102" name="Google Shape;102;p19"/>
          <p:cNvPicPr preferRelativeResize="0"/>
          <p:nvPr/>
        </p:nvPicPr>
        <p:blipFill>
          <a:blip r:embed="rId2">
            <a:alphaModFix/>
          </a:blip>
          <a:stretch>
            <a:fillRect/>
          </a:stretch>
        </p:blipFill>
        <p:spPr>
          <a:xfrm>
            <a:off x="5899075" y="1913100"/>
            <a:ext cx="3244926" cy="3230399"/>
          </a:xfrm>
          <a:prstGeom prst="rect">
            <a:avLst/>
          </a:prstGeom>
          <a:noFill/>
          <a:ln>
            <a:noFill/>
          </a:ln>
        </p:spPr>
      </p:pic>
      <p:sp>
        <p:nvSpPr>
          <p:cNvPr id="103" name="Google Shape;103;p19"/>
          <p:cNvSpPr>
            <a:spLocks noGrp="1"/>
          </p:cNvSpPr>
          <p:nvPr>
            <p:ph type="pic" idx="4"/>
          </p:nvPr>
        </p:nvSpPr>
        <p:spPr>
          <a:xfrm>
            <a:off x="5843075" y="632300"/>
            <a:ext cx="2615100" cy="3918900"/>
          </a:xfrm>
          <a:prstGeom prst="roundRect">
            <a:avLst>
              <a:gd name="adj" fmla="val 16667"/>
            </a:avLst>
          </a:prstGeom>
          <a:noFill/>
          <a:ln>
            <a:noFill/>
          </a:ln>
        </p:spPr>
      </p:sp>
    </p:spTree>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oints 2_2">
  <p:cSld name="TITLE_1_1_2_1">
    <p:spTree>
      <p:nvGrpSpPr>
        <p:cNvPr id="1" name="Shape 104"/>
        <p:cNvGrpSpPr/>
        <p:nvPr/>
      </p:nvGrpSpPr>
      <p:grpSpPr>
        <a:xfrm>
          <a:off x="0" y="0"/>
          <a:ext cx="0" cy="0"/>
          <a:chOff x="0" y="0"/>
          <a:chExt cx="0" cy="0"/>
        </a:xfrm>
      </p:grpSpPr>
      <p:sp>
        <p:nvSpPr>
          <p:cNvPr id="105" name="Google Shape;10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106" name="Google Shape;106;p20"/>
          <p:cNvSpPr txBox="1">
            <a:spLocks noGrp="1"/>
          </p:cNvSpPr>
          <p:nvPr>
            <p:ph type="title"/>
          </p:nvPr>
        </p:nvSpPr>
        <p:spPr>
          <a:xfrm>
            <a:off x="642700" y="650250"/>
            <a:ext cx="4270500" cy="726900"/>
          </a:xfrm>
          <a:prstGeom prst="rect">
            <a:avLst/>
          </a:prstGeom>
        </p:spPr>
        <p:txBody>
          <a:bodyPr spcFirstLastPara="1" wrap="square" lIns="91425" tIns="91425" rIns="91425" bIns="91425" anchor="ctr" anchorCtr="0">
            <a:norm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107" name="Google Shape;107;p20"/>
          <p:cNvSpPr txBox="1"/>
          <p:nvPr/>
        </p:nvSpPr>
        <p:spPr>
          <a:xfrm>
            <a:off x="642695" y="174107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01</a:t>
            </a:r>
            <a:endParaRPr sz="2000" b="1">
              <a:solidFill>
                <a:schemeClr val="accent4"/>
              </a:solidFill>
              <a:latin typeface="League Spartan"/>
              <a:ea typeface="League Spartan"/>
              <a:cs typeface="League Spartan"/>
              <a:sym typeface="League Spartan"/>
            </a:endParaRPr>
          </a:p>
        </p:txBody>
      </p:sp>
      <p:sp>
        <p:nvSpPr>
          <p:cNvPr id="108" name="Google Shape;108;p20"/>
          <p:cNvSpPr txBox="1">
            <a:spLocks noGrp="1"/>
          </p:cNvSpPr>
          <p:nvPr>
            <p:ph type="subTitle" idx="1"/>
          </p:nvPr>
        </p:nvSpPr>
        <p:spPr>
          <a:xfrm>
            <a:off x="1185925" y="16871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09" name="Google Shape;109;p20"/>
          <p:cNvSpPr txBox="1"/>
          <p:nvPr/>
        </p:nvSpPr>
        <p:spPr>
          <a:xfrm>
            <a:off x="642695" y="2768100"/>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02</a:t>
            </a:r>
            <a:endParaRPr sz="2000" b="1">
              <a:solidFill>
                <a:schemeClr val="accent4"/>
              </a:solidFill>
              <a:latin typeface="League Spartan"/>
              <a:ea typeface="League Spartan"/>
              <a:cs typeface="League Spartan"/>
              <a:sym typeface="League Spartan"/>
            </a:endParaRPr>
          </a:p>
        </p:txBody>
      </p:sp>
      <p:sp>
        <p:nvSpPr>
          <p:cNvPr id="110" name="Google Shape;110;p20"/>
          <p:cNvSpPr txBox="1">
            <a:spLocks noGrp="1"/>
          </p:cNvSpPr>
          <p:nvPr>
            <p:ph type="subTitle" idx="2"/>
          </p:nvPr>
        </p:nvSpPr>
        <p:spPr>
          <a:xfrm>
            <a:off x="1185925" y="2726325"/>
            <a:ext cx="3727200" cy="9348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pic>
        <p:nvPicPr>
          <p:cNvPr id="111" name="Google Shape;111;p20"/>
          <p:cNvPicPr preferRelativeResize="0"/>
          <p:nvPr/>
        </p:nvPicPr>
        <p:blipFill>
          <a:blip r:embed="rId2">
            <a:alphaModFix/>
          </a:blip>
          <a:stretch>
            <a:fillRect/>
          </a:stretch>
        </p:blipFill>
        <p:spPr>
          <a:xfrm>
            <a:off x="5899075" y="1913100"/>
            <a:ext cx="3244926" cy="3230399"/>
          </a:xfrm>
          <a:prstGeom prst="rect">
            <a:avLst/>
          </a:prstGeom>
          <a:noFill/>
          <a:ln>
            <a:noFill/>
          </a:ln>
        </p:spPr>
      </p:pic>
      <p:sp>
        <p:nvSpPr>
          <p:cNvPr id="112" name="Google Shape;112;p20"/>
          <p:cNvSpPr>
            <a:spLocks noGrp="1"/>
          </p:cNvSpPr>
          <p:nvPr>
            <p:ph type="pic" idx="3"/>
          </p:nvPr>
        </p:nvSpPr>
        <p:spPr>
          <a:xfrm>
            <a:off x="5843075" y="632300"/>
            <a:ext cx="2615100" cy="3918900"/>
          </a:xfrm>
          <a:prstGeom prst="roundRect">
            <a:avLst>
              <a:gd name="adj" fmla="val 16667"/>
            </a:avLst>
          </a:prstGeom>
          <a:noFill/>
          <a:ln>
            <a:noFill/>
          </a:ln>
        </p:spPr>
      </p:sp>
    </p:spTree>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A_Title_Body_3">
  <p:cSld name="TITLE_1_1_1">
    <p:spTree>
      <p:nvGrpSpPr>
        <p:cNvPr id="1" name="Shape 113"/>
        <p:cNvGrpSpPr/>
        <p:nvPr/>
      </p:nvGrpSpPr>
      <p:grpSpPr>
        <a:xfrm>
          <a:off x="0" y="0"/>
          <a:ext cx="0" cy="0"/>
          <a:chOff x="0" y="0"/>
          <a:chExt cx="0" cy="0"/>
        </a:xfrm>
      </p:grpSpPr>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115" name="Google Shape;115;p21"/>
          <p:cNvSpPr txBox="1">
            <a:spLocks noGrp="1"/>
          </p:cNvSpPr>
          <p:nvPr>
            <p:ph type="subTitle" idx="1"/>
          </p:nvPr>
        </p:nvSpPr>
        <p:spPr>
          <a:xfrm>
            <a:off x="383075" y="1908900"/>
            <a:ext cx="2469000" cy="4074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16" name="Google Shape;116;p21"/>
          <p:cNvSpPr txBox="1">
            <a:spLocks noGrp="1"/>
          </p:cNvSpPr>
          <p:nvPr>
            <p:ph type="subTitle" idx="2"/>
          </p:nvPr>
        </p:nvSpPr>
        <p:spPr>
          <a:xfrm>
            <a:off x="3284763" y="1908900"/>
            <a:ext cx="2469000" cy="395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pic>
        <p:nvPicPr>
          <p:cNvPr id="117" name="Google Shape;117;p21"/>
          <p:cNvPicPr preferRelativeResize="0"/>
          <p:nvPr/>
        </p:nvPicPr>
        <p:blipFill rotWithShape="1">
          <a:blip r:embed="rId2">
            <a:alphaModFix/>
          </a:blip>
          <a:srcRect r="49205" b="13464"/>
          <a:stretch/>
        </p:blipFill>
        <p:spPr>
          <a:xfrm flipH="1">
            <a:off x="8025" y="3162568"/>
            <a:ext cx="1168200" cy="1980900"/>
          </a:xfrm>
          <a:prstGeom prst="rect">
            <a:avLst/>
          </a:prstGeom>
          <a:noFill/>
          <a:ln>
            <a:noFill/>
          </a:ln>
        </p:spPr>
      </p:pic>
      <p:sp>
        <p:nvSpPr>
          <p:cNvPr id="118" name="Google Shape;118;p21"/>
          <p:cNvSpPr txBox="1">
            <a:spLocks noGrp="1"/>
          </p:cNvSpPr>
          <p:nvPr>
            <p:ph type="title"/>
          </p:nvPr>
        </p:nvSpPr>
        <p:spPr>
          <a:xfrm>
            <a:off x="383075" y="1011550"/>
            <a:ext cx="7753500" cy="636000"/>
          </a:xfrm>
          <a:prstGeom prst="rect">
            <a:avLst/>
          </a:prstGeom>
        </p:spPr>
        <p:txBody>
          <a:bodyPr spcFirstLastPara="1" wrap="square" lIns="91425" tIns="91425" rIns="91425" bIns="91425" anchor="ctr" anchorCtr="0">
            <a:spAutoFit/>
          </a:bodyPr>
          <a:lstStyle>
            <a:lvl1pPr lvl="0">
              <a:spcBef>
                <a:spcPts val="0"/>
              </a:spcBef>
              <a:spcAft>
                <a:spcPts val="0"/>
              </a:spcAft>
              <a:buSzPts val="2400"/>
              <a:buNone/>
              <a:defRPr sz="2400"/>
            </a:lvl1pPr>
            <a:lvl2pPr lvl="1">
              <a:spcBef>
                <a:spcPts val="0"/>
              </a:spcBef>
              <a:spcAft>
                <a:spcPts val="0"/>
              </a:spcAft>
              <a:buSzPts val="2800"/>
              <a:buNone/>
              <a:defRPr>
                <a:latin typeface="Poppins"/>
                <a:ea typeface="Poppins"/>
                <a:cs typeface="Poppins"/>
                <a:sym typeface="Poppins"/>
              </a:defRPr>
            </a:lvl2pPr>
            <a:lvl3pPr lvl="2">
              <a:spcBef>
                <a:spcPts val="0"/>
              </a:spcBef>
              <a:spcAft>
                <a:spcPts val="0"/>
              </a:spcAft>
              <a:buSzPts val="2800"/>
              <a:buNone/>
              <a:defRPr>
                <a:latin typeface="Poppins"/>
                <a:ea typeface="Poppins"/>
                <a:cs typeface="Poppins"/>
                <a:sym typeface="Poppins"/>
              </a:defRPr>
            </a:lvl3pPr>
            <a:lvl4pPr lvl="3">
              <a:spcBef>
                <a:spcPts val="0"/>
              </a:spcBef>
              <a:spcAft>
                <a:spcPts val="0"/>
              </a:spcAft>
              <a:buSzPts val="2800"/>
              <a:buNone/>
              <a:defRPr>
                <a:latin typeface="Poppins"/>
                <a:ea typeface="Poppins"/>
                <a:cs typeface="Poppins"/>
                <a:sym typeface="Poppins"/>
              </a:defRPr>
            </a:lvl4pPr>
            <a:lvl5pPr lvl="4">
              <a:spcBef>
                <a:spcPts val="0"/>
              </a:spcBef>
              <a:spcAft>
                <a:spcPts val="0"/>
              </a:spcAft>
              <a:buSzPts val="2800"/>
              <a:buNone/>
              <a:defRPr>
                <a:latin typeface="Poppins"/>
                <a:ea typeface="Poppins"/>
                <a:cs typeface="Poppins"/>
                <a:sym typeface="Poppins"/>
              </a:defRPr>
            </a:lvl5pPr>
            <a:lvl6pPr lvl="5">
              <a:spcBef>
                <a:spcPts val="0"/>
              </a:spcBef>
              <a:spcAft>
                <a:spcPts val="0"/>
              </a:spcAft>
              <a:buSzPts val="2800"/>
              <a:buNone/>
              <a:defRPr>
                <a:latin typeface="Poppins"/>
                <a:ea typeface="Poppins"/>
                <a:cs typeface="Poppins"/>
                <a:sym typeface="Poppins"/>
              </a:defRPr>
            </a:lvl6pPr>
            <a:lvl7pPr lvl="6">
              <a:spcBef>
                <a:spcPts val="0"/>
              </a:spcBef>
              <a:spcAft>
                <a:spcPts val="0"/>
              </a:spcAft>
              <a:buSzPts val="2800"/>
              <a:buNone/>
              <a:defRPr>
                <a:latin typeface="Poppins"/>
                <a:ea typeface="Poppins"/>
                <a:cs typeface="Poppins"/>
                <a:sym typeface="Poppins"/>
              </a:defRPr>
            </a:lvl7pPr>
            <a:lvl8pPr lvl="7">
              <a:spcBef>
                <a:spcPts val="0"/>
              </a:spcBef>
              <a:spcAft>
                <a:spcPts val="0"/>
              </a:spcAft>
              <a:buSzPts val="2800"/>
              <a:buNone/>
              <a:defRPr>
                <a:latin typeface="Poppins"/>
                <a:ea typeface="Poppins"/>
                <a:cs typeface="Poppins"/>
                <a:sym typeface="Poppins"/>
              </a:defRPr>
            </a:lvl8pPr>
            <a:lvl9pPr lvl="8">
              <a:spcBef>
                <a:spcPts val="0"/>
              </a:spcBef>
              <a:spcAft>
                <a:spcPts val="0"/>
              </a:spcAft>
              <a:buSzPts val="2800"/>
              <a:buNone/>
              <a:defRPr>
                <a:latin typeface="Poppins"/>
                <a:ea typeface="Poppins"/>
                <a:cs typeface="Poppins"/>
                <a:sym typeface="Poppins"/>
              </a:defRPr>
            </a:lvl9pPr>
          </a:lstStyle>
          <a:p>
            <a:endParaRPr/>
          </a:p>
        </p:txBody>
      </p:sp>
      <p:sp>
        <p:nvSpPr>
          <p:cNvPr id="119" name="Google Shape;119;p21"/>
          <p:cNvSpPr txBox="1">
            <a:spLocks noGrp="1"/>
          </p:cNvSpPr>
          <p:nvPr>
            <p:ph type="subTitle" idx="3"/>
          </p:nvPr>
        </p:nvSpPr>
        <p:spPr>
          <a:xfrm>
            <a:off x="6186450" y="1908900"/>
            <a:ext cx="2469000" cy="395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pic>
        <p:nvPicPr>
          <p:cNvPr id="120" name="Google Shape;120;p21"/>
          <p:cNvPicPr preferRelativeResize="0"/>
          <p:nvPr/>
        </p:nvPicPr>
        <p:blipFill>
          <a:blip r:embed="rId3">
            <a:alphaModFix/>
          </a:blip>
          <a:stretch>
            <a:fillRect/>
          </a:stretch>
        </p:blipFill>
        <p:spPr>
          <a:xfrm rot="5400000">
            <a:off x="467571" y="475900"/>
            <a:ext cx="374904" cy="37490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A_Outro_1">
  <p:cSld name="TITLE_1_1_1_1">
    <p:spTree>
      <p:nvGrpSpPr>
        <p:cNvPr id="1" name="Shape 121"/>
        <p:cNvGrpSpPr/>
        <p:nvPr/>
      </p:nvGrpSpPr>
      <p:grpSpPr>
        <a:xfrm>
          <a:off x="0" y="0"/>
          <a:ext cx="0" cy="0"/>
          <a:chOff x="0" y="0"/>
          <a:chExt cx="0" cy="0"/>
        </a:xfrm>
      </p:grpSpPr>
      <p:sp>
        <p:nvSpPr>
          <p:cNvPr id="122" name="Google Shape;12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123" name="Google Shape;123;p22"/>
          <p:cNvSpPr txBox="1">
            <a:spLocks noGrp="1"/>
          </p:cNvSpPr>
          <p:nvPr>
            <p:ph type="title"/>
          </p:nvPr>
        </p:nvSpPr>
        <p:spPr>
          <a:xfrm>
            <a:off x="530400" y="2208300"/>
            <a:ext cx="8083200" cy="726900"/>
          </a:xfrm>
          <a:prstGeom prst="rect">
            <a:avLst/>
          </a:prstGeom>
        </p:spPr>
        <p:txBody>
          <a:bodyPr spcFirstLastPara="1" wrap="square" lIns="91425" tIns="91425" rIns="91425" bIns="91425" anchor="ctr" anchorCtr="0">
            <a:spAutoFit/>
          </a:bodyPr>
          <a:lstStyle>
            <a:lvl1pPr lvl="0" algn="ctr">
              <a:spcBef>
                <a:spcPts val="0"/>
              </a:spcBef>
              <a:spcAft>
                <a:spcPts val="0"/>
              </a:spcAft>
              <a:buSzPts val="2800"/>
              <a:buNone/>
              <a:defRPr/>
            </a:lvl1pPr>
            <a:lvl2pPr lvl="1" algn="ctr">
              <a:spcBef>
                <a:spcPts val="0"/>
              </a:spcBef>
              <a:spcAft>
                <a:spcPts val="0"/>
              </a:spcAft>
              <a:buSzPts val="2800"/>
              <a:buNone/>
              <a:defRPr>
                <a:latin typeface="Poppins"/>
                <a:ea typeface="Poppins"/>
                <a:cs typeface="Poppins"/>
                <a:sym typeface="Poppins"/>
              </a:defRPr>
            </a:lvl2pPr>
            <a:lvl3pPr lvl="2" algn="ctr">
              <a:spcBef>
                <a:spcPts val="0"/>
              </a:spcBef>
              <a:spcAft>
                <a:spcPts val="0"/>
              </a:spcAft>
              <a:buSzPts val="2800"/>
              <a:buNone/>
              <a:defRPr>
                <a:latin typeface="Poppins"/>
                <a:ea typeface="Poppins"/>
                <a:cs typeface="Poppins"/>
                <a:sym typeface="Poppins"/>
              </a:defRPr>
            </a:lvl3pPr>
            <a:lvl4pPr lvl="3" algn="ctr">
              <a:spcBef>
                <a:spcPts val="0"/>
              </a:spcBef>
              <a:spcAft>
                <a:spcPts val="0"/>
              </a:spcAft>
              <a:buSzPts val="2800"/>
              <a:buNone/>
              <a:defRPr>
                <a:latin typeface="Poppins"/>
                <a:ea typeface="Poppins"/>
                <a:cs typeface="Poppins"/>
                <a:sym typeface="Poppins"/>
              </a:defRPr>
            </a:lvl4pPr>
            <a:lvl5pPr lvl="4" algn="ctr">
              <a:spcBef>
                <a:spcPts val="0"/>
              </a:spcBef>
              <a:spcAft>
                <a:spcPts val="0"/>
              </a:spcAft>
              <a:buSzPts val="2800"/>
              <a:buNone/>
              <a:defRPr>
                <a:latin typeface="Poppins"/>
                <a:ea typeface="Poppins"/>
                <a:cs typeface="Poppins"/>
                <a:sym typeface="Poppins"/>
              </a:defRPr>
            </a:lvl5pPr>
            <a:lvl6pPr lvl="5" algn="ctr">
              <a:spcBef>
                <a:spcPts val="0"/>
              </a:spcBef>
              <a:spcAft>
                <a:spcPts val="0"/>
              </a:spcAft>
              <a:buSzPts val="2800"/>
              <a:buNone/>
              <a:defRPr>
                <a:latin typeface="Poppins"/>
                <a:ea typeface="Poppins"/>
                <a:cs typeface="Poppins"/>
                <a:sym typeface="Poppins"/>
              </a:defRPr>
            </a:lvl6pPr>
            <a:lvl7pPr lvl="6" algn="ctr">
              <a:spcBef>
                <a:spcPts val="0"/>
              </a:spcBef>
              <a:spcAft>
                <a:spcPts val="0"/>
              </a:spcAft>
              <a:buSzPts val="2800"/>
              <a:buNone/>
              <a:defRPr>
                <a:latin typeface="Poppins"/>
                <a:ea typeface="Poppins"/>
                <a:cs typeface="Poppins"/>
                <a:sym typeface="Poppins"/>
              </a:defRPr>
            </a:lvl7pPr>
            <a:lvl8pPr lvl="7" algn="ctr">
              <a:spcBef>
                <a:spcPts val="0"/>
              </a:spcBef>
              <a:spcAft>
                <a:spcPts val="0"/>
              </a:spcAft>
              <a:buSzPts val="2800"/>
              <a:buNone/>
              <a:defRPr>
                <a:latin typeface="Poppins"/>
                <a:ea typeface="Poppins"/>
                <a:cs typeface="Poppins"/>
                <a:sym typeface="Poppins"/>
              </a:defRPr>
            </a:lvl8pPr>
            <a:lvl9pPr lvl="8" algn="ctr">
              <a:spcBef>
                <a:spcPts val="0"/>
              </a:spcBef>
              <a:spcAft>
                <a:spcPts val="0"/>
              </a:spcAft>
              <a:buSzPts val="2800"/>
              <a:buNone/>
              <a:defRPr>
                <a:latin typeface="Poppins"/>
                <a:ea typeface="Poppins"/>
                <a:cs typeface="Poppins"/>
                <a:sym typeface="Poppins"/>
              </a:defRPr>
            </a:lvl9pPr>
          </a:lstStyle>
          <a:p>
            <a:endParaRPr/>
          </a:p>
        </p:txBody>
      </p:sp>
      <p:pic>
        <p:nvPicPr>
          <p:cNvPr id="124" name="Google Shape;124;p22"/>
          <p:cNvPicPr preferRelativeResize="0"/>
          <p:nvPr/>
        </p:nvPicPr>
        <p:blipFill>
          <a:blip r:embed="rId2">
            <a:alphaModFix/>
          </a:blip>
          <a:stretch>
            <a:fillRect/>
          </a:stretch>
        </p:blipFill>
        <p:spPr>
          <a:xfrm>
            <a:off x="4054825" y="1117275"/>
            <a:ext cx="590075" cy="5900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p:cSld name="CUSTOM">
    <p:spTree>
      <p:nvGrpSpPr>
        <p:cNvPr id="1" name="Shape 12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oints 3_1">
  <p:cSld name="Default Slide_1">
    <p:spTree>
      <p:nvGrpSpPr>
        <p:cNvPr id="1" name="Shape 126"/>
        <p:cNvGrpSpPr/>
        <p:nvPr/>
      </p:nvGrpSpPr>
      <p:grpSpPr>
        <a:xfrm>
          <a:off x="0" y="0"/>
          <a:ext cx="0" cy="0"/>
          <a:chOff x="0" y="0"/>
          <a:chExt cx="0" cy="0"/>
        </a:xfrm>
      </p:grpSpPr>
      <p:sp>
        <p:nvSpPr>
          <p:cNvPr id="127" name="Google Shape;127;p24"/>
          <p:cNvSpPr txBox="1">
            <a:spLocks noGrp="1"/>
          </p:cNvSpPr>
          <p:nvPr>
            <p:ph type="subTitle" idx="1"/>
          </p:nvPr>
        </p:nvSpPr>
        <p:spPr>
          <a:xfrm>
            <a:off x="6595075" y="2305850"/>
            <a:ext cx="2096100" cy="1360500"/>
          </a:xfrm>
          <a:prstGeom prst="rect">
            <a:avLst/>
          </a:prstGeom>
        </p:spPr>
        <p:txBody>
          <a:bodyPr spcFirstLastPara="1" wrap="square" lIns="91425" tIns="91425" rIns="91425" bIns="91425" anchor="t" anchorCtr="0">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28" name="Google Shape;128;p24"/>
          <p:cNvSpPr txBox="1">
            <a:spLocks noGrp="1"/>
          </p:cNvSpPr>
          <p:nvPr>
            <p:ph type="title"/>
          </p:nvPr>
        </p:nvSpPr>
        <p:spPr>
          <a:xfrm>
            <a:off x="1730850" y="401725"/>
            <a:ext cx="5682300" cy="4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800"/>
              <a:buNone/>
              <a:defRPr>
                <a:latin typeface="Lato Light"/>
                <a:ea typeface="Lato Light"/>
                <a:cs typeface="Lato Light"/>
                <a:sym typeface="Lato Light"/>
              </a:defRPr>
            </a:lvl2pPr>
            <a:lvl3pPr lvl="2">
              <a:spcBef>
                <a:spcPts val="0"/>
              </a:spcBef>
              <a:spcAft>
                <a:spcPts val="0"/>
              </a:spcAft>
              <a:buSzPts val="2800"/>
              <a:buNone/>
              <a:defRPr>
                <a:latin typeface="Lato Light"/>
                <a:ea typeface="Lato Light"/>
                <a:cs typeface="Lato Light"/>
                <a:sym typeface="Lato Light"/>
              </a:defRPr>
            </a:lvl3pPr>
            <a:lvl4pPr lvl="3">
              <a:spcBef>
                <a:spcPts val="0"/>
              </a:spcBef>
              <a:spcAft>
                <a:spcPts val="0"/>
              </a:spcAft>
              <a:buSzPts val="2800"/>
              <a:buNone/>
              <a:defRPr>
                <a:latin typeface="Lato Light"/>
                <a:ea typeface="Lato Light"/>
                <a:cs typeface="Lato Light"/>
                <a:sym typeface="Lato Light"/>
              </a:defRPr>
            </a:lvl4pPr>
            <a:lvl5pPr lvl="4">
              <a:spcBef>
                <a:spcPts val="0"/>
              </a:spcBef>
              <a:spcAft>
                <a:spcPts val="0"/>
              </a:spcAft>
              <a:buSzPts val="2800"/>
              <a:buNone/>
              <a:defRPr>
                <a:latin typeface="Lato Light"/>
                <a:ea typeface="Lato Light"/>
                <a:cs typeface="Lato Light"/>
                <a:sym typeface="Lato Light"/>
              </a:defRPr>
            </a:lvl5pPr>
            <a:lvl6pPr lvl="5">
              <a:spcBef>
                <a:spcPts val="0"/>
              </a:spcBef>
              <a:spcAft>
                <a:spcPts val="0"/>
              </a:spcAft>
              <a:buSzPts val="2800"/>
              <a:buNone/>
              <a:defRPr>
                <a:latin typeface="Lato Light"/>
                <a:ea typeface="Lato Light"/>
                <a:cs typeface="Lato Light"/>
                <a:sym typeface="Lato Light"/>
              </a:defRPr>
            </a:lvl6pPr>
            <a:lvl7pPr lvl="6">
              <a:spcBef>
                <a:spcPts val="0"/>
              </a:spcBef>
              <a:spcAft>
                <a:spcPts val="0"/>
              </a:spcAft>
              <a:buSzPts val="2800"/>
              <a:buNone/>
              <a:defRPr>
                <a:latin typeface="Lato Light"/>
                <a:ea typeface="Lato Light"/>
                <a:cs typeface="Lato Light"/>
                <a:sym typeface="Lato Light"/>
              </a:defRPr>
            </a:lvl7pPr>
            <a:lvl8pPr lvl="7">
              <a:spcBef>
                <a:spcPts val="0"/>
              </a:spcBef>
              <a:spcAft>
                <a:spcPts val="0"/>
              </a:spcAft>
              <a:buSzPts val="2800"/>
              <a:buNone/>
              <a:defRPr>
                <a:latin typeface="Lato Light"/>
                <a:ea typeface="Lato Light"/>
                <a:cs typeface="Lato Light"/>
                <a:sym typeface="Lato Light"/>
              </a:defRPr>
            </a:lvl8pPr>
            <a:lvl9pPr lvl="8">
              <a:spcBef>
                <a:spcPts val="0"/>
              </a:spcBef>
              <a:spcAft>
                <a:spcPts val="0"/>
              </a:spcAft>
              <a:buSzPts val="2800"/>
              <a:buNone/>
              <a:defRPr>
                <a:latin typeface="Lato Light"/>
                <a:ea typeface="Lato Light"/>
                <a:cs typeface="Lato Light"/>
                <a:sym typeface="Lato Light"/>
              </a:defRPr>
            </a:lvl9pPr>
          </a:lstStyle>
          <a:p>
            <a:endParaRPr/>
          </a:p>
        </p:txBody>
      </p:sp>
      <p:sp>
        <p:nvSpPr>
          <p:cNvPr id="129" name="Google Shape;129;p24"/>
          <p:cNvSpPr txBox="1">
            <a:spLocks noGrp="1"/>
          </p:cNvSpPr>
          <p:nvPr>
            <p:ph type="subTitle" idx="2"/>
          </p:nvPr>
        </p:nvSpPr>
        <p:spPr>
          <a:xfrm>
            <a:off x="467425" y="1394975"/>
            <a:ext cx="2198400" cy="822600"/>
          </a:xfrm>
          <a:prstGeom prst="rect">
            <a:avLst/>
          </a:prstGeom>
        </p:spPr>
        <p:txBody>
          <a:bodyPr spcFirstLastPara="1" wrap="square" lIns="91425" tIns="91425" rIns="91425" bIns="91425" anchor="t" anchorCtr="0">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30" name="Google Shape;130;p24"/>
          <p:cNvSpPr txBox="1">
            <a:spLocks noGrp="1"/>
          </p:cNvSpPr>
          <p:nvPr>
            <p:ph type="subTitle" idx="3"/>
          </p:nvPr>
        </p:nvSpPr>
        <p:spPr>
          <a:xfrm>
            <a:off x="456700" y="3405075"/>
            <a:ext cx="2361600" cy="885000"/>
          </a:xfrm>
          <a:prstGeom prst="rect">
            <a:avLst/>
          </a:prstGeom>
        </p:spPr>
        <p:txBody>
          <a:bodyPr spcFirstLastPara="1" wrap="square" lIns="91425" tIns="91425" rIns="91425" bIns="91425" anchor="t" anchorCtr="0">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31" name="Google Shape;131;p24"/>
          <p:cNvSpPr/>
          <p:nvPr/>
        </p:nvSpPr>
        <p:spPr>
          <a:xfrm>
            <a:off x="4097288" y="1312051"/>
            <a:ext cx="2066887" cy="2072038"/>
          </a:xfrm>
          <a:custGeom>
            <a:avLst/>
            <a:gdLst/>
            <a:ahLst/>
            <a:cxnLst/>
            <a:rect l="l" t="t" r="r" b="b"/>
            <a:pathLst>
              <a:path w="958" h="1016" extrusionOk="0">
                <a:moveTo>
                  <a:pt x="453" y="0"/>
                </a:moveTo>
                <a:cubicBezTo>
                  <a:pt x="367" y="0"/>
                  <a:pt x="286" y="22"/>
                  <a:pt x="215" y="59"/>
                </a:cubicBezTo>
                <a:cubicBezTo>
                  <a:pt x="247" y="76"/>
                  <a:pt x="276" y="96"/>
                  <a:pt x="304" y="119"/>
                </a:cubicBezTo>
                <a:cubicBezTo>
                  <a:pt x="416" y="212"/>
                  <a:pt x="497" y="358"/>
                  <a:pt x="486" y="514"/>
                </a:cubicBezTo>
                <a:cubicBezTo>
                  <a:pt x="480" y="602"/>
                  <a:pt x="481" y="677"/>
                  <a:pt x="410" y="778"/>
                </a:cubicBezTo>
                <a:cubicBezTo>
                  <a:pt x="154" y="1002"/>
                  <a:pt x="0" y="732"/>
                  <a:pt x="0" y="732"/>
                </a:cubicBezTo>
                <a:cubicBezTo>
                  <a:pt x="27" y="877"/>
                  <a:pt x="209" y="960"/>
                  <a:pt x="209" y="960"/>
                </a:cubicBezTo>
                <a:cubicBezTo>
                  <a:pt x="278" y="996"/>
                  <a:pt x="370" y="1016"/>
                  <a:pt x="454" y="1016"/>
                </a:cubicBezTo>
                <a:cubicBezTo>
                  <a:pt x="553" y="1016"/>
                  <a:pt x="644" y="982"/>
                  <a:pt x="722" y="933"/>
                </a:cubicBezTo>
                <a:cubicBezTo>
                  <a:pt x="864" y="843"/>
                  <a:pt x="958" y="685"/>
                  <a:pt x="958" y="505"/>
                </a:cubicBezTo>
                <a:cubicBezTo>
                  <a:pt x="958" y="226"/>
                  <a:pt x="732" y="0"/>
                  <a:pt x="453" y="0"/>
                </a:cubicBezTo>
                <a:close/>
              </a:path>
            </a:pathLst>
          </a:custGeom>
          <a:solidFill>
            <a:schemeClr val="accent5"/>
          </a:solidFill>
          <a:ln>
            <a:noFill/>
          </a:ln>
        </p:spPr>
        <p:txBody>
          <a:bodyPr spcFirstLastPara="1" wrap="square" lIns="109550" tIns="54775" rIns="109550" bIns="54775" anchor="t" anchorCtr="0">
            <a:noAutofit/>
          </a:bodyPr>
          <a:lstStyle/>
          <a:p>
            <a:pPr marL="0" marR="0" lvl="0" indent="0" algn="l" rtl="0">
              <a:spcBef>
                <a:spcPts val="0"/>
              </a:spcBef>
              <a:spcAft>
                <a:spcPts val="0"/>
              </a:spcAft>
              <a:buNone/>
            </a:pPr>
            <a:endParaRPr sz="2200">
              <a:solidFill>
                <a:schemeClr val="dk1"/>
              </a:solidFill>
              <a:latin typeface="Lato Light"/>
              <a:ea typeface="Lato Light"/>
              <a:cs typeface="Lato Light"/>
              <a:sym typeface="Lato Light"/>
            </a:endParaRPr>
          </a:p>
        </p:txBody>
      </p:sp>
      <p:sp>
        <p:nvSpPr>
          <p:cNvPr id="132" name="Google Shape;132;p24"/>
          <p:cNvSpPr/>
          <p:nvPr/>
        </p:nvSpPr>
        <p:spPr>
          <a:xfrm>
            <a:off x="2979825" y="1320666"/>
            <a:ext cx="2197264" cy="1922987"/>
          </a:xfrm>
          <a:custGeom>
            <a:avLst/>
            <a:gdLst/>
            <a:ahLst/>
            <a:cxnLst/>
            <a:rect l="l" t="t" r="r" b="b"/>
            <a:pathLst>
              <a:path w="1018" h="943" extrusionOk="0">
                <a:moveTo>
                  <a:pt x="692" y="395"/>
                </a:moveTo>
                <a:cubicBezTo>
                  <a:pt x="692" y="395"/>
                  <a:pt x="694" y="397"/>
                  <a:pt x="694" y="397"/>
                </a:cubicBezTo>
                <a:cubicBezTo>
                  <a:pt x="694" y="397"/>
                  <a:pt x="694" y="397"/>
                  <a:pt x="694" y="397"/>
                </a:cubicBezTo>
                <a:cubicBezTo>
                  <a:pt x="708" y="394"/>
                  <a:pt x="723" y="393"/>
                  <a:pt x="739" y="393"/>
                </a:cubicBezTo>
                <a:cubicBezTo>
                  <a:pt x="868" y="393"/>
                  <a:pt x="972" y="498"/>
                  <a:pt x="972" y="627"/>
                </a:cubicBezTo>
                <a:cubicBezTo>
                  <a:pt x="972" y="706"/>
                  <a:pt x="933" y="776"/>
                  <a:pt x="872" y="818"/>
                </a:cubicBezTo>
                <a:cubicBezTo>
                  <a:pt x="872" y="818"/>
                  <a:pt x="872" y="818"/>
                  <a:pt x="872" y="818"/>
                </a:cubicBezTo>
                <a:cubicBezTo>
                  <a:pt x="891" y="806"/>
                  <a:pt x="911" y="792"/>
                  <a:pt x="931" y="774"/>
                </a:cubicBezTo>
                <a:cubicBezTo>
                  <a:pt x="1002" y="673"/>
                  <a:pt x="1001" y="598"/>
                  <a:pt x="1007" y="510"/>
                </a:cubicBezTo>
                <a:cubicBezTo>
                  <a:pt x="1018" y="354"/>
                  <a:pt x="937" y="208"/>
                  <a:pt x="825" y="115"/>
                </a:cubicBezTo>
                <a:cubicBezTo>
                  <a:pt x="797" y="92"/>
                  <a:pt x="768" y="72"/>
                  <a:pt x="736" y="55"/>
                </a:cubicBezTo>
                <a:cubicBezTo>
                  <a:pt x="735" y="56"/>
                  <a:pt x="735" y="56"/>
                  <a:pt x="735" y="56"/>
                </a:cubicBezTo>
                <a:cubicBezTo>
                  <a:pt x="666" y="20"/>
                  <a:pt x="588" y="0"/>
                  <a:pt x="504" y="0"/>
                </a:cubicBezTo>
                <a:cubicBezTo>
                  <a:pt x="226" y="0"/>
                  <a:pt x="0" y="226"/>
                  <a:pt x="0" y="504"/>
                </a:cubicBezTo>
                <a:cubicBezTo>
                  <a:pt x="0" y="685"/>
                  <a:pt x="95" y="843"/>
                  <a:pt x="237" y="932"/>
                </a:cubicBezTo>
                <a:cubicBezTo>
                  <a:pt x="244" y="936"/>
                  <a:pt x="250" y="940"/>
                  <a:pt x="257" y="943"/>
                </a:cubicBezTo>
                <a:cubicBezTo>
                  <a:pt x="256" y="928"/>
                  <a:pt x="255" y="913"/>
                  <a:pt x="255" y="898"/>
                </a:cubicBezTo>
                <a:cubicBezTo>
                  <a:pt x="255" y="643"/>
                  <a:pt x="449" y="433"/>
                  <a:pt x="692" y="395"/>
                </a:cubicBezTo>
                <a:close/>
                <a:moveTo>
                  <a:pt x="963" y="713"/>
                </a:moveTo>
                <a:cubicBezTo>
                  <a:pt x="963" y="714"/>
                  <a:pt x="963" y="714"/>
                  <a:pt x="963" y="714"/>
                </a:cubicBezTo>
                <a:cubicBezTo>
                  <a:pt x="963" y="714"/>
                  <a:pt x="963" y="713"/>
                  <a:pt x="963" y="713"/>
                </a:cubicBezTo>
                <a:close/>
              </a:path>
            </a:pathLst>
          </a:custGeom>
          <a:solidFill>
            <a:schemeClr val="accent1"/>
          </a:solidFill>
          <a:ln>
            <a:noFill/>
          </a:ln>
        </p:spPr>
        <p:txBody>
          <a:bodyPr spcFirstLastPara="1" wrap="square" lIns="109550" tIns="54775" rIns="109550" bIns="54775" anchor="t" anchorCtr="0">
            <a:noAutofit/>
          </a:bodyPr>
          <a:lstStyle/>
          <a:p>
            <a:pPr marL="0" marR="0" lvl="0" indent="0" algn="l" rtl="0">
              <a:spcBef>
                <a:spcPts val="0"/>
              </a:spcBef>
              <a:spcAft>
                <a:spcPts val="0"/>
              </a:spcAft>
              <a:buNone/>
            </a:pPr>
            <a:endParaRPr sz="2200">
              <a:solidFill>
                <a:schemeClr val="dk1"/>
              </a:solidFill>
              <a:latin typeface="Lato Light"/>
              <a:ea typeface="Lato Light"/>
              <a:cs typeface="Lato Light"/>
              <a:sym typeface="Lato Light"/>
            </a:endParaRPr>
          </a:p>
        </p:txBody>
      </p:sp>
      <p:sp>
        <p:nvSpPr>
          <p:cNvPr id="133" name="Google Shape;133;p24"/>
          <p:cNvSpPr/>
          <p:nvPr/>
        </p:nvSpPr>
        <p:spPr>
          <a:xfrm>
            <a:off x="3522899" y="2126219"/>
            <a:ext cx="2201823" cy="2066006"/>
          </a:xfrm>
          <a:custGeom>
            <a:avLst/>
            <a:gdLst/>
            <a:ahLst/>
            <a:cxnLst/>
            <a:rect l="l" t="t" r="r" b="b"/>
            <a:pathLst>
              <a:path w="1020" h="1013" extrusionOk="0">
                <a:moveTo>
                  <a:pt x="325" y="421"/>
                </a:moveTo>
                <a:cubicBezTo>
                  <a:pt x="325" y="421"/>
                  <a:pt x="249" y="349"/>
                  <a:pt x="249" y="230"/>
                </a:cubicBezTo>
                <a:cubicBezTo>
                  <a:pt x="249" y="116"/>
                  <a:pt x="322" y="34"/>
                  <a:pt x="439" y="2"/>
                </a:cubicBezTo>
                <a:cubicBezTo>
                  <a:pt x="439" y="2"/>
                  <a:pt x="437" y="0"/>
                  <a:pt x="437" y="0"/>
                </a:cubicBezTo>
                <a:cubicBezTo>
                  <a:pt x="194" y="38"/>
                  <a:pt x="0" y="248"/>
                  <a:pt x="0" y="503"/>
                </a:cubicBezTo>
                <a:cubicBezTo>
                  <a:pt x="0" y="785"/>
                  <a:pt x="228" y="1013"/>
                  <a:pt x="510" y="1013"/>
                </a:cubicBezTo>
                <a:cubicBezTo>
                  <a:pt x="792" y="1013"/>
                  <a:pt x="1020" y="785"/>
                  <a:pt x="1020" y="503"/>
                </a:cubicBezTo>
                <a:cubicBezTo>
                  <a:pt x="1020" y="503"/>
                  <a:pt x="679" y="804"/>
                  <a:pt x="325" y="421"/>
                </a:cubicBezTo>
                <a:close/>
              </a:path>
            </a:pathLst>
          </a:custGeom>
          <a:solidFill>
            <a:schemeClr val="accent4"/>
          </a:solidFill>
          <a:ln>
            <a:noFill/>
          </a:ln>
        </p:spPr>
        <p:txBody>
          <a:bodyPr spcFirstLastPara="1" wrap="square" lIns="109550" tIns="54775" rIns="109550" bIns="54775" anchor="t" anchorCtr="0">
            <a:noAutofit/>
          </a:bodyPr>
          <a:lstStyle/>
          <a:p>
            <a:pPr marL="0" marR="0" lvl="0" indent="0" algn="l" rtl="0">
              <a:spcBef>
                <a:spcPts val="0"/>
              </a:spcBef>
              <a:spcAft>
                <a:spcPts val="0"/>
              </a:spcAft>
              <a:buNone/>
            </a:pPr>
            <a:endParaRPr sz="2200">
              <a:solidFill>
                <a:schemeClr val="dk1"/>
              </a:solidFill>
              <a:latin typeface="Lato Light"/>
              <a:ea typeface="Lato Light"/>
              <a:cs typeface="Lato Light"/>
              <a:sym typeface="Lato Light"/>
            </a:endParaRPr>
          </a:p>
        </p:txBody>
      </p:sp>
      <p:sp>
        <p:nvSpPr>
          <p:cNvPr id="134" name="Google Shape;134;p24"/>
          <p:cNvSpPr txBox="1"/>
          <p:nvPr/>
        </p:nvSpPr>
        <p:spPr>
          <a:xfrm>
            <a:off x="3437328" y="1737425"/>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01</a:t>
            </a:r>
            <a:endParaRPr sz="500" b="1">
              <a:latin typeface="League Spartan"/>
              <a:ea typeface="League Spartan"/>
              <a:cs typeface="League Spartan"/>
              <a:sym typeface="League Spartan"/>
            </a:endParaRPr>
          </a:p>
        </p:txBody>
      </p:sp>
      <p:sp>
        <p:nvSpPr>
          <p:cNvPr id="135" name="Google Shape;135;p24"/>
          <p:cNvSpPr txBox="1"/>
          <p:nvPr/>
        </p:nvSpPr>
        <p:spPr>
          <a:xfrm>
            <a:off x="5422878" y="2188350"/>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02</a:t>
            </a:r>
            <a:endParaRPr sz="500" b="1">
              <a:latin typeface="League Spartan"/>
              <a:ea typeface="League Spartan"/>
              <a:cs typeface="League Spartan"/>
              <a:sym typeface="League Spartan"/>
            </a:endParaRPr>
          </a:p>
        </p:txBody>
      </p:sp>
      <p:sp>
        <p:nvSpPr>
          <p:cNvPr id="136" name="Google Shape;136;p24"/>
          <p:cNvSpPr txBox="1"/>
          <p:nvPr/>
        </p:nvSpPr>
        <p:spPr>
          <a:xfrm>
            <a:off x="3969528" y="3405075"/>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03</a:t>
            </a:r>
            <a:endParaRPr sz="500" b="1">
              <a:latin typeface="League Spartan"/>
              <a:ea typeface="League Spartan"/>
              <a:cs typeface="League Spartan"/>
              <a:sym typeface="League Spartan"/>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oints 4_1">
  <p:cSld name="CUSTOM_1">
    <p:spTree>
      <p:nvGrpSpPr>
        <p:cNvPr id="1" name="Shape 137"/>
        <p:cNvGrpSpPr/>
        <p:nvPr/>
      </p:nvGrpSpPr>
      <p:grpSpPr>
        <a:xfrm>
          <a:off x="0" y="0"/>
          <a:ext cx="0" cy="0"/>
          <a:chOff x="0" y="0"/>
          <a:chExt cx="0" cy="0"/>
        </a:xfrm>
      </p:grpSpPr>
      <p:sp>
        <p:nvSpPr>
          <p:cNvPr id="138" name="Google Shape;138;p25"/>
          <p:cNvSpPr/>
          <p:nvPr/>
        </p:nvSpPr>
        <p:spPr>
          <a:xfrm>
            <a:off x="3036788" y="1364028"/>
            <a:ext cx="1519962" cy="1966570"/>
          </a:xfrm>
          <a:custGeom>
            <a:avLst/>
            <a:gdLst/>
            <a:ahLst/>
            <a:cxnLst/>
            <a:rect l="l" t="t" r="r" b="b"/>
            <a:pathLst>
              <a:path w="4983482" h="6447770" extrusionOk="0">
                <a:moveTo>
                  <a:pt x="4983482" y="0"/>
                </a:moveTo>
                <a:lnTo>
                  <a:pt x="4983482" y="1152"/>
                </a:lnTo>
                <a:lnTo>
                  <a:pt x="4884042" y="6173"/>
                </a:lnTo>
                <a:cubicBezTo>
                  <a:pt x="4168136" y="78877"/>
                  <a:pt x="3609474" y="683482"/>
                  <a:pt x="3609474" y="1418570"/>
                </a:cubicBezTo>
                <a:cubicBezTo>
                  <a:pt x="3609474" y="2107715"/>
                  <a:pt x="4100486" y="2682178"/>
                  <a:pt x="4751750" y="2811200"/>
                </a:cubicBezTo>
                <a:lnTo>
                  <a:pt x="4877001" y="2829915"/>
                </a:lnTo>
                <a:lnTo>
                  <a:pt x="4799835" y="2833812"/>
                </a:lnTo>
                <a:cubicBezTo>
                  <a:pt x="3688520" y="2946672"/>
                  <a:pt x="2821298" y="3885212"/>
                  <a:pt x="2821298" y="5026303"/>
                </a:cubicBezTo>
                <a:lnTo>
                  <a:pt x="2829563" y="5189982"/>
                </a:lnTo>
                <a:lnTo>
                  <a:pt x="2810610" y="5314168"/>
                </a:lnTo>
                <a:cubicBezTo>
                  <a:pt x="2678226" y="5961114"/>
                  <a:pt x="2105809" y="6447770"/>
                  <a:pt x="1419727" y="6447770"/>
                </a:cubicBezTo>
                <a:cubicBezTo>
                  <a:pt x="635633" y="6447770"/>
                  <a:pt x="0" y="5812137"/>
                  <a:pt x="0" y="5028043"/>
                </a:cubicBezTo>
                <a:lnTo>
                  <a:pt x="2309" y="4982324"/>
                </a:lnTo>
                <a:lnTo>
                  <a:pt x="1157" y="4982324"/>
                </a:lnTo>
                <a:lnTo>
                  <a:pt x="6545" y="4769242"/>
                </a:lnTo>
                <a:cubicBezTo>
                  <a:pt x="136898" y="2197684"/>
                  <a:pt x="2198840" y="135741"/>
                  <a:pt x="4770399" y="5388"/>
                </a:cubicBezTo>
                <a:close/>
              </a:path>
            </a:pathLst>
          </a:custGeom>
          <a:solidFill>
            <a:schemeClr val="dk1"/>
          </a:solid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39" name="Google Shape;139;p25"/>
          <p:cNvSpPr/>
          <p:nvPr/>
        </p:nvSpPr>
        <p:spPr>
          <a:xfrm>
            <a:off x="4138040" y="1363675"/>
            <a:ext cx="1966570" cy="1519962"/>
          </a:xfrm>
          <a:custGeom>
            <a:avLst/>
            <a:gdLst/>
            <a:ahLst/>
            <a:cxnLst/>
            <a:rect l="l" t="t" r="r" b="b"/>
            <a:pathLst>
              <a:path w="6447769" h="4983482" extrusionOk="0">
                <a:moveTo>
                  <a:pt x="1419727" y="0"/>
                </a:moveTo>
                <a:lnTo>
                  <a:pt x="1465447" y="2309"/>
                </a:lnTo>
                <a:lnTo>
                  <a:pt x="1465447" y="1157"/>
                </a:lnTo>
                <a:lnTo>
                  <a:pt x="1678528" y="6545"/>
                </a:lnTo>
                <a:cubicBezTo>
                  <a:pt x="4250087" y="136898"/>
                  <a:pt x="6312029" y="2198841"/>
                  <a:pt x="6442381" y="4770399"/>
                </a:cubicBezTo>
                <a:lnTo>
                  <a:pt x="6447769" y="4983482"/>
                </a:lnTo>
                <a:lnTo>
                  <a:pt x="6446619" y="4983482"/>
                </a:lnTo>
                <a:lnTo>
                  <a:pt x="6441597" y="4884041"/>
                </a:lnTo>
                <a:cubicBezTo>
                  <a:pt x="6368893" y="4168135"/>
                  <a:pt x="5764288" y="3609473"/>
                  <a:pt x="5029200" y="3609473"/>
                </a:cubicBezTo>
                <a:cubicBezTo>
                  <a:pt x="4294112" y="3609473"/>
                  <a:pt x="3689507" y="4168135"/>
                  <a:pt x="3616803" y="4884041"/>
                </a:cubicBezTo>
                <a:lnTo>
                  <a:pt x="3614562" y="4928423"/>
                </a:lnTo>
                <a:lnTo>
                  <a:pt x="3608185" y="4802127"/>
                </a:lnTo>
                <a:cubicBezTo>
                  <a:pt x="3495325" y="3690812"/>
                  <a:pt x="2556784" y="2823590"/>
                  <a:pt x="1415693" y="2823590"/>
                </a:cubicBezTo>
                <a:lnTo>
                  <a:pt x="1267636" y="2831067"/>
                </a:lnTo>
                <a:lnTo>
                  <a:pt x="1133602" y="2810611"/>
                </a:lnTo>
                <a:cubicBezTo>
                  <a:pt x="486657" y="2678226"/>
                  <a:pt x="0" y="2105810"/>
                  <a:pt x="0" y="1419727"/>
                </a:cubicBezTo>
                <a:cubicBezTo>
                  <a:pt x="0" y="635633"/>
                  <a:pt x="635633" y="0"/>
                  <a:pt x="1419727" y="0"/>
                </a:cubicBezTo>
                <a:close/>
              </a:path>
            </a:pathLst>
          </a:custGeom>
          <a:solidFill>
            <a:schemeClr val="accent1"/>
          </a:solid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40" name="Google Shape;140;p25"/>
          <p:cNvSpPr/>
          <p:nvPr/>
        </p:nvSpPr>
        <p:spPr>
          <a:xfrm>
            <a:off x="3037141" y="2911624"/>
            <a:ext cx="1966570" cy="1519962"/>
          </a:xfrm>
          <a:custGeom>
            <a:avLst/>
            <a:gdLst/>
            <a:ahLst/>
            <a:cxnLst/>
            <a:rect l="l" t="t" r="r" b="b"/>
            <a:pathLst>
              <a:path w="6447771" h="4983481" extrusionOk="0">
                <a:moveTo>
                  <a:pt x="0" y="0"/>
                </a:moveTo>
                <a:lnTo>
                  <a:pt x="1152" y="0"/>
                </a:lnTo>
                <a:lnTo>
                  <a:pt x="6173" y="99439"/>
                </a:lnTo>
                <a:cubicBezTo>
                  <a:pt x="78877" y="815345"/>
                  <a:pt x="683482" y="1374007"/>
                  <a:pt x="1418570" y="1374007"/>
                </a:cubicBezTo>
                <a:cubicBezTo>
                  <a:pt x="2107715" y="1374007"/>
                  <a:pt x="2682178" y="882996"/>
                  <a:pt x="2811200" y="231731"/>
                </a:cubicBezTo>
                <a:lnTo>
                  <a:pt x="2828419" y="116492"/>
                </a:lnTo>
                <a:lnTo>
                  <a:pt x="2831519" y="177872"/>
                </a:lnTo>
                <a:cubicBezTo>
                  <a:pt x="2944379" y="1289187"/>
                  <a:pt x="3882919" y="2156409"/>
                  <a:pt x="5024010" y="2156409"/>
                </a:cubicBezTo>
                <a:lnTo>
                  <a:pt x="5148631" y="2150116"/>
                </a:lnTo>
                <a:lnTo>
                  <a:pt x="5173203" y="2151357"/>
                </a:lnTo>
                <a:cubicBezTo>
                  <a:pt x="5889109" y="2224061"/>
                  <a:pt x="6447771" y="2828666"/>
                  <a:pt x="6447771" y="3563754"/>
                </a:cubicBezTo>
                <a:cubicBezTo>
                  <a:pt x="6447771" y="4347848"/>
                  <a:pt x="5812138" y="4983481"/>
                  <a:pt x="5028044" y="4983481"/>
                </a:cubicBezTo>
                <a:lnTo>
                  <a:pt x="4982325" y="4981172"/>
                </a:lnTo>
                <a:lnTo>
                  <a:pt x="4982325" y="4982324"/>
                </a:lnTo>
                <a:lnTo>
                  <a:pt x="4769242" y="4976936"/>
                </a:lnTo>
                <a:cubicBezTo>
                  <a:pt x="2197683" y="4846583"/>
                  <a:pt x="135741" y="2784641"/>
                  <a:pt x="5388" y="213082"/>
                </a:cubicBezTo>
                <a:close/>
              </a:path>
            </a:pathLst>
          </a:custGeom>
          <a:solidFill>
            <a:schemeClr val="accent5"/>
          </a:solid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41" name="Google Shape;141;p25"/>
          <p:cNvSpPr/>
          <p:nvPr/>
        </p:nvSpPr>
        <p:spPr>
          <a:xfrm>
            <a:off x="4585148" y="2464634"/>
            <a:ext cx="1519961" cy="1966570"/>
          </a:xfrm>
          <a:custGeom>
            <a:avLst/>
            <a:gdLst/>
            <a:ahLst/>
            <a:cxnLst/>
            <a:rect l="l" t="t" r="r" b="b"/>
            <a:pathLst>
              <a:path w="4983480" h="6447772" extrusionOk="0">
                <a:moveTo>
                  <a:pt x="3563753" y="0"/>
                </a:moveTo>
                <a:cubicBezTo>
                  <a:pt x="4347847" y="0"/>
                  <a:pt x="4983480" y="635633"/>
                  <a:pt x="4983480" y="1419727"/>
                </a:cubicBezTo>
                <a:lnTo>
                  <a:pt x="4981172" y="1465449"/>
                </a:lnTo>
                <a:lnTo>
                  <a:pt x="4982322" y="1465449"/>
                </a:lnTo>
                <a:lnTo>
                  <a:pt x="4976934" y="1678530"/>
                </a:lnTo>
                <a:cubicBezTo>
                  <a:pt x="4846582" y="4250089"/>
                  <a:pt x="2784640" y="6312031"/>
                  <a:pt x="213081" y="6442384"/>
                </a:cubicBezTo>
                <a:lnTo>
                  <a:pt x="0" y="6447772"/>
                </a:lnTo>
                <a:lnTo>
                  <a:pt x="0" y="6446619"/>
                </a:lnTo>
                <a:lnTo>
                  <a:pt x="99439" y="6441598"/>
                </a:lnTo>
                <a:cubicBezTo>
                  <a:pt x="815345" y="6368894"/>
                  <a:pt x="1374007" y="5764289"/>
                  <a:pt x="1374007" y="5029201"/>
                </a:cubicBezTo>
                <a:cubicBezTo>
                  <a:pt x="1374007" y="4294113"/>
                  <a:pt x="815345" y="3689508"/>
                  <a:pt x="99439" y="3616804"/>
                </a:cubicBezTo>
                <a:lnTo>
                  <a:pt x="74876" y="3615564"/>
                </a:lnTo>
                <a:lnTo>
                  <a:pt x="175579" y="3610479"/>
                </a:lnTo>
                <a:cubicBezTo>
                  <a:pt x="1286894" y="3497619"/>
                  <a:pt x="2154116" y="2559078"/>
                  <a:pt x="2154116" y="1417987"/>
                </a:cubicBezTo>
                <a:lnTo>
                  <a:pt x="2149115" y="1318948"/>
                </a:lnTo>
                <a:lnTo>
                  <a:pt x="2151356" y="1274568"/>
                </a:lnTo>
                <a:cubicBezTo>
                  <a:pt x="2224060" y="558662"/>
                  <a:pt x="2828665" y="0"/>
                  <a:pt x="3563753" y="0"/>
                </a:cubicBezTo>
                <a:close/>
              </a:path>
            </a:pathLst>
          </a:custGeom>
          <a:solidFill>
            <a:schemeClr val="accent4"/>
          </a:solid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sp>
        <p:nvSpPr>
          <p:cNvPr id="142" name="Google Shape;142;p25"/>
          <p:cNvSpPr txBox="1">
            <a:spLocks noGrp="1"/>
          </p:cNvSpPr>
          <p:nvPr>
            <p:ph type="subTitle" idx="1"/>
          </p:nvPr>
        </p:nvSpPr>
        <p:spPr>
          <a:xfrm>
            <a:off x="467425" y="1394975"/>
            <a:ext cx="219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43" name="Google Shape;143;p25"/>
          <p:cNvSpPr txBox="1"/>
          <p:nvPr/>
        </p:nvSpPr>
        <p:spPr>
          <a:xfrm>
            <a:off x="3240103" y="2642525"/>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01</a:t>
            </a:r>
            <a:endParaRPr sz="500" b="1">
              <a:latin typeface="League Spartan"/>
              <a:ea typeface="League Spartan"/>
              <a:cs typeface="League Spartan"/>
              <a:sym typeface="League Spartan"/>
            </a:endParaRPr>
          </a:p>
        </p:txBody>
      </p:sp>
      <p:sp>
        <p:nvSpPr>
          <p:cNvPr id="144" name="Google Shape;144;p25"/>
          <p:cNvSpPr txBox="1"/>
          <p:nvPr/>
        </p:nvSpPr>
        <p:spPr>
          <a:xfrm>
            <a:off x="4305541" y="1611875"/>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02</a:t>
            </a:r>
            <a:endParaRPr sz="500" b="1">
              <a:latin typeface="League Spartan"/>
              <a:ea typeface="League Spartan"/>
              <a:cs typeface="League Spartan"/>
              <a:sym typeface="League Spartan"/>
            </a:endParaRPr>
          </a:p>
        </p:txBody>
      </p:sp>
      <p:sp>
        <p:nvSpPr>
          <p:cNvPr id="145" name="Google Shape;145;p25"/>
          <p:cNvSpPr txBox="1"/>
          <p:nvPr/>
        </p:nvSpPr>
        <p:spPr>
          <a:xfrm>
            <a:off x="5421603" y="2642525"/>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03</a:t>
            </a:r>
            <a:endParaRPr sz="500" b="1">
              <a:latin typeface="League Spartan"/>
              <a:ea typeface="League Spartan"/>
              <a:cs typeface="League Spartan"/>
              <a:sym typeface="League Spartan"/>
            </a:endParaRPr>
          </a:p>
        </p:txBody>
      </p:sp>
      <p:sp>
        <p:nvSpPr>
          <p:cNvPr id="146" name="Google Shape;146;p25"/>
          <p:cNvSpPr txBox="1"/>
          <p:nvPr/>
        </p:nvSpPr>
        <p:spPr>
          <a:xfrm>
            <a:off x="4305541" y="3817250"/>
            <a:ext cx="532200" cy="388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2300" b="1">
                <a:solidFill>
                  <a:schemeClr val="lt1"/>
                </a:solidFill>
                <a:latin typeface="League Spartan"/>
                <a:ea typeface="League Spartan"/>
                <a:cs typeface="League Spartan"/>
                <a:sym typeface="League Spartan"/>
              </a:rPr>
              <a:t>04</a:t>
            </a:r>
            <a:endParaRPr sz="500" b="1">
              <a:latin typeface="League Spartan"/>
              <a:ea typeface="League Spartan"/>
              <a:cs typeface="League Spartan"/>
              <a:sym typeface="League Spartan"/>
            </a:endParaRPr>
          </a:p>
        </p:txBody>
      </p:sp>
      <p:sp>
        <p:nvSpPr>
          <p:cNvPr id="147" name="Google Shape;147;p25"/>
          <p:cNvSpPr txBox="1">
            <a:spLocks noGrp="1"/>
          </p:cNvSpPr>
          <p:nvPr>
            <p:ph type="subTitle" idx="2"/>
          </p:nvPr>
        </p:nvSpPr>
        <p:spPr>
          <a:xfrm>
            <a:off x="467425" y="3096425"/>
            <a:ext cx="219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48" name="Google Shape;148;p25"/>
          <p:cNvSpPr txBox="1">
            <a:spLocks noGrp="1"/>
          </p:cNvSpPr>
          <p:nvPr>
            <p:ph type="subTitle" idx="3"/>
          </p:nvPr>
        </p:nvSpPr>
        <p:spPr>
          <a:xfrm>
            <a:off x="6302925" y="1394975"/>
            <a:ext cx="2277300" cy="1212300"/>
          </a:xfrm>
          <a:prstGeom prst="rect">
            <a:avLst/>
          </a:prstGeom>
        </p:spPr>
        <p:txBody>
          <a:bodyPr spcFirstLastPara="1" wrap="square" lIns="91425" tIns="91425" rIns="91425" bIns="91425" anchor="t" anchorCtr="0">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49" name="Google Shape;149;p25"/>
          <p:cNvSpPr txBox="1">
            <a:spLocks noGrp="1"/>
          </p:cNvSpPr>
          <p:nvPr>
            <p:ph type="subTitle" idx="4"/>
          </p:nvPr>
        </p:nvSpPr>
        <p:spPr>
          <a:xfrm>
            <a:off x="6302925" y="3096425"/>
            <a:ext cx="2277300" cy="1212300"/>
          </a:xfrm>
          <a:prstGeom prst="rect">
            <a:avLst/>
          </a:prstGeom>
        </p:spPr>
        <p:txBody>
          <a:bodyPr spcFirstLastPara="1" wrap="square" lIns="91425" tIns="91425" rIns="91425" bIns="91425" anchor="t" anchorCtr="0">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50" name="Google Shape;150;p25"/>
          <p:cNvSpPr txBox="1">
            <a:spLocks noGrp="1"/>
          </p:cNvSpPr>
          <p:nvPr>
            <p:ph type="title"/>
          </p:nvPr>
        </p:nvSpPr>
        <p:spPr>
          <a:xfrm>
            <a:off x="1245150" y="401725"/>
            <a:ext cx="6653700" cy="4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800"/>
              <a:buNone/>
              <a:defRPr>
                <a:latin typeface="Lato Light"/>
                <a:ea typeface="Lato Light"/>
                <a:cs typeface="Lato Light"/>
                <a:sym typeface="Lato Light"/>
              </a:defRPr>
            </a:lvl2pPr>
            <a:lvl3pPr lvl="2">
              <a:spcBef>
                <a:spcPts val="0"/>
              </a:spcBef>
              <a:spcAft>
                <a:spcPts val="0"/>
              </a:spcAft>
              <a:buSzPts val="2800"/>
              <a:buNone/>
              <a:defRPr>
                <a:latin typeface="Lato Light"/>
                <a:ea typeface="Lato Light"/>
                <a:cs typeface="Lato Light"/>
                <a:sym typeface="Lato Light"/>
              </a:defRPr>
            </a:lvl3pPr>
            <a:lvl4pPr lvl="3">
              <a:spcBef>
                <a:spcPts val="0"/>
              </a:spcBef>
              <a:spcAft>
                <a:spcPts val="0"/>
              </a:spcAft>
              <a:buSzPts val="2800"/>
              <a:buNone/>
              <a:defRPr>
                <a:latin typeface="Lato Light"/>
                <a:ea typeface="Lato Light"/>
                <a:cs typeface="Lato Light"/>
                <a:sym typeface="Lato Light"/>
              </a:defRPr>
            </a:lvl4pPr>
            <a:lvl5pPr lvl="4">
              <a:spcBef>
                <a:spcPts val="0"/>
              </a:spcBef>
              <a:spcAft>
                <a:spcPts val="0"/>
              </a:spcAft>
              <a:buSzPts val="2800"/>
              <a:buNone/>
              <a:defRPr>
                <a:latin typeface="Lato Light"/>
                <a:ea typeface="Lato Light"/>
                <a:cs typeface="Lato Light"/>
                <a:sym typeface="Lato Light"/>
              </a:defRPr>
            </a:lvl5pPr>
            <a:lvl6pPr lvl="5">
              <a:spcBef>
                <a:spcPts val="0"/>
              </a:spcBef>
              <a:spcAft>
                <a:spcPts val="0"/>
              </a:spcAft>
              <a:buSzPts val="2800"/>
              <a:buNone/>
              <a:defRPr>
                <a:latin typeface="Lato Light"/>
                <a:ea typeface="Lato Light"/>
                <a:cs typeface="Lato Light"/>
                <a:sym typeface="Lato Light"/>
              </a:defRPr>
            </a:lvl6pPr>
            <a:lvl7pPr lvl="6">
              <a:spcBef>
                <a:spcPts val="0"/>
              </a:spcBef>
              <a:spcAft>
                <a:spcPts val="0"/>
              </a:spcAft>
              <a:buSzPts val="2800"/>
              <a:buNone/>
              <a:defRPr>
                <a:latin typeface="Lato Light"/>
                <a:ea typeface="Lato Light"/>
                <a:cs typeface="Lato Light"/>
                <a:sym typeface="Lato Light"/>
              </a:defRPr>
            </a:lvl7pPr>
            <a:lvl8pPr lvl="7">
              <a:spcBef>
                <a:spcPts val="0"/>
              </a:spcBef>
              <a:spcAft>
                <a:spcPts val="0"/>
              </a:spcAft>
              <a:buSzPts val="2800"/>
              <a:buNone/>
              <a:defRPr>
                <a:latin typeface="Lato Light"/>
                <a:ea typeface="Lato Light"/>
                <a:cs typeface="Lato Light"/>
                <a:sym typeface="Lato Light"/>
              </a:defRPr>
            </a:lvl8pPr>
            <a:lvl9pPr lvl="8">
              <a:spcBef>
                <a:spcPts val="0"/>
              </a:spcBef>
              <a:spcAft>
                <a:spcPts val="0"/>
              </a:spcAft>
              <a:buSzPts val="2800"/>
              <a:buNone/>
              <a:defRPr>
                <a:latin typeface="Lato Light"/>
                <a:ea typeface="Lato Light"/>
                <a:cs typeface="Lato Light"/>
                <a:sym typeface="Lato Ligh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oints 4_2">
  <p:cSld name="CUSTOM_2">
    <p:spTree>
      <p:nvGrpSpPr>
        <p:cNvPr id="1" name="Shape 151"/>
        <p:cNvGrpSpPr/>
        <p:nvPr/>
      </p:nvGrpSpPr>
      <p:grpSpPr>
        <a:xfrm>
          <a:off x="0" y="0"/>
          <a:ext cx="0" cy="0"/>
          <a:chOff x="0" y="0"/>
          <a:chExt cx="0" cy="0"/>
        </a:xfrm>
      </p:grpSpPr>
      <p:sp>
        <p:nvSpPr>
          <p:cNvPr id="152" name="Google Shape;152;p26"/>
          <p:cNvSpPr/>
          <p:nvPr/>
        </p:nvSpPr>
        <p:spPr>
          <a:xfrm>
            <a:off x="3734770" y="1278900"/>
            <a:ext cx="1658390" cy="1638576"/>
          </a:xfrm>
          <a:custGeom>
            <a:avLst/>
            <a:gdLst/>
            <a:ahLst/>
            <a:cxnLst/>
            <a:rect l="l" t="t" r="r" b="b"/>
            <a:pathLst>
              <a:path w="21429" h="20851" extrusionOk="0">
                <a:moveTo>
                  <a:pt x="1" y="10736"/>
                </a:moveTo>
                <a:cubicBezTo>
                  <a:pt x="-74" y="5791"/>
                  <a:pt x="3035" y="2106"/>
                  <a:pt x="7007" y="666"/>
                </a:cubicBezTo>
                <a:cubicBezTo>
                  <a:pt x="10907" y="-749"/>
                  <a:pt x="15586" y="18"/>
                  <a:pt x="18852" y="3666"/>
                </a:cubicBezTo>
                <a:cubicBezTo>
                  <a:pt x="19974" y="4919"/>
                  <a:pt x="20705" y="6356"/>
                  <a:pt x="21094" y="7850"/>
                </a:cubicBezTo>
                <a:cubicBezTo>
                  <a:pt x="21476" y="9323"/>
                  <a:pt x="21526" y="10854"/>
                  <a:pt x="21272" y="12327"/>
                </a:cubicBezTo>
                <a:cubicBezTo>
                  <a:pt x="20780" y="15178"/>
                  <a:pt x="19147" y="17844"/>
                  <a:pt x="16446" y="19576"/>
                </a:cubicBezTo>
                <a:lnTo>
                  <a:pt x="17659" y="20851"/>
                </a:lnTo>
                <a:lnTo>
                  <a:pt x="11189" y="20851"/>
                </a:lnTo>
                <a:lnTo>
                  <a:pt x="11189" y="14426"/>
                </a:lnTo>
                <a:lnTo>
                  <a:pt x="12489" y="15726"/>
                </a:lnTo>
                <a:cubicBezTo>
                  <a:pt x="14377" y="15044"/>
                  <a:pt x="15587" y="13538"/>
                  <a:pt x="16008" y="11843"/>
                </a:cubicBezTo>
                <a:cubicBezTo>
                  <a:pt x="16411" y="10218"/>
                  <a:pt x="16091" y="8391"/>
                  <a:pt x="14774" y="6995"/>
                </a:cubicBezTo>
                <a:cubicBezTo>
                  <a:pt x="12838" y="4944"/>
                  <a:pt x="10165" y="4773"/>
                  <a:pt x="8134" y="5864"/>
                </a:cubicBezTo>
                <a:cubicBezTo>
                  <a:pt x="7076" y="6433"/>
                  <a:pt x="6213" y="7336"/>
                  <a:pt x="5717" y="8432"/>
                </a:cubicBezTo>
                <a:cubicBezTo>
                  <a:pt x="5210" y="9552"/>
                  <a:pt x="5082" y="10878"/>
                  <a:pt x="5520" y="12293"/>
                </a:cubicBezTo>
                <a:cubicBezTo>
                  <a:pt x="4660" y="11758"/>
                  <a:pt x="3725" y="11352"/>
                  <a:pt x="2745" y="11089"/>
                </a:cubicBezTo>
                <a:cubicBezTo>
                  <a:pt x="1851" y="10849"/>
                  <a:pt x="928" y="10730"/>
                  <a:pt x="1" y="10736"/>
                </a:cubicBezTo>
                <a:close/>
              </a:path>
            </a:pathLst>
          </a:custGeom>
          <a:solidFill>
            <a:schemeClr val="accen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200">
              <a:solidFill>
                <a:srgbClr val="000000"/>
              </a:solidFill>
              <a:latin typeface="Lato Light"/>
              <a:ea typeface="Lato Light"/>
              <a:cs typeface="Lato Light"/>
              <a:sym typeface="Lato Light"/>
            </a:endParaRPr>
          </a:p>
        </p:txBody>
      </p:sp>
      <p:sp>
        <p:nvSpPr>
          <p:cNvPr id="153" name="Google Shape;153;p26"/>
          <p:cNvSpPr txBox="1">
            <a:spLocks noGrp="1"/>
          </p:cNvSpPr>
          <p:nvPr>
            <p:ph type="subTitle" idx="1"/>
          </p:nvPr>
        </p:nvSpPr>
        <p:spPr>
          <a:xfrm>
            <a:off x="6368675" y="1394975"/>
            <a:ext cx="2318400" cy="1216200"/>
          </a:xfrm>
          <a:prstGeom prst="rect">
            <a:avLst/>
          </a:prstGeom>
        </p:spPr>
        <p:txBody>
          <a:bodyPr spcFirstLastPara="1" wrap="square" lIns="91425" tIns="91425" rIns="91425" bIns="91425" anchor="t" anchorCtr="0">
            <a:normAutofit/>
          </a:bodyPr>
          <a:lstStyle>
            <a:lvl1pPr lvl="0">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54" name="Google Shape;154;p26"/>
          <p:cNvSpPr/>
          <p:nvPr/>
        </p:nvSpPr>
        <p:spPr>
          <a:xfrm>
            <a:off x="2902137" y="2119803"/>
            <a:ext cx="1623325" cy="1665656"/>
          </a:xfrm>
          <a:custGeom>
            <a:avLst/>
            <a:gdLst/>
            <a:ahLst/>
            <a:cxnLst/>
            <a:rect l="l" t="t" r="r" b="b"/>
            <a:pathLst>
              <a:path w="21501" h="20867" extrusionOk="0">
                <a:moveTo>
                  <a:pt x="21501" y="3787"/>
                </a:moveTo>
                <a:lnTo>
                  <a:pt x="21501" y="9990"/>
                </a:lnTo>
                <a:lnTo>
                  <a:pt x="14929" y="9990"/>
                </a:lnTo>
                <a:lnTo>
                  <a:pt x="16281" y="8704"/>
                </a:lnTo>
                <a:cubicBezTo>
                  <a:pt x="14580" y="4140"/>
                  <a:pt x="7864" y="3920"/>
                  <a:pt x="5837" y="8362"/>
                </a:cubicBezTo>
                <a:cubicBezTo>
                  <a:pt x="4878" y="10464"/>
                  <a:pt x="5470" y="12605"/>
                  <a:pt x="6862" y="14040"/>
                </a:cubicBezTo>
                <a:cubicBezTo>
                  <a:pt x="8248" y="15468"/>
                  <a:pt x="10429" y="16200"/>
                  <a:pt x="12713" y="15502"/>
                </a:cubicBezTo>
                <a:cubicBezTo>
                  <a:pt x="12159" y="16331"/>
                  <a:pt x="11733" y="17232"/>
                  <a:pt x="11448" y="18175"/>
                </a:cubicBezTo>
                <a:cubicBezTo>
                  <a:pt x="11183" y="19051"/>
                  <a:pt x="11042" y="19956"/>
                  <a:pt x="11027" y="20867"/>
                </a:cubicBezTo>
                <a:cubicBezTo>
                  <a:pt x="7844" y="20900"/>
                  <a:pt x="4992" y="19642"/>
                  <a:pt x="2992" y="17624"/>
                </a:cubicBezTo>
                <a:cubicBezTo>
                  <a:pt x="1979" y="16603"/>
                  <a:pt x="1184" y="15386"/>
                  <a:pt x="666" y="14048"/>
                </a:cubicBezTo>
                <a:cubicBezTo>
                  <a:pt x="145" y="12705"/>
                  <a:pt x="-99" y="11235"/>
                  <a:pt x="38" y="9702"/>
                </a:cubicBezTo>
                <a:cubicBezTo>
                  <a:pt x="256" y="7262"/>
                  <a:pt x="1257" y="5184"/>
                  <a:pt x="2727" y="3588"/>
                </a:cubicBezTo>
                <a:cubicBezTo>
                  <a:pt x="4232" y="1956"/>
                  <a:pt x="6226" y="831"/>
                  <a:pt x="8406" y="316"/>
                </a:cubicBezTo>
                <a:cubicBezTo>
                  <a:pt x="12706" y="-700"/>
                  <a:pt x="17572" y="711"/>
                  <a:pt x="20335" y="4861"/>
                </a:cubicBezTo>
                <a:lnTo>
                  <a:pt x="21501" y="3787"/>
                </a:lnTo>
                <a:close/>
              </a:path>
            </a:pathLst>
          </a:custGeom>
          <a:solidFill>
            <a:schemeClr val="accent5"/>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200">
              <a:solidFill>
                <a:srgbClr val="000000"/>
              </a:solidFill>
              <a:latin typeface="Lato Light"/>
              <a:ea typeface="Lato Light"/>
              <a:cs typeface="Lato Light"/>
              <a:sym typeface="Lato Light"/>
            </a:endParaRPr>
          </a:p>
        </p:txBody>
      </p:sp>
      <p:sp>
        <p:nvSpPr>
          <p:cNvPr id="155" name="Google Shape;155;p26"/>
          <p:cNvSpPr/>
          <p:nvPr/>
        </p:nvSpPr>
        <p:spPr>
          <a:xfrm>
            <a:off x="4601972" y="2120103"/>
            <a:ext cx="1639864" cy="1665623"/>
          </a:xfrm>
          <a:custGeom>
            <a:avLst/>
            <a:gdLst/>
            <a:ahLst/>
            <a:cxnLst/>
            <a:rect l="l" t="t" r="r" b="b"/>
            <a:pathLst>
              <a:path w="21467" h="21208" extrusionOk="0">
                <a:moveTo>
                  <a:pt x="10372" y="3"/>
                </a:moveTo>
                <a:cubicBezTo>
                  <a:pt x="10348" y="975"/>
                  <a:pt x="10194" y="1941"/>
                  <a:pt x="9914" y="2875"/>
                </a:cubicBezTo>
                <a:cubicBezTo>
                  <a:pt x="9631" y="3818"/>
                  <a:pt x="9222" y="4720"/>
                  <a:pt x="8697" y="5558"/>
                </a:cubicBezTo>
                <a:cubicBezTo>
                  <a:pt x="10843" y="4811"/>
                  <a:pt x="12957" y="5403"/>
                  <a:pt x="14390" y="6707"/>
                </a:cubicBezTo>
                <a:cubicBezTo>
                  <a:pt x="15803" y="7993"/>
                  <a:pt x="16564" y="9984"/>
                  <a:pt x="15935" y="12092"/>
                </a:cubicBezTo>
                <a:cubicBezTo>
                  <a:pt x="15185" y="14609"/>
                  <a:pt x="13018" y="15950"/>
                  <a:pt x="10791" y="16004"/>
                </a:cubicBezTo>
                <a:cubicBezTo>
                  <a:pt x="9683" y="16031"/>
                  <a:pt x="8573" y="15737"/>
                  <a:pt x="7616" y="15155"/>
                </a:cubicBezTo>
                <a:cubicBezTo>
                  <a:pt x="6612" y="14545"/>
                  <a:pt x="5769" y="13615"/>
                  <a:pt x="5249" y="12354"/>
                </a:cubicBezTo>
                <a:lnTo>
                  <a:pt x="6505" y="11107"/>
                </a:lnTo>
                <a:lnTo>
                  <a:pt x="0" y="11107"/>
                </a:lnTo>
                <a:lnTo>
                  <a:pt x="0" y="17436"/>
                </a:lnTo>
                <a:lnTo>
                  <a:pt x="1358" y="16110"/>
                </a:lnTo>
                <a:cubicBezTo>
                  <a:pt x="3668" y="19863"/>
                  <a:pt x="7726" y="21521"/>
                  <a:pt x="11614" y="21159"/>
                </a:cubicBezTo>
                <a:cubicBezTo>
                  <a:pt x="13439" y="20989"/>
                  <a:pt x="15221" y="20372"/>
                  <a:pt x="16771" y="19348"/>
                </a:cubicBezTo>
                <a:cubicBezTo>
                  <a:pt x="18313" y="18329"/>
                  <a:pt x="19638" y="16901"/>
                  <a:pt x="20512" y="15040"/>
                </a:cubicBezTo>
                <a:cubicBezTo>
                  <a:pt x="21361" y="13233"/>
                  <a:pt x="21600" y="11358"/>
                  <a:pt x="21401" y="9578"/>
                </a:cubicBezTo>
                <a:cubicBezTo>
                  <a:pt x="21204" y="7817"/>
                  <a:pt x="20575" y="6137"/>
                  <a:pt x="19586" y="4691"/>
                </a:cubicBezTo>
                <a:cubicBezTo>
                  <a:pt x="17644" y="1852"/>
                  <a:pt x="14322" y="-79"/>
                  <a:pt x="10372" y="3"/>
                </a:cubicBezTo>
                <a:close/>
              </a:path>
            </a:pathLst>
          </a:custGeom>
          <a:solidFill>
            <a:schemeClr val="accent4"/>
          </a:solidFill>
          <a:ln>
            <a:noFill/>
          </a:ln>
        </p:spPr>
        <p:txBody>
          <a:bodyPr spcFirstLastPara="1" wrap="square" lIns="19050" tIns="19050" rIns="19050" bIns="19050" anchor="ctr" anchorCtr="0">
            <a:noAutofit/>
          </a:bodyPr>
          <a:lstStyle/>
          <a:p>
            <a:pPr marL="0" marR="0" lvl="0" indent="0" algn="l" rtl="0">
              <a:spcBef>
                <a:spcPts val="0"/>
              </a:spcBef>
              <a:spcAft>
                <a:spcPts val="0"/>
              </a:spcAft>
              <a:buNone/>
            </a:pPr>
            <a:endParaRPr sz="1300">
              <a:solidFill>
                <a:srgbClr val="7F7F7F"/>
              </a:solidFill>
              <a:latin typeface="Lato Light"/>
              <a:ea typeface="Lato Light"/>
              <a:cs typeface="Lato Light"/>
              <a:sym typeface="Lato Light"/>
            </a:endParaRPr>
          </a:p>
        </p:txBody>
      </p:sp>
      <p:sp>
        <p:nvSpPr>
          <p:cNvPr id="156" name="Google Shape;156;p26"/>
          <p:cNvSpPr/>
          <p:nvPr/>
        </p:nvSpPr>
        <p:spPr>
          <a:xfrm>
            <a:off x="3733047" y="2990677"/>
            <a:ext cx="1662404" cy="1639761"/>
          </a:xfrm>
          <a:custGeom>
            <a:avLst/>
            <a:gdLst/>
            <a:ahLst/>
            <a:cxnLst/>
            <a:rect l="l" t="t" r="r" b="b"/>
            <a:pathLst>
              <a:path w="21501" h="21446" extrusionOk="0">
                <a:moveTo>
                  <a:pt x="3765" y="0"/>
                </a:moveTo>
                <a:lnTo>
                  <a:pt x="10283" y="0"/>
                </a:lnTo>
                <a:lnTo>
                  <a:pt x="10283" y="6590"/>
                </a:lnTo>
                <a:lnTo>
                  <a:pt x="8990" y="5343"/>
                </a:lnTo>
                <a:cubicBezTo>
                  <a:pt x="7519" y="5878"/>
                  <a:pt x="6512" y="6832"/>
                  <a:pt x="5929" y="7968"/>
                </a:cubicBezTo>
                <a:cubicBezTo>
                  <a:pt x="5337" y="9121"/>
                  <a:pt x="5179" y="10464"/>
                  <a:pt x="5446" y="11727"/>
                </a:cubicBezTo>
                <a:cubicBezTo>
                  <a:pt x="5970" y="14204"/>
                  <a:pt x="8090" y="16272"/>
                  <a:pt x="11243" y="16062"/>
                </a:cubicBezTo>
                <a:cubicBezTo>
                  <a:pt x="12115" y="16003"/>
                  <a:pt x="12895" y="15724"/>
                  <a:pt x="13572" y="15302"/>
                </a:cubicBezTo>
                <a:cubicBezTo>
                  <a:pt x="14286" y="14856"/>
                  <a:pt x="14889" y="14248"/>
                  <a:pt x="15335" y="13548"/>
                </a:cubicBezTo>
                <a:cubicBezTo>
                  <a:pt x="16207" y="12178"/>
                  <a:pt x="16504" y="10431"/>
                  <a:pt x="15928" y="8703"/>
                </a:cubicBezTo>
                <a:cubicBezTo>
                  <a:pt x="16792" y="9263"/>
                  <a:pt x="17732" y="9692"/>
                  <a:pt x="18718" y="9979"/>
                </a:cubicBezTo>
                <a:cubicBezTo>
                  <a:pt x="19623" y="10242"/>
                  <a:pt x="20559" y="10383"/>
                  <a:pt x="21501" y="10396"/>
                </a:cubicBezTo>
                <a:cubicBezTo>
                  <a:pt x="21505" y="12780"/>
                  <a:pt x="20816" y="14901"/>
                  <a:pt x="19662" y="16639"/>
                </a:cubicBezTo>
                <a:cubicBezTo>
                  <a:pt x="18516" y="18366"/>
                  <a:pt x="16908" y="19721"/>
                  <a:pt x="15053" y="20543"/>
                </a:cubicBezTo>
                <a:cubicBezTo>
                  <a:pt x="13325" y="21308"/>
                  <a:pt x="11408" y="21600"/>
                  <a:pt x="9505" y="21369"/>
                </a:cubicBezTo>
                <a:cubicBezTo>
                  <a:pt x="7408" y="21114"/>
                  <a:pt x="5325" y="20227"/>
                  <a:pt x="3541" y="18603"/>
                </a:cubicBezTo>
                <a:cubicBezTo>
                  <a:pt x="2210" y="17392"/>
                  <a:pt x="1279" y="15930"/>
                  <a:pt x="702" y="14376"/>
                </a:cubicBezTo>
                <a:cubicBezTo>
                  <a:pt x="131" y="12837"/>
                  <a:pt x="-95" y="11201"/>
                  <a:pt x="36" y="9594"/>
                </a:cubicBezTo>
                <a:cubicBezTo>
                  <a:pt x="300" y="6352"/>
                  <a:pt x="2013" y="3238"/>
                  <a:pt x="5065" y="1365"/>
                </a:cubicBezTo>
                <a:lnTo>
                  <a:pt x="3765" y="0"/>
                </a:lnTo>
                <a:close/>
              </a:path>
            </a:pathLst>
          </a:custGeom>
          <a:solidFill>
            <a:srgbClr val="437DB2"/>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200">
              <a:solidFill>
                <a:srgbClr val="000000"/>
              </a:solidFill>
              <a:latin typeface="Lato Light"/>
              <a:ea typeface="Lato Light"/>
              <a:cs typeface="Lato Light"/>
              <a:sym typeface="Lato Light"/>
            </a:endParaRPr>
          </a:p>
        </p:txBody>
      </p:sp>
      <p:sp>
        <p:nvSpPr>
          <p:cNvPr id="157" name="Google Shape;157;p26"/>
          <p:cNvSpPr/>
          <p:nvPr/>
        </p:nvSpPr>
        <p:spPr>
          <a:xfrm>
            <a:off x="3736306" y="1917864"/>
            <a:ext cx="423758" cy="316332"/>
          </a:xfrm>
          <a:custGeom>
            <a:avLst/>
            <a:gdLst/>
            <a:ahLst/>
            <a:cxnLst/>
            <a:rect l="l" t="t" r="r" b="b"/>
            <a:pathLst>
              <a:path w="21579" h="21600" extrusionOk="0">
                <a:moveTo>
                  <a:pt x="21579" y="21600"/>
                </a:moveTo>
                <a:cubicBezTo>
                  <a:pt x="20965" y="19090"/>
                  <a:pt x="20631" y="16471"/>
                  <a:pt x="20586" y="13829"/>
                </a:cubicBezTo>
                <a:cubicBezTo>
                  <a:pt x="20543" y="11244"/>
                  <a:pt x="20778" y="8664"/>
                  <a:pt x="21284" y="6170"/>
                </a:cubicBezTo>
                <a:cubicBezTo>
                  <a:pt x="18128" y="4224"/>
                  <a:pt x="14832" y="2720"/>
                  <a:pt x="11448" y="1683"/>
                </a:cubicBezTo>
                <a:cubicBezTo>
                  <a:pt x="8066" y="648"/>
                  <a:pt x="4614" y="84"/>
                  <a:pt x="1146" y="0"/>
                </a:cubicBezTo>
                <a:cubicBezTo>
                  <a:pt x="743" y="2263"/>
                  <a:pt x="445" y="4557"/>
                  <a:pt x="254" y="6870"/>
                </a:cubicBezTo>
                <a:cubicBezTo>
                  <a:pt x="62" y="9193"/>
                  <a:pt x="-21" y="11531"/>
                  <a:pt x="5" y="13868"/>
                </a:cubicBezTo>
                <a:cubicBezTo>
                  <a:pt x="3936" y="13809"/>
                  <a:pt x="7854" y="14499"/>
                  <a:pt x="11642" y="15919"/>
                </a:cubicBezTo>
                <a:cubicBezTo>
                  <a:pt x="15124" y="17224"/>
                  <a:pt x="18464" y="19134"/>
                  <a:pt x="21579" y="21600"/>
                </a:cubicBezTo>
                <a:close/>
              </a:path>
            </a:pathLst>
          </a:custGeom>
          <a:solidFill>
            <a:schemeClr val="accent1"/>
          </a:solidFill>
          <a:ln>
            <a:noFill/>
          </a:ln>
        </p:spPr>
        <p:txBody>
          <a:bodyPr spcFirstLastPara="1" wrap="square" lIns="19050" tIns="19050" rIns="19050" bIns="19050" anchor="ctr" anchorCtr="0">
            <a:noAutofit/>
          </a:bodyPr>
          <a:lstStyle/>
          <a:p>
            <a:pPr marL="0" marR="0" lvl="0" indent="0" algn="l" rtl="0">
              <a:spcBef>
                <a:spcPts val="0"/>
              </a:spcBef>
              <a:spcAft>
                <a:spcPts val="0"/>
              </a:spcAft>
              <a:buNone/>
            </a:pPr>
            <a:endParaRPr sz="1300">
              <a:solidFill>
                <a:srgbClr val="7F7F7F"/>
              </a:solidFill>
              <a:latin typeface="Lato Light"/>
              <a:ea typeface="Lato Light"/>
              <a:cs typeface="Lato Light"/>
              <a:sym typeface="Lato Light"/>
            </a:endParaRPr>
          </a:p>
        </p:txBody>
      </p:sp>
      <p:sp>
        <p:nvSpPr>
          <p:cNvPr id="158" name="Google Shape;158;p26"/>
          <p:cNvSpPr/>
          <p:nvPr/>
        </p:nvSpPr>
        <p:spPr>
          <a:xfrm>
            <a:off x="3532785" y="3357930"/>
            <a:ext cx="325512" cy="426509"/>
          </a:xfrm>
          <a:custGeom>
            <a:avLst/>
            <a:gdLst/>
            <a:ahLst/>
            <a:cxnLst/>
            <a:rect l="l" t="t" r="r" b="b"/>
            <a:pathLst>
              <a:path w="21600" h="21579" extrusionOk="0">
                <a:moveTo>
                  <a:pt x="21600" y="0"/>
                </a:moveTo>
                <a:cubicBezTo>
                  <a:pt x="19109" y="597"/>
                  <a:pt x="16522" y="932"/>
                  <a:pt x="13913" y="995"/>
                </a:cubicBezTo>
                <a:cubicBezTo>
                  <a:pt x="11327" y="1058"/>
                  <a:pt x="8742" y="853"/>
                  <a:pt x="6227" y="387"/>
                </a:cubicBezTo>
                <a:cubicBezTo>
                  <a:pt x="4357" y="3529"/>
                  <a:pt x="2888" y="6802"/>
                  <a:pt x="1843" y="10161"/>
                </a:cubicBezTo>
                <a:cubicBezTo>
                  <a:pt x="803" y="13498"/>
                  <a:pt x="186" y="16905"/>
                  <a:pt x="0" y="20333"/>
                </a:cubicBezTo>
                <a:cubicBezTo>
                  <a:pt x="2248" y="20780"/>
                  <a:pt x="4534" y="21109"/>
                  <a:pt x="6842" y="21316"/>
                </a:cubicBezTo>
                <a:cubicBezTo>
                  <a:pt x="9039" y="21513"/>
                  <a:pt x="11250" y="21600"/>
                  <a:pt x="13462" y="21575"/>
                </a:cubicBezTo>
                <a:cubicBezTo>
                  <a:pt x="13546" y="17890"/>
                  <a:pt x="14247" y="14228"/>
                  <a:pt x="15549" y="10679"/>
                </a:cubicBezTo>
                <a:cubicBezTo>
                  <a:pt x="16926" y="6926"/>
                  <a:pt x="18961" y="3334"/>
                  <a:pt x="21600" y="0"/>
                </a:cubicBezTo>
                <a:close/>
              </a:path>
            </a:pathLst>
          </a:custGeom>
          <a:solidFill>
            <a:schemeClr val="accent5"/>
          </a:solidFill>
          <a:ln>
            <a:noFill/>
          </a:ln>
        </p:spPr>
        <p:txBody>
          <a:bodyPr spcFirstLastPara="1" wrap="square" lIns="19050" tIns="19050" rIns="19050" bIns="19050" anchor="ctr" anchorCtr="0">
            <a:noAutofit/>
          </a:bodyPr>
          <a:lstStyle/>
          <a:p>
            <a:pPr marL="0" marR="0" lvl="0" indent="0" algn="l" rtl="0">
              <a:spcBef>
                <a:spcPts val="0"/>
              </a:spcBef>
              <a:spcAft>
                <a:spcPts val="0"/>
              </a:spcAft>
              <a:buNone/>
            </a:pPr>
            <a:endParaRPr sz="1300">
              <a:solidFill>
                <a:srgbClr val="7F7F7F"/>
              </a:solidFill>
              <a:latin typeface="Lato Light"/>
              <a:ea typeface="Lato Light"/>
              <a:cs typeface="Lato Light"/>
              <a:sym typeface="Lato Light"/>
            </a:endParaRPr>
          </a:p>
        </p:txBody>
      </p:sp>
      <p:sp>
        <p:nvSpPr>
          <p:cNvPr id="159" name="Google Shape;159;p26"/>
          <p:cNvSpPr/>
          <p:nvPr/>
        </p:nvSpPr>
        <p:spPr>
          <a:xfrm>
            <a:off x="4965248" y="3654331"/>
            <a:ext cx="427165" cy="337446"/>
          </a:xfrm>
          <a:custGeom>
            <a:avLst/>
            <a:gdLst/>
            <a:ahLst/>
            <a:cxnLst/>
            <a:rect l="l" t="t" r="r" b="b"/>
            <a:pathLst>
              <a:path w="21574" h="21600" extrusionOk="0">
                <a:moveTo>
                  <a:pt x="21568" y="8485"/>
                </a:moveTo>
                <a:cubicBezTo>
                  <a:pt x="21600" y="10739"/>
                  <a:pt x="21515" y="12993"/>
                  <a:pt x="21313" y="15232"/>
                </a:cubicBezTo>
                <a:cubicBezTo>
                  <a:pt x="21120" y="17377"/>
                  <a:pt x="20820" y="19504"/>
                  <a:pt x="20415" y="21600"/>
                </a:cubicBezTo>
                <a:cubicBezTo>
                  <a:pt x="17022" y="21426"/>
                  <a:pt x="13651" y="20820"/>
                  <a:pt x="10352" y="19792"/>
                </a:cubicBezTo>
                <a:cubicBezTo>
                  <a:pt x="7008" y="18749"/>
                  <a:pt x="3756" y="17277"/>
                  <a:pt x="646" y="15398"/>
                </a:cubicBezTo>
                <a:cubicBezTo>
                  <a:pt x="1044" y="12939"/>
                  <a:pt x="1202" y="10426"/>
                  <a:pt x="1114" y="7918"/>
                </a:cubicBezTo>
                <a:cubicBezTo>
                  <a:pt x="1020" y="5228"/>
                  <a:pt x="646" y="2565"/>
                  <a:pt x="0" y="0"/>
                </a:cubicBezTo>
                <a:cubicBezTo>
                  <a:pt x="3333" y="2760"/>
                  <a:pt x="6962" y="4892"/>
                  <a:pt x="10774" y="6331"/>
                </a:cubicBezTo>
                <a:cubicBezTo>
                  <a:pt x="14281" y="7655"/>
                  <a:pt x="17911" y="8379"/>
                  <a:pt x="21568" y="8485"/>
                </a:cubicBezTo>
                <a:close/>
              </a:path>
            </a:pathLst>
          </a:custGeom>
          <a:solidFill>
            <a:srgbClr val="325D85"/>
          </a:solidFill>
          <a:ln>
            <a:noFill/>
          </a:ln>
        </p:spPr>
        <p:txBody>
          <a:bodyPr spcFirstLastPara="1" wrap="square" lIns="19050" tIns="19050" rIns="19050" bIns="19050" anchor="ctr" anchorCtr="0">
            <a:noAutofit/>
          </a:bodyPr>
          <a:lstStyle/>
          <a:p>
            <a:pPr marL="0" marR="0" lvl="0" indent="0" algn="l" rtl="0">
              <a:spcBef>
                <a:spcPts val="0"/>
              </a:spcBef>
              <a:spcAft>
                <a:spcPts val="0"/>
              </a:spcAft>
              <a:buNone/>
            </a:pPr>
            <a:endParaRPr sz="1300">
              <a:solidFill>
                <a:srgbClr val="7F7F7F"/>
              </a:solidFill>
              <a:latin typeface="Lato Light"/>
              <a:ea typeface="Lato Light"/>
              <a:cs typeface="Lato Light"/>
              <a:sym typeface="Lato Light"/>
            </a:endParaRPr>
          </a:p>
        </p:txBody>
      </p:sp>
      <p:sp>
        <p:nvSpPr>
          <p:cNvPr id="160" name="Google Shape;160;p26"/>
          <p:cNvSpPr/>
          <p:nvPr/>
        </p:nvSpPr>
        <p:spPr>
          <a:xfrm>
            <a:off x="5263221" y="2119823"/>
            <a:ext cx="332640" cy="436981"/>
          </a:xfrm>
          <a:custGeom>
            <a:avLst/>
            <a:gdLst/>
            <a:ahLst/>
            <a:cxnLst/>
            <a:rect l="l" t="t" r="r" b="b"/>
            <a:pathLst>
              <a:path w="21600" h="21566" extrusionOk="0">
                <a:moveTo>
                  <a:pt x="21600" y="971"/>
                </a:moveTo>
                <a:cubicBezTo>
                  <a:pt x="21515" y="4369"/>
                  <a:pt x="20965" y="7751"/>
                  <a:pt x="19961" y="11062"/>
                </a:cubicBezTo>
                <a:cubicBezTo>
                  <a:pt x="18948" y="14404"/>
                  <a:pt x="17476" y="17656"/>
                  <a:pt x="15571" y="20764"/>
                </a:cubicBezTo>
                <a:cubicBezTo>
                  <a:pt x="13115" y="20381"/>
                  <a:pt x="10605" y="20240"/>
                  <a:pt x="8102" y="20343"/>
                </a:cubicBezTo>
                <a:cubicBezTo>
                  <a:pt x="5339" y="20458"/>
                  <a:pt x="2612" y="20869"/>
                  <a:pt x="0" y="21566"/>
                </a:cubicBezTo>
                <a:cubicBezTo>
                  <a:pt x="2626" y="18367"/>
                  <a:pt x="4673" y="14912"/>
                  <a:pt x="6083" y="11294"/>
                </a:cubicBezTo>
                <a:cubicBezTo>
                  <a:pt x="7509" y="7635"/>
                  <a:pt x="8272" y="3844"/>
                  <a:pt x="8350" y="27"/>
                </a:cubicBezTo>
                <a:cubicBezTo>
                  <a:pt x="10487" y="-34"/>
                  <a:pt x="12628" y="8"/>
                  <a:pt x="14759" y="151"/>
                </a:cubicBezTo>
                <a:cubicBezTo>
                  <a:pt x="17061" y="306"/>
                  <a:pt x="19346" y="580"/>
                  <a:pt x="21600" y="971"/>
                </a:cubicBezTo>
                <a:close/>
              </a:path>
            </a:pathLst>
          </a:custGeom>
          <a:solidFill>
            <a:schemeClr val="accent4"/>
          </a:solidFill>
          <a:ln>
            <a:noFill/>
          </a:ln>
        </p:spPr>
        <p:txBody>
          <a:bodyPr spcFirstLastPara="1" wrap="square" lIns="19050" tIns="19050" rIns="19050" bIns="19050" anchor="ctr" anchorCtr="0">
            <a:noAutofit/>
          </a:bodyPr>
          <a:lstStyle/>
          <a:p>
            <a:pPr marL="0" marR="0" lvl="0" indent="0" algn="l" rtl="0">
              <a:spcBef>
                <a:spcPts val="0"/>
              </a:spcBef>
              <a:spcAft>
                <a:spcPts val="0"/>
              </a:spcAft>
              <a:buNone/>
            </a:pPr>
            <a:endParaRPr sz="1300">
              <a:solidFill>
                <a:srgbClr val="7F7F7F"/>
              </a:solidFill>
              <a:latin typeface="Lato Light"/>
              <a:ea typeface="Lato Light"/>
              <a:cs typeface="Lato Light"/>
              <a:sym typeface="Lato Light"/>
            </a:endParaRPr>
          </a:p>
        </p:txBody>
      </p:sp>
      <p:sp>
        <p:nvSpPr>
          <p:cNvPr id="161" name="Google Shape;161;p26"/>
          <p:cNvSpPr txBox="1"/>
          <p:nvPr/>
        </p:nvSpPr>
        <p:spPr>
          <a:xfrm>
            <a:off x="4418481" y="1943276"/>
            <a:ext cx="320700" cy="2655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500" b="1">
                <a:solidFill>
                  <a:schemeClr val="accent2"/>
                </a:solidFill>
                <a:latin typeface="League Spartan"/>
                <a:ea typeface="League Spartan"/>
                <a:cs typeface="League Spartan"/>
                <a:sym typeface="League Spartan"/>
              </a:rPr>
              <a:t>01</a:t>
            </a:r>
            <a:endParaRPr sz="1500" b="1">
              <a:solidFill>
                <a:schemeClr val="accent2"/>
              </a:solidFill>
              <a:latin typeface="League Spartan"/>
              <a:ea typeface="League Spartan"/>
              <a:cs typeface="League Spartan"/>
              <a:sym typeface="League Spartan"/>
            </a:endParaRPr>
          </a:p>
        </p:txBody>
      </p:sp>
      <p:sp>
        <p:nvSpPr>
          <p:cNvPr id="162" name="Google Shape;162;p26"/>
          <p:cNvSpPr txBox="1"/>
          <p:nvPr/>
        </p:nvSpPr>
        <p:spPr>
          <a:xfrm>
            <a:off x="4387426" y="3677818"/>
            <a:ext cx="378300" cy="2655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500" b="1">
                <a:solidFill>
                  <a:schemeClr val="accent2"/>
                </a:solidFill>
                <a:latin typeface="League Spartan"/>
                <a:ea typeface="League Spartan"/>
                <a:cs typeface="League Spartan"/>
                <a:sym typeface="League Spartan"/>
              </a:rPr>
              <a:t>03</a:t>
            </a:r>
            <a:endParaRPr sz="1500" b="1">
              <a:solidFill>
                <a:schemeClr val="accent2"/>
              </a:solidFill>
              <a:latin typeface="League Spartan"/>
              <a:ea typeface="League Spartan"/>
              <a:cs typeface="League Spartan"/>
              <a:sym typeface="League Spartan"/>
            </a:endParaRPr>
          </a:p>
        </p:txBody>
      </p:sp>
      <p:sp>
        <p:nvSpPr>
          <p:cNvPr id="163" name="Google Shape;163;p26"/>
          <p:cNvSpPr txBox="1"/>
          <p:nvPr/>
        </p:nvSpPr>
        <p:spPr>
          <a:xfrm>
            <a:off x="5244434" y="2819875"/>
            <a:ext cx="370200" cy="2655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500" b="1">
                <a:solidFill>
                  <a:schemeClr val="accent2"/>
                </a:solidFill>
                <a:latin typeface="League Spartan"/>
                <a:ea typeface="League Spartan"/>
                <a:cs typeface="League Spartan"/>
                <a:sym typeface="League Spartan"/>
              </a:rPr>
              <a:t>02</a:t>
            </a:r>
            <a:endParaRPr sz="1500" b="1">
              <a:solidFill>
                <a:schemeClr val="accent2"/>
              </a:solidFill>
              <a:latin typeface="League Spartan"/>
              <a:ea typeface="League Spartan"/>
              <a:cs typeface="League Spartan"/>
              <a:sym typeface="League Spartan"/>
            </a:endParaRPr>
          </a:p>
        </p:txBody>
      </p:sp>
      <p:sp>
        <p:nvSpPr>
          <p:cNvPr id="164" name="Google Shape;164;p26"/>
          <p:cNvSpPr txBox="1"/>
          <p:nvPr/>
        </p:nvSpPr>
        <p:spPr>
          <a:xfrm>
            <a:off x="3497093" y="2819875"/>
            <a:ext cx="396900" cy="2655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500" b="1">
                <a:solidFill>
                  <a:schemeClr val="accent2"/>
                </a:solidFill>
                <a:latin typeface="League Spartan"/>
                <a:ea typeface="League Spartan"/>
                <a:cs typeface="League Spartan"/>
                <a:sym typeface="League Spartan"/>
              </a:rPr>
              <a:t>04</a:t>
            </a:r>
            <a:endParaRPr sz="1500" b="1">
              <a:solidFill>
                <a:schemeClr val="accent2"/>
              </a:solidFill>
              <a:latin typeface="League Spartan"/>
              <a:ea typeface="League Spartan"/>
              <a:cs typeface="League Spartan"/>
              <a:sym typeface="League Spartan"/>
            </a:endParaRPr>
          </a:p>
        </p:txBody>
      </p:sp>
      <p:sp>
        <p:nvSpPr>
          <p:cNvPr id="165" name="Google Shape;165;p26"/>
          <p:cNvSpPr txBox="1">
            <a:spLocks noGrp="1"/>
          </p:cNvSpPr>
          <p:nvPr>
            <p:ph type="subTitle" idx="2"/>
          </p:nvPr>
        </p:nvSpPr>
        <p:spPr>
          <a:xfrm>
            <a:off x="6368675" y="3321975"/>
            <a:ext cx="2318400" cy="1216200"/>
          </a:xfrm>
          <a:prstGeom prst="rect">
            <a:avLst/>
          </a:prstGeom>
        </p:spPr>
        <p:txBody>
          <a:bodyPr spcFirstLastPara="1" wrap="square" lIns="91425" tIns="91425" rIns="91425" bIns="91425" anchor="t" anchorCtr="0">
            <a:normAutofit/>
          </a:bodyPr>
          <a:lstStyle>
            <a:lvl1pPr lvl="0">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66" name="Google Shape;166;p26"/>
          <p:cNvSpPr txBox="1">
            <a:spLocks noGrp="1"/>
          </p:cNvSpPr>
          <p:nvPr>
            <p:ph type="subTitle" idx="3"/>
          </p:nvPr>
        </p:nvSpPr>
        <p:spPr>
          <a:xfrm>
            <a:off x="470725" y="1394975"/>
            <a:ext cx="231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a:endParaRPr/>
          </a:p>
        </p:txBody>
      </p:sp>
      <p:sp>
        <p:nvSpPr>
          <p:cNvPr id="167" name="Google Shape;167;p26"/>
          <p:cNvSpPr txBox="1">
            <a:spLocks noGrp="1"/>
          </p:cNvSpPr>
          <p:nvPr>
            <p:ph type="subTitle" idx="4"/>
          </p:nvPr>
        </p:nvSpPr>
        <p:spPr>
          <a:xfrm>
            <a:off x="470725" y="3321975"/>
            <a:ext cx="231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a:endParaRPr/>
          </a:p>
        </p:txBody>
      </p:sp>
      <p:sp>
        <p:nvSpPr>
          <p:cNvPr id="168" name="Google Shape;168;p26"/>
          <p:cNvSpPr txBox="1">
            <a:spLocks noGrp="1"/>
          </p:cNvSpPr>
          <p:nvPr>
            <p:ph type="title"/>
          </p:nvPr>
        </p:nvSpPr>
        <p:spPr>
          <a:xfrm>
            <a:off x="1245150" y="401725"/>
            <a:ext cx="6653700" cy="4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800"/>
              <a:buNone/>
              <a:defRPr>
                <a:latin typeface="Lato Light"/>
                <a:ea typeface="Lato Light"/>
                <a:cs typeface="Lato Light"/>
                <a:sym typeface="Lato Light"/>
              </a:defRPr>
            </a:lvl2pPr>
            <a:lvl3pPr lvl="2">
              <a:spcBef>
                <a:spcPts val="0"/>
              </a:spcBef>
              <a:spcAft>
                <a:spcPts val="0"/>
              </a:spcAft>
              <a:buSzPts val="2800"/>
              <a:buNone/>
              <a:defRPr>
                <a:latin typeface="Lato Light"/>
                <a:ea typeface="Lato Light"/>
                <a:cs typeface="Lato Light"/>
                <a:sym typeface="Lato Light"/>
              </a:defRPr>
            </a:lvl3pPr>
            <a:lvl4pPr lvl="3">
              <a:spcBef>
                <a:spcPts val="0"/>
              </a:spcBef>
              <a:spcAft>
                <a:spcPts val="0"/>
              </a:spcAft>
              <a:buSzPts val="2800"/>
              <a:buNone/>
              <a:defRPr>
                <a:latin typeface="Lato Light"/>
                <a:ea typeface="Lato Light"/>
                <a:cs typeface="Lato Light"/>
                <a:sym typeface="Lato Light"/>
              </a:defRPr>
            </a:lvl4pPr>
            <a:lvl5pPr lvl="4">
              <a:spcBef>
                <a:spcPts val="0"/>
              </a:spcBef>
              <a:spcAft>
                <a:spcPts val="0"/>
              </a:spcAft>
              <a:buSzPts val="2800"/>
              <a:buNone/>
              <a:defRPr>
                <a:latin typeface="Lato Light"/>
                <a:ea typeface="Lato Light"/>
                <a:cs typeface="Lato Light"/>
                <a:sym typeface="Lato Light"/>
              </a:defRPr>
            </a:lvl5pPr>
            <a:lvl6pPr lvl="5">
              <a:spcBef>
                <a:spcPts val="0"/>
              </a:spcBef>
              <a:spcAft>
                <a:spcPts val="0"/>
              </a:spcAft>
              <a:buSzPts val="2800"/>
              <a:buNone/>
              <a:defRPr>
                <a:latin typeface="Lato Light"/>
                <a:ea typeface="Lato Light"/>
                <a:cs typeface="Lato Light"/>
                <a:sym typeface="Lato Light"/>
              </a:defRPr>
            </a:lvl6pPr>
            <a:lvl7pPr lvl="6">
              <a:spcBef>
                <a:spcPts val="0"/>
              </a:spcBef>
              <a:spcAft>
                <a:spcPts val="0"/>
              </a:spcAft>
              <a:buSzPts val="2800"/>
              <a:buNone/>
              <a:defRPr>
                <a:latin typeface="Lato Light"/>
                <a:ea typeface="Lato Light"/>
                <a:cs typeface="Lato Light"/>
                <a:sym typeface="Lato Light"/>
              </a:defRPr>
            </a:lvl7pPr>
            <a:lvl8pPr lvl="7">
              <a:spcBef>
                <a:spcPts val="0"/>
              </a:spcBef>
              <a:spcAft>
                <a:spcPts val="0"/>
              </a:spcAft>
              <a:buSzPts val="2800"/>
              <a:buNone/>
              <a:defRPr>
                <a:latin typeface="Lato Light"/>
                <a:ea typeface="Lato Light"/>
                <a:cs typeface="Lato Light"/>
                <a:sym typeface="Lato Light"/>
              </a:defRPr>
            </a:lvl8pPr>
            <a:lvl9pPr lvl="8">
              <a:spcBef>
                <a:spcPts val="0"/>
              </a:spcBef>
              <a:spcAft>
                <a:spcPts val="0"/>
              </a:spcAft>
              <a:buSzPts val="2800"/>
              <a:buNone/>
              <a:defRPr>
                <a:latin typeface="Lato Light"/>
                <a:ea typeface="Lato Light"/>
                <a:cs typeface="Lato Light"/>
                <a:sym typeface="Lato Ligh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oints 4_3">
  <p:cSld name="CUSTOM_3_1">
    <p:spTree>
      <p:nvGrpSpPr>
        <p:cNvPr id="1" name="Shape 169"/>
        <p:cNvGrpSpPr/>
        <p:nvPr/>
      </p:nvGrpSpPr>
      <p:grpSpPr>
        <a:xfrm>
          <a:off x="0" y="0"/>
          <a:ext cx="0" cy="0"/>
          <a:chOff x="0" y="0"/>
          <a:chExt cx="0" cy="0"/>
        </a:xfrm>
      </p:grpSpPr>
      <p:sp>
        <p:nvSpPr>
          <p:cNvPr id="170" name="Google Shape;170;p27"/>
          <p:cNvSpPr txBox="1"/>
          <p:nvPr/>
        </p:nvSpPr>
        <p:spPr>
          <a:xfrm>
            <a:off x="563145" y="149817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01</a:t>
            </a:r>
            <a:endParaRPr sz="2000" b="1">
              <a:solidFill>
                <a:schemeClr val="accent4"/>
              </a:solidFill>
              <a:latin typeface="League Spartan"/>
              <a:ea typeface="League Spartan"/>
              <a:cs typeface="League Spartan"/>
              <a:sym typeface="League Spartan"/>
            </a:endParaRPr>
          </a:p>
        </p:txBody>
      </p:sp>
      <p:sp>
        <p:nvSpPr>
          <p:cNvPr id="171" name="Google Shape;171;p27"/>
          <p:cNvSpPr txBox="1">
            <a:spLocks noGrp="1"/>
          </p:cNvSpPr>
          <p:nvPr>
            <p:ph type="title"/>
          </p:nvPr>
        </p:nvSpPr>
        <p:spPr>
          <a:xfrm>
            <a:off x="1245150" y="401725"/>
            <a:ext cx="6653700" cy="423600"/>
          </a:xfrm>
          <a:prstGeom prst="rect">
            <a:avLst/>
          </a:prstGeom>
        </p:spPr>
        <p:txBody>
          <a:bodyPr spcFirstLastPara="1" wrap="square" lIns="91425" tIns="91425" rIns="91425" bIns="91425" anchor="ctr" anchorCtr="0">
            <a:spAutoFit/>
          </a:bodyPr>
          <a:lstStyle>
            <a:lvl1pPr lvl="0" algn="ctr">
              <a:spcBef>
                <a:spcPts val="0"/>
              </a:spcBef>
              <a:spcAft>
                <a:spcPts val="0"/>
              </a:spcAft>
              <a:buSzPts val="2400"/>
              <a:buNone/>
              <a:defRPr sz="2400"/>
            </a:lvl1pPr>
            <a:lvl2pPr lvl="1">
              <a:spcBef>
                <a:spcPts val="0"/>
              </a:spcBef>
              <a:spcAft>
                <a:spcPts val="0"/>
              </a:spcAft>
              <a:buSzPts val="2800"/>
              <a:buNone/>
              <a:defRPr>
                <a:latin typeface="Lato Light"/>
                <a:ea typeface="Lato Light"/>
                <a:cs typeface="Lato Light"/>
                <a:sym typeface="Lato Light"/>
              </a:defRPr>
            </a:lvl2pPr>
            <a:lvl3pPr lvl="2">
              <a:spcBef>
                <a:spcPts val="0"/>
              </a:spcBef>
              <a:spcAft>
                <a:spcPts val="0"/>
              </a:spcAft>
              <a:buSzPts val="2800"/>
              <a:buNone/>
              <a:defRPr>
                <a:latin typeface="Lato Light"/>
                <a:ea typeface="Lato Light"/>
                <a:cs typeface="Lato Light"/>
                <a:sym typeface="Lato Light"/>
              </a:defRPr>
            </a:lvl3pPr>
            <a:lvl4pPr lvl="3">
              <a:spcBef>
                <a:spcPts val="0"/>
              </a:spcBef>
              <a:spcAft>
                <a:spcPts val="0"/>
              </a:spcAft>
              <a:buSzPts val="2800"/>
              <a:buNone/>
              <a:defRPr>
                <a:latin typeface="Lato Light"/>
                <a:ea typeface="Lato Light"/>
                <a:cs typeface="Lato Light"/>
                <a:sym typeface="Lato Light"/>
              </a:defRPr>
            </a:lvl4pPr>
            <a:lvl5pPr lvl="4">
              <a:spcBef>
                <a:spcPts val="0"/>
              </a:spcBef>
              <a:spcAft>
                <a:spcPts val="0"/>
              </a:spcAft>
              <a:buSzPts val="2800"/>
              <a:buNone/>
              <a:defRPr>
                <a:latin typeface="Lato Light"/>
                <a:ea typeface="Lato Light"/>
                <a:cs typeface="Lato Light"/>
                <a:sym typeface="Lato Light"/>
              </a:defRPr>
            </a:lvl5pPr>
            <a:lvl6pPr lvl="5">
              <a:spcBef>
                <a:spcPts val="0"/>
              </a:spcBef>
              <a:spcAft>
                <a:spcPts val="0"/>
              </a:spcAft>
              <a:buSzPts val="2800"/>
              <a:buNone/>
              <a:defRPr>
                <a:latin typeface="Lato Light"/>
                <a:ea typeface="Lato Light"/>
                <a:cs typeface="Lato Light"/>
                <a:sym typeface="Lato Light"/>
              </a:defRPr>
            </a:lvl6pPr>
            <a:lvl7pPr lvl="6">
              <a:spcBef>
                <a:spcPts val="0"/>
              </a:spcBef>
              <a:spcAft>
                <a:spcPts val="0"/>
              </a:spcAft>
              <a:buSzPts val="2800"/>
              <a:buNone/>
              <a:defRPr>
                <a:latin typeface="Lato Light"/>
                <a:ea typeface="Lato Light"/>
                <a:cs typeface="Lato Light"/>
                <a:sym typeface="Lato Light"/>
              </a:defRPr>
            </a:lvl7pPr>
            <a:lvl8pPr lvl="7">
              <a:spcBef>
                <a:spcPts val="0"/>
              </a:spcBef>
              <a:spcAft>
                <a:spcPts val="0"/>
              </a:spcAft>
              <a:buSzPts val="2800"/>
              <a:buNone/>
              <a:defRPr>
                <a:latin typeface="Lato Light"/>
                <a:ea typeface="Lato Light"/>
                <a:cs typeface="Lato Light"/>
                <a:sym typeface="Lato Light"/>
              </a:defRPr>
            </a:lvl8pPr>
            <a:lvl9pPr lvl="8">
              <a:spcBef>
                <a:spcPts val="0"/>
              </a:spcBef>
              <a:spcAft>
                <a:spcPts val="0"/>
              </a:spcAft>
              <a:buSzPts val="2800"/>
              <a:buNone/>
              <a:defRPr>
                <a:latin typeface="Lato Light"/>
                <a:ea typeface="Lato Light"/>
                <a:cs typeface="Lato Light"/>
                <a:sym typeface="Lato Light"/>
              </a:defRPr>
            </a:lvl9pPr>
          </a:lstStyle>
          <a:p>
            <a:endParaRPr/>
          </a:p>
        </p:txBody>
      </p:sp>
      <p:sp>
        <p:nvSpPr>
          <p:cNvPr id="172" name="Google Shape;172;p27"/>
          <p:cNvSpPr txBox="1">
            <a:spLocks noGrp="1"/>
          </p:cNvSpPr>
          <p:nvPr>
            <p:ph type="subTitle" idx="1"/>
          </p:nvPr>
        </p:nvSpPr>
        <p:spPr>
          <a:xfrm>
            <a:off x="1106375" y="1444225"/>
            <a:ext cx="2881500" cy="13020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73" name="Google Shape;173;p27"/>
          <p:cNvSpPr txBox="1"/>
          <p:nvPr/>
        </p:nvSpPr>
        <p:spPr>
          <a:xfrm>
            <a:off x="4944270" y="149817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02</a:t>
            </a:r>
            <a:endParaRPr sz="2000" b="1">
              <a:solidFill>
                <a:schemeClr val="accent4"/>
              </a:solidFill>
              <a:latin typeface="League Spartan"/>
              <a:ea typeface="League Spartan"/>
              <a:cs typeface="League Spartan"/>
              <a:sym typeface="League Spartan"/>
            </a:endParaRPr>
          </a:p>
        </p:txBody>
      </p:sp>
      <p:sp>
        <p:nvSpPr>
          <p:cNvPr id="174" name="Google Shape;174;p27"/>
          <p:cNvSpPr txBox="1">
            <a:spLocks noGrp="1"/>
          </p:cNvSpPr>
          <p:nvPr>
            <p:ph type="subTitle" idx="2"/>
          </p:nvPr>
        </p:nvSpPr>
        <p:spPr>
          <a:xfrm>
            <a:off x="5487500" y="1444225"/>
            <a:ext cx="2881500" cy="13020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75" name="Google Shape;175;p27"/>
          <p:cNvSpPr txBox="1"/>
          <p:nvPr/>
        </p:nvSpPr>
        <p:spPr>
          <a:xfrm>
            <a:off x="563145" y="323542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03</a:t>
            </a:r>
            <a:endParaRPr sz="2000" b="1">
              <a:solidFill>
                <a:schemeClr val="accent4"/>
              </a:solidFill>
              <a:latin typeface="League Spartan"/>
              <a:ea typeface="League Spartan"/>
              <a:cs typeface="League Spartan"/>
              <a:sym typeface="League Spartan"/>
            </a:endParaRPr>
          </a:p>
        </p:txBody>
      </p:sp>
      <p:sp>
        <p:nvSpPr>
          <p:cNvPr id="176" name="Google Shape;176;p27"/>
          <p:cNvSpPr txBox="1">
            <a:spLocks noGrp="1"/>
          </p:cNvSpPr>
          <p:nvPr>
            <p:ph type="subTitle" idx="3"/>
          </p:nvPr>
        </p:nvSpPr>
        <p:spPr>
          <a:xfrm>
            <a:off x="1106375" y="3174175"/>
            <a:ext cx="2881500" cy="13020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77" name="Google Shape;177;p27"/>
          <p:cNvSpPr txBox="1"/>
          <p:nvPr/>
        </p:nvSpPr>
        <p:spPr>
          <a:xfrm>
            <a:off x="4944270" y="3235425"/>
            <a:ext cx="474900" cy="307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it" sz="2000" b="1">
                <a:solidFill>
                  <a:schemeClr val="accent4"/>
                </a:solidFill>
                <a:latin typeface="League Spartan"/>
                <a:ea typeface="League Spartan"/>
                <a:cs typeface="League Spartan"/>
                <a:sym typeface="League Spartan"/>
              </a:rPr>
              <a:t>04</a:t>
            </a:r>
            <a:endParaRPr sz="2000" b="1">
              <a:solidFill>
                <a:schemeClr val="accent4"/>
              </a:solidFill>
              <a:latin typeface="League Spartan"/>
              <a:ea typeface="League Spartan"/>
              <a:cs typeface="League Spartan"/>
              <a:sym typeface="League Spartan"/>
            </a:endParaRPr>
          </a:p>
        </p:txBody>
      </p:sp>
      <p:sp>
        <p:nvSpPr>
          <p:cNvPr id="178" name="Google Shape;178;p27"/>
          <p:cNvSpPr txBox="1">
            <a:spLocks noGrp="1"/>
          </p:cNvSpPr>
          <p:nvPr>
            <p:ph type="subTitle" idx="4"/>
          </p:nvPr>
        </p:nvSpPr>
        <p:spPr>
          <a:xfrm>
            <a:off x="5487500" y="3174175"/>
            <a:ext cx="2881500" cy="13020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Tree>
  </p:cSld>
  <p:clrMapOvr>
    <a:masterClrMapping/>
  </p:clrMapOvr>
  <p:extLst>
    <p:ext uri="{DCECCB84-F9BA-43D5-87BE-67443E8EF086}">
      <p15:sldGuideLst xmlns:p15="http://schemas.microsoft.com/office/powerpoint/2012/main">
        <p15:guide id="1" pos="1404">
          <p15:clr>
            <a:srgbClr val="E46962"/>
          </p15:clr>
        </p15:guide>
        <p15:guide id="2" orient="horz" pos="979">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oints 5_1">
  <p:cSld name="CUSTOM_2_1">
    <p:spTree>
      <p:nvGrpSpPr>
        <p:cNvPr id="1" name="Shape 179"/>
        <p:cNvGrpSpPr/>
        <p:nvPr/>
      </p:nvGrpSpPr>
      <p:grpSpPr>
        <a:xfrm>
          <a:off x="0" y="0"/>
          <a:ext cx="0" cy="0"/>
          <a:chOff x="0" y="0"/>
          <a:chExt cx="0" cy="0"/>
        </a:xfrm>
      </p:grpSpPr>
      <p:sp>
        <p:nvSpPr>
          <p:cNvPr id="180" name="Google Shape;180;p28"/>
          <p:cNvSpPr txBox="1">
            <a:spLocks noGrp="1"/>
          </p:cNvSpPr>
          <p:nvPr>
            <p:ph type="subTitle" idx="1"/>
          </p:nvPr>
        </p:nvSpPr>
        <p:spPr>
          <a:xfrm>
            <a:off x="6354875" y="1183150"/>
            <a:ext cx="2318400" cy="9951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181" name="Google Shape;181;p28"/>
          <p:cNvSpPr txBox="1">
            <a:spLocks noGrp="1"/>
          </p:cNvSpPr>
          <p:nvPr>
            <p:ph type="subTitle" idx="2"/>
          </p:nvPr>
        </p:nvSpPr>
        <p:spPr>
          <a:xfrm>
            <a:off x="6354875" y="2399350"/>
            <a:ext cx="2318400" cy="10479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182" name="Google Shape;182;p28"/>
          <p:cNvSpPr txBox="1">
            <a:spLocks noGrp="1"/>
          </p:cNvSpPr>
          <p:nvPr>
            <p:ph type="subTitle" idx="3"/>
          </p:nvPr>
        </p:nvSpPr>
        <p:spPr>
          <a:xfrm>
            <a:off x="456925" y="1278100"/>
            <a:ext cx="231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83" name="Google Shape;183;p28"/>
          <p:cNvSpPr txBox="1">
            <a:spLocks noGrp="1"/>
          </p:cNvSpPr>
          <p:nvPr>
            <p:ph type="subTitle" idx="4"/>
          </p:nvPr>
        </p:nvSpPr>
        <p:spPr>
          <a:xfrm>
            <a:off x="470725" y="3321975"/>
            <a:ext cx="2318400" cy="1216200"/>
          </a:xfrm>
          <a:prstGeom prst="rect">
            <a:avLst/>
          </a:prstGeom>
        </p:spPr>
        <p:txBody>
          <a:bodyPr spcFirstLastPara="1" wrap="square" lIns="91425" tIns="91425" rIns="91425" bIns="91425" anchor="t" anchorCtr="0">
            <a:normAutofit/>
          </a:bodyPr>
          <a:lstStyle>
            <a:lvl1pPr lvl="0" algn="r">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a:endParaRPr/>
          </a:p>
        </p:txBody>
      </p:sp>
      <p:sp>
        <p:nvSpPr>
          <p:cNvPr id="184" name="Google Shape;184;p28"/>
          <p:cNvSpPr txBox="1">
            <a:spLocks noGrp="1"/>
          </p:cNvSpPr>
          <p:nvPr>
            <p:ph type="title"/>
          </p:nvPr>
        </p:nvSpPr>
        <p:spPr>
          <a:xfrm>
            <a:off x="1245150" y="401725"/>
            <a:ext cx="6653700" cy="4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800"/>
              <a:buNone/>
              <a:defRPr>
                <a:latin typeface="Lato Light"/>
                <a:ea typeface="Lato Light"/>
                <a:cs typeface="Lato Light"/>
                <a:sym typeface="Lato Light"/>
              </a:defRPr>
            </a:lvl2pPr>
            <a:lvl3pPr lvl="2">
              <a:spcBef>
                <a:spcPts val="0"/>
              </a:spcBef>
              <a:spcAft>
                <a:spcPts val="0"/>
              </a:spcAft>
              <a:buSzPts val="2800"/>
              <a:buNone/>
              <a:defRPr>
                <a:latin typeface="Lato Light"/>
                <a:ea typeface="Lato Light"/>
                <a:cs typeface="Lato Light"/>
                <a:sym typeface="Lato Light"/>
              </a:defRPr>
            </a:lvl3pPr>
            <a:lvl4pPr lvl="3">
              <a:spcBef>
                <a:spcPts val="0"/>
              </a:spcBef>
              <a:spcAft>
                <a:spcPts val="0"/>
              </a:spcAft>
              <a:buSzPts val="2800"/>
              <a:buNone/>
              <a:defRPr>
                <a:latin typeface="Lato Light"/>
                <a:ea typeface="Lato Light"/>
                <a:cs typeface="Lato Light"/>
                <a:sym typeface="Lato Light"/>
              </a:defRPr>
            </a:lvl4pPr>
            <a:lvl5pPr lvl="4">
              <a:spcBef>
                <a:spcPts val="0"/>
              </a:spcBef>
              <a:spcAft>
                <a:spcPts val="0"/>
              </a:spcAft>
              <a:buSzPts val="2800"/>
              <a:buNone/>
              <a:defRPr>
                <a:latin typeface="Lato Light"/>
                <a:ea typeface="Lato Light"/>
                <a:cs typeface="Lato Light"/>
                <a:sym typeface="Lato Light"/>
              </a:defRPr>
            </a:lvl5pPr>
            <a:lvl6pPr lvl="5">
              <a:spcBef>
                <a:spcPts val="0"/>
              </a:spcBef>
              <a:spcAft>
                <a:spcPts val="0"/>
              </a:spcAft>
              <a:buSzPts val="2800"/>
              <a:buNone/>
              <a:defRPr>
                <a:latin typeface="Lato Light"/>
                <a:ea typeface="Lato Light"/>
                <a:cs typeface="Lato Light"/>
                <a:sym typeface="Lato Light"/>
              </a:defRPr>
            </a:lvl6pPr>
            <a:lvl7pPr lvl="6">
              <a:spcBef>
                <a:spcPts val="0"/>
              </a:spcBef>
              <a:spcAft>
                <a:spcPts val="0"/>
              </a:spcAft>
              <a:buSzPts val="2800"/>
              <a:buNone/>
              <a:defRPr>
                <a:latin typeface="Lato Light"/>
                <a:ea typeface="Lato Light"/>
                <a:cs typeface="Lato Light"/>
                <a:sym typeface="Lato Light"/>
              </a:defRPr>
            </a:lvl7pPr>
            <a:lvl8pPr lvl="7">
              <a:spcBef>
                <a:spcPts val="0"/>
              </a:spcBef>
              <a:spcAft>
                <a:spcPts val="0"/>
              </a:spcAft>
              <a:buSzPts val="2800"/>
              <a:buNone/>
              <a:defRPr>
                <a:latin typeface="Lato Light"/>
                <a:ea typeface="Lato Light"/>
                <a:cs typeface="Lato Light"/>
                <a:sym typeface="Lato Light"/>
              </a:defRPr>
            </a:lvl8pPr>
            <a:lvl9pPr lvl="8">
              <a:spcBef>
                <a:spcPts val="0"/>
              </a:spcBef>
              <a:spcAft>
                <a:spcPts val="0"/>
              </a:spcAft>
              <a:buSzPts val="2800"/>
              <a:buNone/>
              <a:defRPr>
                <a:latin typeface="Lato Light"/>
                <a:ea typeface="Lato Light"/>
                <a:cs typeface="Lato Light"/>
                <a:sym typeface="Lato Light"/>
              </a:defRPr>
            </a:lvl9pPr>
          </a:lstStyle>
          <a:p>
            <a:endParaRPr/>
          </a:p>
        </p:txBody>
      </p:sp>
      <p:grpSp>
        <p:nvGrpSpPr>
          <p:cNvPr id="185" name="Google Shape;185;p28"/>
          <p:cNvGrpSpPr/>
          <p:nvPr/>
        </p:nvGrpSpPr>
        <p:grpSpPr>
          <a:xfrm>
            <a:off x="3095387" y="1241947"/>
            <a:ext cx="2953226" cy="2951755"/>
            <a:chOff x="3102288" y="1429998"/>
            <a:chExt cx="2953226" cy="2951755"/>
          </a:xfrm>
        </p:grpSpPr>
        <p:sp>
          <p:nvSpPr>
            <p:cNvPr id="186" name="Google Shape;186;p28"/>
            <p:cNvSpPr/>
            <p:nvPr/>
          </p:nvSpPr>
          <p:spPr>
            <a:xfrm>
              <a:off x="4016728" y="1429998"/>
              <a:ext cx="1634040" cy="1193736"/>
            </a:xfrm>
            <a:custGeom>
              <a:avLst/>
              <a:gdLst/>
              <a:ahLst/>
              <a:cxnLst/>
              <a:rect l="l" t="t" r="r" b="b"/>
              <a:pathLst>
                <a:path w="21600" h="21010" extrusionOk="0">
                  <a:moveTo>
                    <a:pt x="21600" y="8145"/>
                  </a:moveTo>
                  <a:cubicBezTo>
                    <a:pt x="19118" y="4624"/>
                    <a:pt x="15943" y="2102"/>
                    <a:pt x="12437" y="865"/>
                  </a:cubicBezTo>
                  <a:cubicBezTo>
                    <a:pt x="8312" y="-590"/>
                    <a:pt x="3942" y="-201"/>
                    <a:pt x="0" y="1973"/>
                  </a:cubicBezTo>
                  <a:lnTo>
                    <a:pt x="0" y="21010"/>
                  </a:lnTo>
                  <a:cubicBezTo>
                    <a:pt x="500" y="19693"/>
                    <a:pt x="1192" y="18521"/>
                    <a:pt x="2034" y="17562"/>
                  </a:cubicBezTo>
                  <a:cubicBezTo>
                    <a:pt x="2905" y="16572"/>
                    <a:pt x="3919" y="15829"/>
                    <a:pt x="5014" y="15380"/>
                  </a:cubicBezTo>
                  <a:lnTo>
                    <a:pt x="21600" y="8145"/>
                  </a:lnTo>
                  <a:close/>
                </a:path>
              </a:pathLst>
            </a:custGeom>
            <a:solidFill>
              <a:schemeClr val="accent1"/>
            </a:solidFill>
            <a:ln>
              <a:noFill/>
            </a:ln>
          </p:spPr>
          <p:txBody>
            <a:bodyPr spcFirstLastPara="1" wrap="square" lIns="14275" tIns="14275" rIns="14275" bIns="14275" anchor="ctr" anchorCtr="0">
              <a:noAutofit/>
            </a:bodyPr>
            <a:lstStyle/>
            <a:p>
              <a:pPr marL="0" marR="0" lvl="0" indent="0" algn="l" rtl="0">
                <a:spcBef>
                  <a:spcPts val="0"/>
                </a:spcBef>
                <a:spcAft>
                  <a:spcPts val="0"/>
                </a:spcAft>
                <a:buNone/>
              </a:pPr>
              <a:endParaRPr sz="1300">
                <a:solidFill>
                  <a:schemeClr val="dk1"/>
                </a:solidFill>
                <a:latin typeface="Lato Light"/>
                <a:ea typeface="Lato Light"/>
                <a:cs typeface="Lato Light"/>
                <a:sym typeface="Lato Light"/>
              </a:endParaRPr>
            </a:p>
          </p:txBody>
        </p:sp>
        <p:sp>
          <p:nvSpPr>
            <p:cNvPr id="187" name="Google Shape;187;p28"/>
            <p:cNvSpPr/>
            <p:nvPr/>
          </p:nvSpPr>
          <p:spPr>
            <a:xfrm>
              <a:off x="3102288" y="1570339"/>
              <a:ext cx="1038072" cy="1787832"/>
            </a:xfrm>
            <a:custGeom>
              <a:avLst/>
              <a:gdLst/>
              <a:ahLst/>
              <a:cxnLst/>
              <a:rect l="l" t="t" r="r" b="b"/>
              <a:pathLst>
                <a:path w="21156" h="21600" extrusionOk="0">
                  <a:moveTo>
                    <a:pt x="17200" y="0"/>
                  </a:moveTo>
                  <a:cubicBezTo>
                    <a:pt x="12221" y="1401"/>
                    <a:pt x="7988" y="3585"/>
                    <a:pt x="4962" y="6316"/>
                  </a:cubicBezTo>
                  <a:cubicBezTo>
                    <a:pt x="1268" y="9650"/>
                    <a:pt x="-444" y="13619"/>
                    <a:pt x="98" y="17595"/>
                  </a:cubicBezTo>
                  <a:lnTo>
                    <a:pt x="21156" y="21600"/>
                  </a:lnTo>
                  <a:cubicBezTo>
                    <a:pt x="19937" y="20911"/>
                    <a:pt x="18965" y="20084"/>
                    <a:pt x="18298" y="19168"/>
                  </a:cubicBezTo>
                  <a:cubicBezTo>
                    <a:pt x="17547" y="18136"/>
                    <a:pt x="17200" y="17017"/>
                    <a:pt x="17283" y="15894"/>
                  </a:cubicBezTo>
                  <a:lnTo>
                    <a:pt x="17200" y="0"/>
                  </a:lnTo>
                  <a:close/>
                </a:path>
              </a:pathLst>
            </a:custGeom>
            <a:solidFill>
              <a:schemeClr val="accent5"/>
            </a:solidFill>
            <a:ln>
              <a:noFill/>
            </a:ln>
          </p:spPr>
          <p:txBody>
            <a:bodyPr spcFirstLastPara="1" wrap="square" lIns="14275" tIns="14275" rIns="14275" bIns="14275" anchor="ctr" anchorCtr="0">
              <a:noAutofit/>
            </a:bodyPr>
            <a:lstStyle/>
            <a:p>
              <a:pPr marL="0" marR="0" lvl="0" indent="0" algn="l" rtl="0">
                <a:spcBef>
                  <a:spcPts val="0"/>
                </a:spcBef>
                <a:spcAft>
                  <a:spcPts val="0"/>
                </a:spcAft>
                <a:buNone/>
              </a:pPr>
              <a:endParaRPr sz="1200">
                <a:solidFill>
                  <a:srgbClr val="FFFFFF"/>
                </a:solidFill>
                <a:latin typeface="Lato Light"/>
                <a:ea typeface="Lato Light"/>
                <a:cs typeface="Lato Light"/>
                <a:sym typeface="Lato Light"/>
              </a:endParaRPr>
            </a:p>
          </p:txBody>
        </p:sp>
        <p:sp>
          <p:nvSpPr>
            <p:cNvPr id="188" name="Google Shape;188;p28"/>
            <p:cNvSpPr/>
            <p:nvPr/>
          </p:nvSpPr>
          <p:spPr>
            <a:xfrm>
              <a:off x="3115511" y="3097809"/>
              <a:ext cx="1752732" cy="1245780"/>
            </a:xfrm>
            <a:custGeom>
              <a:avLst/>
              <a:gdLst/>
              <a:ahLst/>
              <a:cxnLst/>
              <a:rect l="l" t="t" r="r" b="b"/>
              <a:pathLst>
                <a:path w="21600" h="21600" extrusionOk="0">
                  <a:moveTo>
                    <a:pt x="21600" y="6445"/>
                  </a:moveTo>
                  <a:lnTo>
                    <a:pt x="13829" y="21600"/>
                  </a:lnTo>
                  <a:cubicBezTo>
                    <a:pt x="10009" y="20297"/>
                    <a:pt x="6587" y="17300"/>
                    <a:pt x="4071" y="13051"/>
                  </a:cubicBezTo>
                  <a:cubicBezTo>
                    <a:pt x="1866" y="9328"/>
                    <a:pt x="455" y="4804"/>
                    <a:pt x="0" y="0"/>
                  </a:cubicBezTo>
                  <a:lnTo>
                    <a:pt x="15759" y="7124"/>
                  </a:lnTo>
                  <a:cubicBezTo>
                    <a:pt x="16726" y="7545"/>
                    <a:pt x="17742" y="7698"/>
                    <a:pt x="18751" y="7576"/>
                  </a:cubicBezTo>
                  <a:cubicBezTo>
                    <a:pt x="19743" y="7456"/>
                    <a:pt x="20710" y="7073"/>
                    <a:pt x="21600" y="6445"/>
                  </a:cubicBezTo>
                  <a:close/>
                </a:path>
              </a:pathLst>
            </a:custGeom>
            <a:solidFill>
              <a:schemeClr val="accent4"/>
            </a:solidFill>
            <a:ln>
              <a:noFill/>
            </a:ln>
          </p:spPr>
          <p:txBody>
            <a:bodyPr spcFirstLastPara="1" wrap="square" lIns="14275" tIns="14275" rIns="14275" bIns="14275" anchor="ctr" anchorCtr="0">
              <a:noAutofit/>
            </a:bodyPr>
            <a:lstStyle/>
            <a:p>
              <a:pPr marL="0" marR="0" lvl="0" indent="0" algn="l" rtl="0">
                <a:spcBef>
                  <a:spcPts val="0"/>
                </a:spcBef>
                <a:spcAft>
                  <a:spcPts val="0"/>
                </a:spcAft>
                <a:buNone/>
              </a:pPr>
              <a:endParaRPr sz="1200">
                <a:solidFill>
                  <a:srgbClr val="FFFFFF"/>
                </a:solidFill>
                <a:latin typeface="Lato Light"/>
                <a:ea typeface="Lato Light"/>
                <a:cs typeface="Lato Light"/>
                <a:sym typeface="Lato Light"/>
              </a:endParaRPr>
            </a:p>
          </p:txBody>
        </p:sp>
        <p:sp>
          <p:nvSpPr>
            <p:cNvPr id="189" name="Google Shape;189;p28"/>
            <p:cNvSpPr/>
            <p:nvPr/>
          </p:nvSpPr>
          <p:spPr>
            <a:xfrm>
              <a:off x="4311781" y="2799840"/>
              <a:ext cx="1526364" cy="1581913"/>
            </a:xfrm>
            <a:custGeom>
              <a:avLst/>
              <a:gdLst/>
              <a:ahLst/>
              <a:cxnLst/>
              <a:rect l="l" t="t" r="r" b="b"/>
              <a:pathLst>
                <a:path w="21600" h="21243" extrusionOk="0">
                  <a:moveTo>
                    <a:pt x="12593" y="0"/>
                  </a:moveTo>
                  <a:lnTo>
                    <a:pt x="21600" y="11784"/>
                  </a:lnTo>
                  <a:cubicBezTo>
                    <a:pt x="19267" y="15419"/>
                    <a:pt x="15759" y="18239"/>
                    <a:pt x="11598" y="19826"/>
                  </a:cubicBezTo>
                  <a:cubicBezTo>
                    <a:pt x="7919" y="21229"/>
                    <a:pt x="3894" y="21600"/>
                    <a:pt x="0" y="20896"/>
                  </a:cubicBezTo>
                  <a:lnTo>
                    <a:pt x="10857" y="6567"/>
                  </a:lnTo>
                  <a:cubicBezTo>
                    <a:pt x="11599" y="5663"/>
                    <a:pt x="12137" y="4623"/>
                    <a:pt x="12439" y="3514"/>
                  </a:cubicBezTo>
                  <a:cubicBezTo>
                    <a:pt x="12751" y="2366"/>
                    <a:pt x="12804" y="1168"/>
                    <a:pt x="12593" y="0"/>
                  </a:cubicBezTo>
                  <a:close/>
                </a:path>
              </a:pathLst>
            </a:custGeom>
            <a:solidFill>
              <a:schemeClr val="accent3"/>
            </a:solidFill>
            <a:ln>
              <a:noFill/>
            </a:ln>
          </p:spPr>
          <p:txBody>
            <a:bodyPr spcFirstLastPara="1" wrap="square" lIns="14275" tIns="14275" rIns="14275" bIns="14275" anchor="ctr" anchorCtr="0">
              <a:noAutofit/>
            </a:bodyPr>
            <a:lstStyle/>
            <a:p>
              <a:pPr marL="0" marR="0" lvl="0" indent="0" algn="l" rtl="0">
                <a:spcBef>
                  <a:spcPts val="0"/>
                </a:spcBef>
                <a:spcAft>
                  <a:spcPts val="0"/>
                </a:spcAft>
                <a:buNone/>
              </a:pPr>
              <a:endParaRPr sz="1200">
                <a:solidFill>
                  <a:srgbClr val="FFFFFF"/>
                </a:solidFill>
                <a:latin typeface="Lato Light"/>
                <a:ea typeface="Lato Light"/>
                <a:cs typeface="Lato Light"/>
                <a:sym typeface="Lato Light"/>
              </a:endParaRPr>
            </a:p>
          </p:txBody>
        </p:sp>
        <p:sp>
          <p:nvSpPr>
            <p:cNvPr id="190" name="Google Shape;190;p28"/>
            <p:cNvSpPr/>
            <p:nvPr/>
          </p:nvSpPr>
          <p:spPr>
            <a:xfrm>
              <a:off x="4676823" y="1946286"/>
              <a:ext cx="1378690" cy="1668222"/>
            </a:xfrm>
            <a:custGeom>
              <a:avLst/>
              <a:gdLst/>
              <a:ahLst/>
              <a:cxnLst/>
              <a:rect l="l" t="t" r="r" b="b"/>
              <a:pathLst>
                <a:path w="21337" h="21600" extrusionOk="0">
                  <a:moveTo>
                    <a:pt x="0" y="4387"/>
                  </a:moveTo>
                  <a:lnTo>
                    <a:pt x="15846" y="0"/>
                  </a:lnTo>
                  <a:cubicBezTo>
                    <a:pt x="19012" y="3104"/>
                    <a:pt x="20914" y="6970"/>
                    <a:pt x="21275" y="11038"/>
                  </a:cubicBezTo>
                  <a:cubicBezTo>
                    <a:pt x="21600" y="14704"/>
                    <a:pt x="20656" y="18371"/>
                    <a:pt x="18557" y="21600"/>
                  </a:cubicBezTo>
                  <a:lnTo>
                    <a:pt x="6371" y="7619"/>
                  </a:lnTo>
                  <a:cubicBezTo>
                    <a:pt x="5672" y="6816"/>
                    <a:pt x="4801" y="6128"/>
                    <a:pt x="3803" y="5590"/>
                  </a:cubicBezTo>
                  <a:cubicBezTo>
                    <a:pt x="2651" y="4968"/>
                    <a:pt x="1355" y="4558"/>
                    <a:pt x="0" y="4387"/>
                  </a:cubicBezTo>
                  <a:close/>
                </a:path>
              </a:pathLst>
            </a:custGeom>
            <a:solidFill>
              <a:schemeClr val="accent2"/>
            </a:solidFill>
            <a:ln>
              <a:noFill/>
            </a:ln>
          </p:spPr>
          <p:txBody>
            <a:bodyPr spcFirstLastPara="1" wrap="square" lIns="14275" tIns="14275" rIns="14275" bIns="14275" anchor="ctr" anchorCtr="0">
              <a:noAutofit/>
            </a:bodyPr>
            <a:lstStyle/>
            <a:p>
              <a:pPr marL="0" marR="0" lvl="0" indent="0" algn="l" rtl="0">
                <a:spcBef>
                  <a:spcPts val="0"/>
                </a:spcBef>
                <a:spcAft>
                  <a:spcPts val="0"/>
                </a:spcAft>
                <a:buNone/>
              </a:pPr>
              <a:endParaRPr sz="1300">
                <a:solidFill>
                  <a:schemeClr val="dk1"/>
                </a:solidFill>
                <a:latin typeface="Lato Light"/>
                <a:ea typeface="Lato Light"/>
                <a:cs typeface="Lato Light"/>
                <a:sym typeface="Lato Light"/>
              </a:endParaRPr>
            </a:p>
          </p:txBody>
        </p:sp>
        <p:sp>
          <p:nvSpPr>
            <p:cNvPr id="191" name="Google Shape;191;p28"/>
            <p:cNvSpPr txBox="1"/>
            <p:nvPr/>
          </p:nvSpPr>
          <p:spPr>
            <a:xfrm>
              <a:off x="4444343" y="1670781"/>
              <a:ext cx="312300" cy="280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600" b="1">
                  <a:solidFill>
                    <a:schemeClr val="lt1"/>
                  </a:solidFill>
                  <a:latin typeface="League Spartan"/>
                  <a:ea typeface="League Spartan"/>
                  <a:cs typeface="League Spartan"/>
                  <a:sym typeface="League Spartan"/>
                </a:rPr>
                <a:t>01</a:t>
              </a:r>
              <a:endParaRPr sz="1600" b="1">
                <a:latin typeface="League Spartan"/>
                <a:ea typeface="League Spartan"/>
                <a:cs typeface="League Spartan"/>
                <a:sym typeface="League Spartan"/>
              </a:endParaRPr>
            </a:p>
          </p:txBody>
        </p:sp>
        <p:sp>
          <p:nvSpPr>
            <p:cNvPr id="192" name="Google Shape;192;p28"/>
            <p:cNvSpPr txBox="1"/>
            <p:nvPr/>
          </p:nvSpPr>
          <p:spPr>
            <a:xfrm>
              <a:off x="5443660" y="2500224"/>
              <a:ext cx="360600" cy="280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600" b="1">
                  <a:solidFill>
                    <a:schemeClr val="lt1"/>
                  </a:solidFill>
                  <a:latin typeface="League Spartan"/>
                  <a:ea typeface="League Spartan"/>
                  <a:cs typeface="League Spartan"/>
                  <a:sym typeface="League Spartan"/>
                </a:rPr>
                <a:t>02</a:t>
              </a:r>
              <a:endParaRPr sz="1600" b="1">
                <a:latin typeface="League Spartan"/>
                <a:ea typeface="League Spartan"/>
                <a:cs typeface="League Spartan"/>
                <a:sym typeface="League Spartan"/>
              </a:endParaRPr>
            </a:p>
          </p:txBody>
        </p:sp>
        <p:sp>
          <p:nvSpPr>
            <p:cNvPr id="193" name="Google Shape;193;p28"/>
            <p:cNvSpPr txBox="1"/>
            <p:nvPr/>
          </p:nvSpPr>
          <p:spPr>
            <a:xfrm>
              <a:off x="4929328" y="3709325"/>
              <a:ext cx="368700" cy="280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600" b="1">
                  <a:solidFill>
                    <a:schemeClr val="lt1"/>
                  </a:solidFill>
                  <a:latin typeface="League Spartan"/>
                  <a:ea typeface="League Spartan"/>
                  <a:cs typeface="League Spartan"/>
                  <a:sym typeface="League Spartan"/>
                </a:rPr>
                <a:t>03</a:t>
              </a:r>
              <a:endParaRPr sz="1600" b="1">
                <a:latin typeface="League Spartan"/>
                <a:ea typeface="League Spartan"/>
                <a:cs typeface="League Spartan"/>
                <a:sym typeface="League Spartan"/>
              </a:endParaRPr>
            </a:p>
          </p:txBody>
        </p:sp>
        <p:sp>
          <p:nvSpPr>
            <p:cNvPr id="194" name="Google Shape;194;p28"/>
            <p:cNvSpPr txBox="1"/>
            <p:nvPr/>
          </p:nvSpPr>
          <p:spPr>
            <a:xfrm>
              <a:off x="3677557" y="3598802"/>
              <a:ext cx="386700" cy="280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600" b="1">
                  <a:solidFill>
                    <a:schemeClr val="lt1"/>
                  </a:solidFill>
                  <a:latin typeface="League Spartan"/>
                  <a:ea typeface="League Spartan"/>
                  <a:cs typeface="League Spartan"/>
                  <a:sym typeface="League Spartan"/>
                </a:rPr>
                <a:t>04</a:t>
              </a:r>
              <a:endParaRPr sz="1600" b="1">
                <a:latin typeface="League Spartan"/>
                <a:ea typeface="League Spartan"/>
                <a:cs typeface="League Spartan"/>
                <a:sym typeface="League Spartan"/>
              </a:endParaRPr>
            </a:p>
          </p:txBody>
        </p:sp>
        <p:sp>
          <p:nvSpPr>
            <p:cNvPr id="195" name="Google Shape;195;p28"/>
            <p:cNvSpPr txBox="1"/>
            <p:nvPr/>
          </p:nvSpPr>
          <p:spPr>
            <a:xfrm>
              <a:off x="3395840" y="2345006"/>
              <a:ext cx="380400" cy="280800"/>
            </a:xfrm>
            <a:prstGeom prst="rect">
              <a:avLst/>
            </a:prstGeom>
            <a:noFill/>
            <a:ln>
              <a:noFill/>
            </a:ln>
          </p:spPr>
          <p:txBody>
            <a:bodyPr spcFirstLastPara="1" wrap="square" lIns="34300" tIns="17150" rIns="34300" bIns="17150" anchor="ctr" anchorCtr="0">
              <a:noAutofit/>
            </a:bodyPr>
            <a:lstStyle/>
            <a:p>
              <a:pPr marL="0" marR="0" lvl="0" indent="0" algn="ctr" rtl="0">
                <a:spcBef>
                  <a:spcPts val="0"/>
                </a:spcBef>
                <a:spcAft>
                  <a:spcPts val="0"/>
                </a:spcAft>
                <a:buNone/>
              </a:pPr>
              <a:r>
                <a:rPr lang="it" sz="1600" b="1">
                  <a:solidFill>
                    <a:schemeClr val="lt1"/>
                  </a:solidFill>
                  <a:latin typeface="League Spartan"/>
                  <a:ea typeface="League Spartan"/>
                  <a:cs typeface="League Spartan"/>
                  <a:sym typeface="League Spartan"/>
                </a:rPr>
                <a:t>05</a:t>
              </a:r>
              <a:endParaRPr sz="1600" b="1">
                <a:latin typeface="League Spartan"/>
                <a:ea typeface="League Spartan"/>
                <a:cs typeface="League Spartan"/>
                <a:sym typeface="League Spartan"/>
              </a:endParaRPr>
            </a:p>
          </p:txBody>
        </p:sp>
      </p:grpSp>
      <p:sp>
        <p:nvSpPr>
          <p:cNvPr id="196" name="Google Shape;196;p28"/>
          <p:cNvSpPr txBox="1">
            <a:spLocks noGrp="1"/>
          </p:cNvSpPr>
          <p:nvPr>
            <p:ph type="subTitle" idx="5"/>
          </p:nvPr>
        </p:nvSpPr>
        <p:spPr>
          <a:xfrm>
            <a:off x="6354875" y="3668350"/>
            <a:ext cx="2318400" cy="1216200"/>
          </a:xfrm>
          <a:prstGeom prst="rect">
            <a:avLst/>
          </a:prstGeom>
        </p:spPr>
        <p:txBody>
          <a:bodyPr spcFirstLastPara="1" wrap="square" lIns="91425" tIns="91425" rIns="91425" bIns="91425" anchor="t" anchorCtr="0">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League Spartan Medium"/>
              <a:buNone/>
              <a:defRPr sz="2800">
                <a:solidFill>
                  <a:schemeClr val="dk1"/>
                </a:solidFill>
                <a:latin typeface="League Spartan Medium"/>
                <a:ea typeface="League Spartan Medium"/>
                <a:cs typeface="League Spartan Medium"/>
                <a:sym typeface="League Spartan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sym typeface="Inter"/>
              </a:defRPr>
            </a:lvl1pPr>
            <a:lvl2pPr marL="914400" lvl="1"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9"/>
          <p:cNvSpPr txBox="1">
            <a:spLocks noGrp="1"/>
          </p:cNvSpPr>
          <p:nvPr>
            <p:ph type="title"/>
          </p:nvPr>
        </p:nvSpPr>
        <p:spPr>
          <a:xfrm>
            <a:off x="632175" y="1035300"/>
            <a:ext cx="7679700" cy="136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 sz="2900" b="1">
                <a:solidFill>
                  <a:srgbClr val="434343"/>
                </a:solidFill>
                <a:latin typeface="League Spartan"/>
                <a:ea typeface="League Spartan"/>
                <a:cs typeface="League Spartan"/>
                <a:sym typeface="League Spartan"/>
              </a:rPr>
              <a:t>Establishing a circadian-friendly University: developing strategies to improve students’ sleep and academic performance</a:t>
            </a:r>
            <a:endParaRPr sz="2900" b="1">
              <a:solidFill>
                <a:srgbClr val="434343"/>
              </a:solidFill>
              <a:latin typeface="League Spartan"/>
              <a:ea typeface="League Spartan"/>
              <a:cs typeface="League Spartan"/>
              <a:sym typeface="League Spartan"/>
            </a:endParaRPr>
          </a:p>
        </p:txBody>
      </p:sp>
      <p:sp>
        <p:nvSpPr>
          <p:cNvPr id="202" name="Google Shape;202;p29"/>
          <p:cNvSpPr txBox="1">
            <a:spLocks noGrp="1"/>
          </p:cNvSpPr>
          <p:nvPr>
            <p:ph type="body" idx="1"/>
          </p:nvPr>
        </p:nvSpPr>
        <p:spPr>
          <a:xfrm>
            <a:off x="632175" y="3461550"/>
            <a:ext cx="5520900" cy="1590000"/>
          </a:xfrm>
          <a:prstGeom prst="rect">
            <a:avLst/>
          </a:prstGeom>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it" sz="2200">
                <a:solidFill>
                  <a:srgbClr val="434343"/>
                </a:solidFill>
                <a:latin typeface="League Spartan Medium"/>
                <a:ea typeface="League Spartan Medium"/>
                <a:cs typeface="League Spartan Medium"/>
                <a:sym typeface="League Spartan Medium"/>
              </a:rPr>
              <a:t>Gianluca Giusti</a:t>
            </a:r>
            <a:endParaRPr sz="2200">
              <a:solidFill>
                <a:srgbClr val="434343"/>
              </a:solidFill>
              <a:latin typeface="League Spartan Medium"/>
              <a:ea typeface="League Spartan Medium"/>
              <a:cs typeface="League Spartan Medium"/>
              <a:sym typeface="League Spartan Medium"/>
            </a:endParaRPr>
          </a:p>
          <a:p>
            <a:pPr marL="0" lvl="0" indent="0" algn="l" rtl="0">
              <a:lnSpc>
                <a:spcPct val="100000"/>
              </a:lnSpc>
              <a:spcBef>
                <a:spcPts val="1200"/>
              </a:spcBef>
              <a:spcAft>
                <a:spcPts val="0"/>
              </a:spcAft>
              <a:buNone/>
            </a:pPr>
            <a:r>
              <a:rPr lang="it" sz="2200">
                <a:solidFill>
                  <a:srgbClr val="434343"/>
                </a:solidFill>
                <a:latin typeface="League Spartan Medium"/>
                <a:ea typeface="League Spartan Medium"/>
                <a:cs typeface="League Spartan Medium"/>
                <a:sym typeface="League Spartan Medium"/>
              </a:rPr>
              <a:t>PhD student,</a:t>
            </a:r>
            <a:endParaRPr sz="2200">
              <a:solidFill>
                <a:srgbClr val="434343"/>
              </a:solidFill>
              <a:latin typeface="League Spartan Medium"/>
              <a:ea typeface="League Spartan Medium"/>
              <a:cs typeface="League Spartan Medium"/>
              <a:sym typeface="League Spartan Medium"/>
            </a:endParaRPr>
          </a:p>
          <a:p>
            <a:pPr marL="0" lvl="0" indent="0" algn="l" rtl="0">
              <a:lnSpc>
                <a:spcPct val="100000"/>
              </a:lnSpc>
              <a:spcBef>
                <a:spcPts val="1200"/>
              </a:spcBef>
              <a:spcAft>
                <a:spcPts val="1200"/>
              </a:spcAft>
              <a:buNone/>
            </a:pPr>
            <a:r>
              <a:rPr lang="it" sz="2200">
                <a:solidFill>
                  <a:srgbClr val="434343"/>
                </a:solidFill>
                <a:latin typeface="League Spartan Medium"/>
                <a:ea typeface="League Spartan Medium"/>
                <a:cs typeface="League Spartan Medium"/>
                <a:sym typeface="League Spartan Medium"/>
              </a:rPr>
              <a:t>University of Surrey</a:t>
            </a:r>
            <a:endParaRPr sz="2200">
              <a:solidFill>
                <a:srgbClr val="434343"/>
              </a:solidFill>
              <a:latin typeface="League Spartan Medium"/>
              <a:ea typeface="League Spartan Medium"/>
              <a:cs typeface="League Spartan Medium"/>
              <a:sym typeface="League Spartan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0"/>
          <p:cNvPicPr preferRelativeResize="0"/>
          <p:nvPr/>
        </p:nvPicPr>
        <p:blipFill rotWithShape="1">
          <a:blip r:embed="rId3">
            <a:alphaModFix/>
          </a:blip>
          <a:srcRect r="4689" b="9559"/>
          <a:stretch/>
        </p:blipFill>
        <p:spPr>
          <a:xfrm>
            <a:off x="273263" y="934525"/>
            <a:ext cx="8597474" cy="3842500"/>
          </a:xfrm>
          <a:prstGeom prst="rect">
            <a:avLst/>
          </a:prstGeom>
          <a:noFill/>
          <a:ln>
            <a:noFill/>
          </a:ln>
        </p:spPr>
      </p:pic>
      <p:sp>
        <p:nvSpPr>
          <p:cNvPr id="208" name="Google Shape;208;p30"/>
          <p:cNvSpPr txBox="1">
            <a:spLocks noGrp="1"/>
          </p:cNvSpPr>
          <p:nvPr>
            <p:ph type="subTitle" idx="4294967295"/>
          </p:nvPr>
        </p:nvSpPr>
        <p:spPr>
          <a:xfrm>
            <a:off x="273275" y="279900"/>
            <a:ext cx="8027700" cy="877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it" sz="2100">
                <a:solidFill>
                  <a:srgbClr val="434343"/>
                </a:solidFill>
                <a:latin typeface="Arial"/>
                <a:ea typeface="Arial"/>
                <a:cs typeface="Arial"/>
                <a:sym typeface="Arial"/>
              </a:rPr>
              <a:t>Influence of Chronotype (MSFsc) on grades by subject area in</a:t>
            </a:r>
            <a:r>
              <a:rPr lang="it" sz="2100" b="1">
                <a:solidFill>
                  <a:srgbClr val="434343"/>
                </a:solidFill>
                <a:latin typeface="Arial"/>
                <a:ea typeface="Arial"/>
                <a:cs typeface="Arial"/>
                <a:sym typeface="Arial"/>
              </a:rPr>
              <a:t> High </a:t>
            </a:r>
            <a:r>
              <a:rPr lang="it" sz="2100">
                <a:solidFill>
                  <a:srgbClr val="434343"/>
                </a:solidFill>
                <a:latin typeface="Arial"/>
                <a:ea typeface="Arial"/>
                <a:cs typeface="Arial"/>
                <a:sym typeface="Arial"/>
              </a:rPr>
              <a:t>school students</a:t>
            </a:r>
            <a:endParaRPr sz="2100">
              <a:solidFill>
                <a:srgbClr val="434343"/>
              </a:solidFill>
              <a:latin typeface="Arial"/>
              <a:ea typeface="Arial"/>
              <a:cs typeface="Arial"/>
              <a:sym typeface="Arial"/>
            </a:endParaRPr>
          </a:p>
        </p:txBody>
      </p:sp>
      <p:sp>
        <p:nvSpPr>
          <p:cNvPr id="209" name="Google Shape;209;p30"/>
          <p:cNvSpPr txBox="1"/>
          <p:nvPr/>
        </p:nvSpPr>
        <p:spPr>
          <a:xfrm>
            <a:off x="7396800" y="4720000"/>
            <a:ext cx="1747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300" i="1">
                <a:solidFill>
                  <a:srgbClr val="434343"/>
                </a:solidFill>
              </a:rPr>
              <a:t>Zerbini et al., 2017</a:t>
            </a:r>
            <a:endParaRPr sz="1300" i="1">
              <a:solidFill>
                <a:srgbClr val="4343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1"/>
          <p:cNvPicPr preferRelativeResize="0"/>
          <p:nvPr/>
        </p:nvPicPr>
        <p:blipFill rotWithShape="1">
          <a:blip r:embed="rId3">
            <a:alphaModFix/>
          </a:blip>
          <a:srcRect b="23529"/>
          <a:stretch/>
        </p:blipFill>
        <p:spPr>
          <a:xfrm>
            <a:off x="762638" y="876626"/>
            <a:ext cx="7618725" cy="4066674"/>
          </a:xfrm>
          <a:prstGeom prst="rect">
            <a:avLst/>
          </a:prstGeom>
          <a:noFill/>
          <a:ln>
            <a:noFill/>
          </a:ln>
        </p:spPr>
      </p:pic>
      <p:sp>
        <p:nvSpPr>
          <p:cNvPr id="215" name="Google Shape;215;p31"/>
          <p:cNvSpPr txBox="1"/>
          <p:nvPr/>
        </p:nvSpPr>
        <p:spPr>
          <a:xfrm>
            <a:off x="7253825" y="4732000"/>
            <a:ext cx="1798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300" i="1">
                <a:solidFill>
                  <a:srgbClr val="434343"/>
                </a:solidFill>
              </a:rPr>
              <a:t>Zerbini et al., 2017</a:t>
            </a:r>
            <a:endParaRPr sz="1300" i="1">
              <a:solidFill>
                <a:srgbClr val="434343"/>
              </a:solidFill>
            </a:endParaRPr>
          </a:p>
        </p:txBody>
      </p:sp>
      <p:sp>
        <p:nvSpPr>
          <p:cNvPr id="216" name="Google Shape;216;p31"/>
          <p:cNvSpPr txBox="1">
            <a:spLocks noGrp="1"/>
          </p:cNvSpPr>
          <p:nvPr>
            <p:ph type="subTitle" idx="4294967295"/>
          </p:nvPr>
        </p:nvSpPr>
        <p:spPr>
          <a:xfrm>
            <a:off x="305425" y="164150"/>
            <a:ext cx="8027700" cy="838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it" sz="2100">
                <a:solidFill>
                  <a:srgbClr val="434343"/>
                </a:solidFill>
                <a:latin typeface="Arial"/>
                <a:ea typeface="Arial"/>
                <a:cs typeface="Arial"/>
                <a:sym typeface="Arial"/>
              </a:rPr>
              <a:t>Influence of Chronotype (MSFsc) on school attendance in</a:t>
            </a:r>
            <a:r>
              <a:rPr lang="it" sz="2100" b="1">
                <a:solidFill>
                  <a:srgbClr val="434343"/>
                </a:solidFill>
                <a:latin typeface="Arial"/>
                <a:ea typeface="Arial"/>
                <a:cs typeface="Arial"/>
                <a:sym typeface="Arial"/>
              </a:rPr>
              <a:t> High </a:t>
            </a:r>
            <a:r>
              <a:rPr lang="it" sz="2100">
                <a:solidFill>
                  <a:srgbClr val="434343"/>
                </a:solidFill>
                <a:latin typeface="Arial"/>
                <a:ea typeface="Arial"/>
                <a:cs typeface="Arial"/>
                <a:sym typeface="Arial"/>
              </a:rPr>
              <a:t>school students</a:t>
            </a:r>
            <a:endParaRPr sz="2100">
              <a:solidFill>
                <a:srgbClr val="43434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2"/>
          <p:cNvPicPr preferRelativeResize="0"/>
          <p:nvPr/>
        </p:nvPicPr>
        <p:blipFill>
          <a:blip r:embed="rId3">
            <a:alphaModFix/>
          </a:blip>
          <a:stretch>
            <a:fillRect/>
          </a:stretch>
        </p:blipFill>
        <p:spPr>
          <a:xfrm>
            <a:off x="306800" y="884525"/>
            <a:ext cx="8530400" cy="3933850"/>
          </a:xfrm>
          <a:prstGeom prst="rect">
            <a:avLst/>
          </a:prstGeom>
          <a:noFill/>
          <a:ln>
            <a:noFill/>
          </a:ln>
        </p:spPr>
      </p:pic>
      <p:sp>
        <p:nvSpPr>
          <p:cNvPr id="222" name="Google Shape;222;p32"/>
          <p:cNvSpPr txBox="1">
            <a:spLocks noGrp="1"/>
          </p:cNvSpPr>
          <p:nvPr>
            <p:ph type="subTitle" idx="4294967295"/>
          </p:nvPr>
        </p:nvSpPr>
        <p:spPr>
          <a:xfrm>
            <a:off x="308600" y="152400"/>
            <a:ext cx="8366400" cy="1216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it" sz="2200">
                <a:solidFill>
                  <a:srgbClr val="434343"/>
                </a:solidFill>
                <a:latin typeface="Arial"/>
                <a:ea typeface="Arial"/>
                <a:cs typeface="Arial"/>
                <a:sym typeface="Arial"/>
              </a:rPr>
              <a:t>Comparison of sleep parameters between 8am days and &gt;9 am days in the flexible system</a:t>
            </a:r>
            <a:endParaRPr sz="2200">
              <a:solidFill>
                <a:srgbClr val="434343"/>
              </a:solidFill>
              <a:latin typeface="Arial"/>
              <a:ea typeface="Arial"/>
              <a:cs typeface="Arial"/>
              <a:sym typeface="Arial"/>
            </a:endParaRPr>
          </a:p>
        </p:txBody>
      </p:sp>
      <p:sp>
        <p:nvSpPr>
          <p:cNvPr id="223" name="Google Shape;223;p32"/>
          <p:cNvSpPr txBox="1"/>
          <p:nvPr/>
        </p:nvSpPr>
        <p:spPr>
          <a:xfrm>
            <a:off x="7096200" y="4743300"/>
            <a:ext cx="2047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300">
                <a:solidFill>
                  <a:srgbClr val="434343"/>
                </a:solidFill>
              </a:rPr>
              <a:t>Winnebeck at al., 2020</a:t>
            </a:r>
            <a:endParaRPr sz="1300">
              <a:solidFill>
                <a:srgbClr val="4343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33"/>
          <p:cNvPicPr preferRelativeResize="0"/>
          <p:nvPr/>
        </p:nvPicPr>
        <p:blipFill rotWithShape="1">
          <a:blip r:embed="rId3">
            <a:alphaModFix/>
          </a:blip>
          <a:srcRect l="66266" t="45444"/>
          <a:stretch/>
        </p:blipFill>
        <p:spPr>
          <a:xfrm>
            <a:off x="1741765" y="212452"/>
            <a:ext cx="3033007" cy="2139552"/>
          </a:xfrm>
          <a:prstGeom prst="rect">
            <a:avLst/>
          </a:prstGeom>
          <a:noFill/>
          <a:ln>
            <a:noFill/>
          </a:ln>
        </p:spPr>
      </p:pic>
      <p:pic>
        <p:nvPicPr>
          <p:cNvPr id="229" name="Google Shape;229;p33"/>
          <p:cNvPicPr preferRelativeResize="0"/>
          <p:nvPr/>
        </p:nvPicPr>
        <p:blipFill rotWithShape="1">
          <a:blip r:embed="rId4">
            <a:alphaModFix/>
          </a:blip>
          <a:srcRect r="32818" b="6507"/>
          <a:stretch/>
        </p:blipFill>
        <p:spPr>
          <a:xfrm>
            <a:off x="1592776" y="2428879"/>
            <a:ext cx="5811297" cy="2655971"/>
          </a:xfrm>
          <a:prstGeom prst="rect">
            <a:avLst/>
          </a:prstGeom>
          <a:noFill/>
          <a:ln>
            <a:noFill/>
          </a:ln>
        </p:spPr>
      </p:pic>
      <p:pic>
        <p:nvPicPr>
          <p:cNvPr id="230" name="Google Shape;230;p33"/>
          <p:cNvPicPr preferRelativeResize="0"/>
          <p:nvPr/>
        </p:nvPicPr>
        <p:blipFill rotWithShape="1">
          <a:blip r:embed="rId4">
            <a:alphaModFix/>
          </a:blip>
          <a:srcRect l="66671" b="14581"/>
          <a:stretch/>
        </p:blipFill>
        <p:spPr>
          <a:xfrm>
            <a:off x="4667174" y="60675"/>
            <a:ext cx="2813529" cy="2368203"/>
          </a:xfrm>
          <a:prstGeom prst="rect">
            <a:avLst/>
          </a:prstGeom>
          <a:noFill/>
          <a:ln>
            <a:noFill/>
          </a:ln>
        </p:spPr>
      </p:pic>
      <p:sp>
        <p:nvSpPr>
          <p:cNvPr id="231" name="Google Shape;231;p33"/>
          <p:cNvSpPr/>
          <p:nvPr/>
        </p:nvSpPr>
        <p:spPr>
          <a:xfrm>
            <a:off x="2848200" y="83775"/>
            <a:ext cx="1013700" cy="226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3"/>
          <p:cNvSpPr txBox="1"/>
          <p:nvPr/>
        </p:nvSpPr>
        <p:spPr>
          <a:xfrm>
            <a:off x="7209600" y="4758600"/>
            <a:ext cx="1934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300">
                <a:solidFill>
                  <a:srgbClr val="434343"/>
                </a:solidFill>
              </a:rPr>
              <a:t>Winnebeck at al., 2020</a:t>
            </a:r>
            <a:endParaRPr sz="1300">
              <a:solidFill>
                <a:srgbClr val="43434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34"/>
          <p:cNvPicPr preferRelativeResize="0"/>
          <p:nvPr/>
        </p:nvPicPr>
        <p:blipFill>
          <a:blip r:embed="rId3">
            <a:alphaModFix/>
          </a:blip>
          <a:stretch>
            <a:fillRect/>
          </a:stretch>
        </p:blipFill>
        <p:spPr>
          <a:xfrm>
            <a:off x="2178025" y="106200"/>
            <a:ext cx="5708199" cy="4931101"/>
          </a:xfrm>
          <a:prstGeom prst="rect">
            <a:avLst/>
          </a:prstGeom>
          <a:noFill/>
          <a:ln>
            <a:noFill/>
          </a:ln>
        </p:spPr>
      </p:pic>
      <p:sp>
        <p:nvSpPr>
          <p:cNvPr id="238" name="Google Shape;238;p34"/>
          <p:cNvSpPr txBox="1"/>
          <p:nvPr/>
        </p:nvSpPr>
        <p:spPr>
          <a:xfrm>
            <a:off x="167525" y="152400"/>
            <a:ext cx="22431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2100">
                <a:solidFill>
                  <a:srgbClr val="434343"/>
                </a:solidFill>
              </a:rPr>
              <a:t>Student-rated benefit from the flexible system</a:t>
            </a:r>
            <a:endParaRPr sz="2100">
              <a:solidFill>
                <a:srgbClr val="434343"/>
              </a:solidFill>
            </a:endParaRPr>
          </a:p>
        </p:txBody>
      </p:sp>
      <p:sp>
        <p:nvSpPr>
          <p:cNvPr id="239" name="Google Shape;239;p34"/>
          <p:cNvSpPr txBox="1"/>
          <p:nvPr/>
        </p:nvSpPr>
        <p:spPr>
          <a:xfrm>
            <a:off x="7226400" y="4758600"/>
            <a:ext cx="191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300">
                <a:solidFill>
                  <a:srgbClr val="434343"/>
                </a:solidFill>
              </a:rPr>
              <a:t>Winnebeck at al., 2020</a:t>
            </a:r>
            <a:endParaRPr sz="1300">
              <a:solidFill>
                <a:srgbClr val="43434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subTitle" idx="1"/>
          </p:nvPr>
        </p:nvSpPr>
        <p:spPr>
          <a:xfrm>
            <a:off x="1185925" y="1687125"/>
            <a:ext cx="6236100" cy="934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it" sz="1800">
                <a:solidFill>
                  <a:srgbClr val="434343"/>
                </a:solidFill>
                <a:latin typeface="Arial"/>
                <a:ea typeface="Arial"/>
                <a:cs typeface="Arial"/>
                <a:sym typeface="Arial"/>
              </a:rPr>
              <a:t>In-depth analyses of lecture timing in relation to University academic performance are not available.</a:t>
            </a:r>
            <a:endParaRPr sz="1800">
              <a:solidFill>
                <a:srgbClr val="434343"/>
              </a:solidFill>
              <a:latin typeface="Arial"/>
              <a:ea typeface="Arial"/>
              <a:cs typeface="Arial"/>
              <a:sym typeface="Arial"/>
            </a:endParaRPr>
          </a:p>
        </p:txBody>
      </p:sp>
      <p:sp>
        <p:nvSpPr>
          <p:cNvPr id="245" name="Google Shape;245;p35"/>
          <p:cNvSpPr txBox="1">
            <a:spLocks noGrp="1"/>
          </p:cNvSpPr>
          <p:nvPr>
            <p:ph type="subTitle" idx="2"/>
          </p:nvPr>
        </p:nvSpPr>
        <p:spPr>
          <a:xfrm>
            <a:off x="1185925" y="2726325"/>
            <a:ext cx="6236100" cy="93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sz="1800">
                <a:solidFill>
                  <a:srgbClr val="434343"/>
                </a:solidFill>
                <a:latin typeface="Arial"/>
                <a:ea typeface="Arial"/>
                <a:cs typeface="Arial"/>
                <a:sym typeface="Arial"/>
              </a:rPr>
              <a:t>Changes in University lecture start times have not been attempted to date.</a:t>
            </a:r>
            <a:endParaRPr sz="1800">
              <a:solidFill>
                <a:srgbClr val="434343"/>
              </a:solidFill>
              <a:latin typeface="Arial"/>
              <a:ea typeface="Arial"/>
              <a:cs typeface="Arial"/>
              <a:sym typeface="Arial"/>
            </a:endParaRPr>
          </a:p>
          <a:p>
            <a:pPr marL="0" lvl="0" indent="0" algn="l" rtl="0">
              <a:spcBef>
                <a:spcPts val="1200"/>
              </a:spcBef>
              <a:spcAft>
                <a:spcPts val="0"/>
              </a:spcAft>
              <a:buClr>
                <a:schemeClr val="dk1"/>
              </a:buClr>
              <a:buSzPts val="1100"/>
              <a:buFont typeface="Arial"/>
              <a:buNone/>
            </a:pPr>
            <a:endParaRPr sz="1800">
              <a:solidFill>
                <a:srgbClr val="434343"/>
              </a:solidFill>
              <a:latin typeface="Arial"/>
              <a:ea typeface="Arial"/>
              <a:cs typeface="Arial"/>
              <a:sym typeface="Arial"/>
            </a:endParaRPr>
          </a:p>
          <a:p>
            <a:pPr marL="0" lvl="0" indent="0" algn="l" rtl="0">
              <a:spcBef>
                <a:spcPts val="1200"/>
              </a:spcBef>
              <a:spcAft>
                <a:spcPts val="1200"/>
              </a:spcAft>
              <a:buNone/>
            </a:pPr>
            <a:endParaRPr sz="1800">
              <a:solidFill>
                <a:srgbClr val="43434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p:cNvPicPr preferRelativeResize="0"/>
          <p:nvPr/>
        </p:nvPicPr>
        <p:blipFill>
          <a:blip r:embed="rId3">
            <a:alphaModFix/>
          </a:blip>
          <a:stretch>
            <a:fillRect/>
          </a:stretch>
        </p:blipFill>
        <p:spPr>
          <a:xfrm>
            <a:off x="152400" y="1110375"/>
            <a:ext cx="8839204" cy="3249961"/>
          </a:xfrm>
          <a:prstGeom prst="rect">
            <a:avLst/>
          </a:prstGeom>
          <a:noFill/>
          <a:ln>
            <a:noFill/>
          </a:ln>
        </p:spPr>
      </p:pic>
      <p:sp>
        <p:nvSpPr>
          <p:cNvPr id="251" name="Google Shape;251;p36"/>
          <p:cNvSpPr txBox="1"/>
          <p:nvPr/>
        </p:nvSpPr>
        <p:spPr>
          <a:xfrm>
            <a:off x="3072000" y="218575"/>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a:t>Average marks by study subject, chronotype, and over time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37"/>
          <p:cNvPicPr preferRelativeResize="0"/>
          <p:nvPr/>
        </p:nvPicPr>
        <p:blipFill>
          <a:blip r:embed="rId3">
            <a:alphaModFix/>
          </a:blip>
          <a:stretch>
            <a:fillRect/>
          </a:stretch>
        </p:blipFill>
        <p:spPr>
          <a:xfrm>
            <a:off x="152400" y="152400"/>
            <a:ext cx="6727532" cy="48386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8"/>
          <p:cNvSpPr txBox="1"/>
          <p:nvPr/>
        </p:nvSpPr>
        <p:spPr>
          <a:xfrm>
            <a:off x="334325" y="1632900"/>
            <a:ext cx="8621700" cy="1908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 sz="2000">
                <a:solidFill>
                  <a:srgbClr val="434343"/>
                </a:solidFill>
              </a:rPr>
              <a:t>The aims of this project are to collect comprehensive sleep quality and timing information, to evaluate the impact of a university welfare-based circadian hygiene initiative on sleep and academic performance, and to determine whether there is a correlation between the starting time of lectures and academic performance.</a:t>
            </a:r>
            <a:endParaRPr sz="2000">
              <a:solidFill>
                <a:srgbClr val="434343"/>
              </a:solidFill>
            </a:endParaRPr>
          </a:p>
        </p:txBody>
      </p:sp>
      <p:sp>
        <p:nvSpPr>
          <p:cNvPr id="262" name="Google Shape;262;p38"/>
          <p:cNvSpPr txBox="1">
            <a:spLocks noGrp="1"/>
          </p:cNvSpPr>
          <p:nvPr>
            <p:ph type="title" idx="4294967295"/>
          </p:nvPr>
        </p:nvSpPr>
        <p:spPr>
          <a:xfrm>
            <a:off x="334325" y="904150"/>
            <a:ext cx="3589800" cy="5541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it" b="1">
                <a:solidFill>
                  <a:srgbClr val="434343"/>
                </a:solidFill>
                <a:latin typeface="Arial"/>
                <a:ea typeface="Arial"/>
                <a:cs typeface="Arial"/>
                <a:sym typeface="Arial"/>
              </a:rPr>
              <a:t>Aims:</a:t>
            </a:r>
            <a:r>
              <a:rPr lang="it" sz="2200">
                <a:solidFill>
                  <a:srgbClr val="434343"/>
                </a:solidFill>
                <a:latin typeface="Arial"/>
                <a:ea typeface="Arial"/>
                <a:cs typeface="Arial"/>
                <a:sym typeface="Arial"/>
              </a:rPr>
              <a:t> </a:t>
            </a:r>
            <a:endParaRPr>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9"/>
          <p:cNvSpPr txBox="1">
            <a:spLocks noGrp="1"/>
          </p:cNvSpPr>
          <p:nvPr>
            <p:ph type="title"/>
          </p:nvPr>
        </p:nvSpPr>
        <p:spPr>
          <a:xfrm>
            <a:off x="1889600" y="997400"/>
            <a:ext cx="3589800" cy="65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 sz="2800" b="1" i="1">
                <a:solidFill>
                  <a:srgbClr val="434343"/>
                </a:solidFill>
                <a:highlight>
                  <a:srgbClr val="FFFFFF"/>
                </a:highlight>
                <a:latin typeface="Arial"/>
                <a:ea typeface="Arial"/>
                <a:cs typeface="Arial"/>
                <a:sym typeface="Arial"/>
              </a:rPr>
              <a:t>Hypothesis</a:t>
            </a:r>
            <a:endParaRPr sz="2800">
              <a:solidFill>
                <a:srgbClr val="434343"/>
              </a:solidFill>
              <a:latin typeface="Arial"/>
              <a:ea typeface="Arial"/>
              <a:cs typeface="Arial"/>
              <a:sym typeface="Arial"/>
            </a:endParaRPr>
          </a:p>
        </p:txBody>
      </p:sp>
      <p:sp>
        <p:nvSpPr>
          <p:cNvPr id="268" name="Google Shape;268;p39"/>
          <p:cNvSpPr txBox="1">
            <a:spLocks noGrp="1"/>
          </p:cNvSpPr>
          <p:nvPr>
            <p:ph type="subTitle" idx="1"/>
          </p:nvPr>
        </p:nvSpPr>
        <p:spPr>
          <a:xfrm>
            <a:off x="1889600" y="1959150"/>
            <a:ext cx="6362100" cy="27423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600"/>
              </a:spcAft>
              <a:buNone/>
            </a:pPr>
            <a:r>
              <a:rPr lang="it" sz="2800">
                <a:solidFill>
                  <a:srgbClr val="434343"/>
                </a:solidFill>
                <a:latin typeface="Arial"/>
                <a:ea typeface="Arial"/>
                <a:cs typeface="Arial"/>
                <a:sym typeface="Arial"/>
              </a:rPr>
              <a:t>Students starting later will perform and sleep better than their counterparts starting earlier</a:t>
            </a:r>
            <a:endParaRPr sz="2800">
              <a:solidFill>
                <a:srgbClr val="434343"/>
              </a:solidFill>
              <a:latin typeface="Arial"/>
              <a:ea typeface="Arial"/>
              <a:cs typeface="Arial"/>
              <a:sym typeface="Arial"/>
            </a:endParaRPr>
          </a:p>
        </p:txBody>
      </p:sp>
      <p:sp>
        <p:nvSpPr>
          <p:cNvPr id="269" name="Google Shape;269;p39"/>
          <p:cNvSpPr/>
          <p:nvPr/>
        </p:nvSpPr>
        <p:spPr>
          <a:xfrm>
            <a:off x="4777025" y="520775"/>
            <a:ext cx="1028700" cy="398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0"/>
          <p:cNvSpPr txBox="1">
            <a:spLocks noGrp="1"/>
          </p:cNvSpPr>
          <p:nvPr>
            <p:ph type="subTitle" idx="1"/>
          </p:nvPr>
        </p:nvSpPr>
        <p:spPr>
          <a:xfrm>
            <a:off x="642700" y="836675"/>
            <a:ext cx="7432500" cy="3554100"/>
          </a:xfrm>
          <a:prstGeom prst="rect">
            <a:avLst/>
          </a:prstGeom>
        </p:spPr>
        <p:txBody>
          <a:bodyPr spcFirstLastPara="1" wrap="square" lIns="91425" tIns="91425" rIns="91425" bIns="91425" anchor="ctr" anchorCtr="0">
            <a:normAutofit/>
          </a:bodyPr>
          <a:lstStyle/>
          <a:p>
            <a:pPr marL="0" lvl="0" indent="0" algn="just" rtl="0">
              <a:lnSpc>
                <a:spcPct val="150000"/>
              </a:lnSpc>
              <a:spcBef>
                <a:spcPts val="1200"/>
              </a:spcBef>
              <a:spcAft>
                <a:spcPts val="0"/>
              </a:spcAft>
              <a:buClr>
                <a:schemeClr val="dk1"/>
              </a:buClr>
              <a:buSzPts val="1100"/>
              <a:buFont typeface="Arial"/>
              <a:buNone/>
            </a:pPr>
            <a:r>
              <a:rPr lang="it" sz="2400">
                <a:solidFill>
                  <a:srgbClr val="434343"/>
                </a:solidFill>
                <a:latin typeface="Arial"/>
                <a:ea typeface="Arial"/>
                <a:cs typeface="Arial"/>
                <a:sym typeface="Arial"/>
              </a:rPr>
              <a:t>These results will represent the basis to plan a subsequent, prospective study comparing </a:t>
            </a:r>
            <a:r>
              <a:rPr lang="it" sz="2400" b="1">
                <a:solidFill>
                  <a:srgbClr val="434343"/>
                </a:solidFill>
                <a:latin typeface="Arial"/>
                <a:ea typeface="Arial"/>
                <a:cs typeface="Arial"/>
                <a:sym typeface="Arial"/>
              </a:rPr>
              <a:t>regular lecture times</a:t>
            </a:r>
            <a:r>
              <a:rPr lang="it" sz="2400">
                <a:solidFill>
                  <a:srgbClr val="434343"/>
                </a:solidFill>
                <a:latin typeface="Arial"/>
                <a:ea typeface="Arial"/>
                <a:cs typeface="Arial"/>
                <a:sym typeface="Arial"/>
              </a:rPr>
              <a:t> and </a:t>
            </a:r>
            <a:r>
              <a:rPr lang="it" sz="2400" b="1">
                <a:solidFill>
                  <a:srgbClr val="434343"/>
                </a:solidFill>
                <a:latin typeface="Arial"/>
                <a:ea typeface="Arial"/>
                <a:cs typeface="Arial"/>
                <a:sym typeface="Arial"/>
              </a:rPr>
              <a:t>delayed lecture times</a:t>
            </a:r>
            <a:r>
              <a:rPr lang="it" sz="2400">
                <a:solidFill>
                  <a:srgbClr val="434343"/>
                </a:solidFill>
                <a:latin typeface="Arial"/>
                <a:ea typeface="Arial"/>
                <a:cs typeface="Arial"/>
                <a:sym typeface="Arial"/>
              </a:rPr>
              <a:t> </a:t>
            </a:r>
            <a:endParaRPr sz="2400">
              <a:solidFill>
                <a:srgbClr val="434343"/>
              </a:solidFill>
              <a:latin typeface="Arial"/>
              <a:ea typeface="Arial"/>
              <a:cs typeface="Arial"/>
              <a:sym typeface="Arial"/>
            </a:endParaRPr>
          </a:p>
          <a:p>
            <a:pPr marL="0" lvl="0" indent="0" algn="l" rtl="0">
              <a:spcBef>
                <a:spcPts val="600"/>
              </a:spcBef>
              <a:spcAft>
                <a:spcPts val="1200"/>
              </a:spcAft>
              <a:buNone/>
            </a:pPr>
            <a:endParaRPr sz="2400">
              <a:solidFill>
                <a:srgbClr val="434343"/>
              </a:solidFill>
              <a:latin typeface="Arial"/>
              <a:ea typeface="Arial"/>
              <a:cs typeface="Arial"/>
              <a:sym typeface="Arial"/>
            </a:endParaRPr>
          </a:p>
        </p:txBody>
      </p:sp>
      <p:sp>
        <p:nvSpPr>
          <p:cNvPr id="275" name="Google Shape;275;p40"/>
          <p:cNvSpPr txBox="1"/>
          <p:nvPr/>
        </p:nvSpPr>
        <p:spPr>
          <a:xfrm>
            <a:off x="2032050" y="4134075"/>
            <a:ext cx="6511200" cy="4002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1200"/>
              </a:spcBef>
              <a:spcAft>
                <a:spcPts val="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1"/>
          <p:cNvSpPr txBox="1">
            <a:spLocks noGrp="1"/>
          </p:cNvSpPr>
          <p:nvPr>
            <p:ph type="subTitle" idx="4294967295"/>
          </p:nvPr>
        </p:nvSpPr>
        <p:spPr>
          <a:xfrm>
            <a:off x="1963875" y="1601600"/>
            <a:ext cx="6452100" cy="2654700"/>
          </a:xfrm>
          <a:prstGeom prst="rect">
            <a:avLst/>
          </a:prstGeom>
        </p:spPr>
        <p:txBody>
          <a:bodyPr spcFirstLastPara="1" wrap="square" lIns="91425" tIns="91425" rIns="91425" bIns="91425" anchor="t" anchorCtr="0">
            <a:noAutofit/>
          </a:bodyPr>
          <a:lstStyle/>
          <a:p>
            <a:pPr marL="457200" lvl="0" indent="-368300" algn="l" rtl="0">
              <a:lnSpc>
                <a:spcPct val="150000"/>
              </a:lnSpc>
              <a:spcBef>
                <a:spcPts val="0"/>
              </a:spcBef>
              <a:spcAft>
                <a:spcPts val="0"/>
              </a:spcAft>
              <a:buClr>
                <a:srgbClr val="434343"/>
              </a:buClr>
              <a:buSzPts val="2200"/>
              <a:buFont typeface="Arial"/>
              <a:buAutoNum type="arabicPeriod"/>
            </a:pPr>
            <a:r>
              <a:rPr lang="it" sz="2200">
                <a:solidFill>
                  <a:srgbClr val="434343"/>
                </a:solidFill>
                <a:latin typeface="Arial"/>
                <a:ea typeface="Arial"/>
                <a:cs typeface="Arial"/>
                <a:sym typeface="Arial"/>
              </a:rPr>
              <a:t>Compound index based on number of exams passed and average marks </a:t>
            </a:r>
            <a:endParaRPr sz="2200">
              <a:solidFill>
                <a:srgbClr val="434343"/>
              </a:solidFill>
              <a:latin typeface="Arial"/>
              <a:ea typeface="Arial"/>
              <a:cs typeface="Arial"/>
              <a:sym typeface="Arial"/>
            </a:endParaRPr>
          </a:p>
          <a:p>
            <a:pPr marL="457200" lvl="0" indent="-368300" algn="l" rtl="0">
              <a:lnSpc>
                <a:spcPct val="150000"/>
              </a:lnSpc>
              <a:spcBef>
                <a:spcPts val="0"/>
              </a:spcBef>
              <a:spcAft>
                <a:spcPts val="0"/>
              </a:spcAft>
              <a:buClr>
                <a:srgbClr val="434343"/>
              </a:buClr>
              <a:buSzPts val="2200"/>
              <a:buFont typeface="Arial"/>
              <a:buAutoNum type="arabicPeriod"/>
            </a:pPr>
            <a:r>
              <a:rPr lang="it" sz="2200">
                <a:solidFill>
                  <a:srgbClr val="434343"/>
                </a:solidFill>
                <a:latin typeface="Arial"/>
                <a:ea typeface="Arial"/>
                <a:cs typeface="Arial"/>
                <a:sym typeface="Arial"/>
              </a:rPr>
              <a:t>Sleep quality assessed by a validated questionnaire </a:t>
            </a:r>
            <a:endParaRPr sz="2200">
              <a:solidFill>
                <a:srgbClr val="434343"/>
              </a:solidFill>
              <a:latin typeface="Arial"/>
              <a:ea typeface="Arial"/>
              <a:cs typeface="Arial"/>
              <a:sym typeface="Arial"/>
            </a:endParaRPr>
          </a:p>
          <a:p>
            <a:pPr marL="0" lvl="0" indent="0" algn="l" rtl="0">
              <a:lnSpc>
                <a:spcPct val="150000"/>
              </a:lnSpc>
              <a:spcBef>
                <a:spcPts val="1200"/>
              </a:spcBef>
              <a:spcAft>
                <a:spcPts val="0"/>
              </a:spcAft>
              <a:buNone/>
            </a:pPr>
            <a:endParaRPr>
              <a:solidFill>
                <a:srgbClr val="434343"/>
              </a:solidFill>
            </a:endParaRPr>
          </a:p>
          <a:p>
            <a:pPr marL="0" lvl="0" indent="0" algn="l" rtl="0">
              <a:lnSpc>
                <a:spcPct val="150000"/>
              </a:lnSpc>
              <a:spcBef>
                <a:spcPts val="1200"/>
              </a:spcBef>
              <a:spcAft>
                <a:spcPts val="1200"/>
              </a:spcAft>
              <a:buClr>
                <a:schemeClr val="dk1"/>
              </a:buClr>
              <a:buSzPts val="1100"/>
              <a:buFont typeface="Arial"/>
              <a:buNone/>
            </a:pPr>
            <a:endParaRPr sz="2200">
              <a:solidFill>
                <a:srgbClr val="434343"/>
              </a:solidFill>
              <a:latin typeface="Arial"/>
              <a:ea typeface="Arial"/>
              <a:cs typeface="Arial"/>
              <a:sym typeface="Arial"/>
            </a:endParaRPr>
          </a:p>
        </p:txBody>
      </p:sp>
      <p:sp>
        <p:nvSpPr>
          <p:cNvPr id="281" name="Google Shape;281;p41"/>
          <p:cNvSpPr txBox="1">
            <a:spLocks noGrp="1"/>
          </p:cNvSpPr>
          <p:nvPr>
            <p:ph type="title"/>
          </p:nvPr>
        </p:nvSpPr>
        <p:spPr>
          <a:xfrm>
            <a:off x="1963875" y="720350"/>
            <a:ext cx="3589800" cy="5541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1200"/>
              </a:spcAft>
              <a:buClr>
                <a:schemeClr val="dk1"/>
              </a:buClr>
              <a:buSzPts val="1100"/>
              <a:buFont typeface="Arial"/>
              <a:buNone/>
            </a:pPr>
            <a:r>
              <a:rPr lang="it" b="1">
                <a:solidFill>
                  <a:srgbClr val="434343"/>
                </a:solidFill>
                <a:latin typeface="Arial"/>
                <a:ea typeface="Arial"/>
                <a:cs typeface="Arial"/>
                <a:sym typeface="Arial"/>
              </a:rPr>
              <a:t>Outcomes:</a:t>
            </a:r>
            <a:r>
              <a:rPr lang="it" sz="2200">
                <a:solidFill>
                  <a:srgbClr val="434343"/>
                </a:solidFill>
                <a:latin typeface="Arial"/>
                <a:ea typeface="Arial"/>
                <a:cs typeface="Arial"/>
                <a:sym typeface="Arial"/>
              </a:rPr>
              <a:t> </a:t>
            </a:r>
            <a:endParaRPr>
              <a:solidFill>
                <a:srgbClr val="434343"/>
              </a:solidFill>
            </a:endParaRPr>
          </a:p>
        </p:txBody>
      </p:sp>
      <p:sp>
        <p:nvSpPr>
          <p:cNvPr id="282" name="Google Shape;282;p41"/>
          <p:cNvSpPr/>
          <p:nvPr/>
        </p:nvSpPr>
        <p:spPr>
          <a:xfrm>
            <a:off x="4384825" y="437200"/>
            <a:ext cx="1787400" cy="560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42"/>
          <p:cNvPicPr preferRelativeResize="0">
            <a:picLocks noGrp="1"/>
          </p:cNvPicPr>
          <p:nvPr>
            <p:ph type="pic" idx="2"/>
          </p:nvPr>
        </p:nvPicPr>
        <p:blipFill rotWithShape="1">
          <a:blip r:embed="rId3">
            <a:alphaModFix/>
          </a:blip>
          <a:srcRect l="24973" r="24978"/>
          <a:stretch/>
        </p:blipFill>
        <p:spPr>
          <a:xfrm>
            <a:off x="642700" y="632300"/>
            <a:ext cx="2615100" cy="3918900"/>
          </a:xfrm>
          <a:prstGeom prst="roundRect">
            <a:avLst>
              <a:gd name="adj" fmla="val 16667"/>
            </a:avLst>
          </a:prstGeom>
        </p:spPr>
      </p:pic>
      <p:sp>
        <p:nvSpPr>
          <p:cNvPr id="288" name="Google Shape;288;p42"/>
          <p:cNvSpPr txBox="1">
            <a:spLocks noGrp="1"/>
          </p:cNvSpPr>
          <p:nvPr>
            <p:ph type="subTitle" idx="1"/>
          </p:nvPr>
        </p:nvSpPr>
        <p:spPr>
          <a:xfrm>
            <a:off x="3804675" y="1276875"/>
            <a:ext cx="5098200" cy="3496200"/>
          </a:xfrm>
          <a:prstGeom prst="rect">
            <a:avLst/>
          </a:prstGeom>
        </p:spPr>
        <p:txBody>
          <a:bodyPr spcFirstLastPara="1" wrap="square" lIns="91425" tIns="91425" rIns="91425" bIns="91425" anchor="t" anchorCtr="0">
            <a:noAutofit/>
          </a:bodyPr>
          <a:lstStyle/>
          <a:p>
            <a:pPr marL="457200" lvl="0" indent="-355600" algn="l" rtl="0">
              <a:lnSpc>
                <a:spcPct val="150000"/>
              </a:lnSpc>
              <a:spcBef>
                <a:spcPts val="1200"/>
              </a:spcBef>
              <a:spcAft>
                <a:spcPts val="0"/>
              </a:spcAft>
              <a:buClr>
                <a:srgbClr val="434343"/>
              </a:buClr>
              <a:buSzPts val="2000"/>
              <a:buFont typeface="Arial"/>
              <a:buChar char="●"/>
            </a:pPr>
            <a:r>
              <a:rPr lang="it" sz="2000">
                <a:solidFill>
                  <a:srgbClr val="434343"/>
                </a:solidFill>
                <a:latin typeface="Arial"/>
                <a:ea typeface="Arial"/>
                <a:cs typeface="Arial"/>
                <a:sym typeface="Arial"/>
              </a:rPr>
              <a:t>identify any available degrees/courses which already have 1-hour mismatched starting times </a:t>
            </a:r>
            <a:endParaRPr sz="2000">
              <a:solidFill>
                <a:srgbClr val="434343"/>
              </a:solidFill>
              <a:latin typeface="Arial"/>
              <a:ea typeface="Arial"/>
              <a:cs typeface="Arial"/>
              <a:sym typeface="Arial"/>
            </a:endParaRPr>
          </a:p>
          <a:p>
            <a:pPr marL="457200" lvl="0" indent="-355600" algn="l" rtl="0">
              <a:lnSpc>
                <a:spcPct val="150000"/>
              </a:lnSpc>
              <a:spcBef>
                <a:spcPts val="0"/>
              </a:spcBef>
              <a:spcAft>
                <a:spcPts val="0"/>
              </a:spcAft>
              <a:buClr>
                <a:srgbClr val="434343"/>
              </a:buClr>
              <a:buSzPts val="2000"/>
              <a:buFont typeface="Arial"/>
              <a:buChar char="●"/>
            </a:pPr>
            <a:r>
              <a:rPr lang="it" sz="2000">
                <a:solidFill>
                  <a:srgbClr val="434343"/>
                </a:solidFill>
                <a:latin typeface="Arial"/>
                <a:ea typeface="Arial"/>
                <a:cs typeface="Arial"/>
                <a:sym typeface="Arial"/>
              </a:rPr>
              <a:t>compare academic performances by lectures starting times compare sleep-wake indices by lectures starting times </a:t>
            </a:r>
            <a:endParaRPr sz="2000">
              <a:solidFill>
                <a:srgbClr val="434343"/>
              </a:solidFill>
              <a:latin typeface="Arial"/>
              <a:ea typeface="Arial"/>
              <a:cs typeface="Arial"/>
              <a:sym typeface="Arial"/>
            </a:endParaRPr>
          </a:p>
        </p:txBody>
      </p:sp>
      <p:sp>
        <p:nvSpPr>
          <p:cNvPr id="289" name="Google Shape;289;p42"/>
          <p:cNvSpPr/>
          <p:nvPr/>
        </p:nvSpPr>
        <p:spPr>
          <a:xfrm>
            <a:off x="4803125" y="499225"/>
            <a:ext cx="1089300" cy="302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2"/>
          <p:cNvSpPr txBox="1">
            <a:spLocks noGrp="1"/>
          </p:cNvSpPr>
          <p:nvPr>
            <p:ph type="title"/>
          </p:nvPr>
        </p:nvSpPr>
        <p:spPr>
          <a:xfrm>
            <a:off x="3804675" y="325525"/>
            <a:ext cx="4653600" cy="65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
                <a:solidFill>
                  <a:srgbClr val="434343"/>
                </a:solidFill>
              </a:rPr>
              <a:t>University Timetables Analysis</a:t>
            </a:r>
            <a:endParaRPr>
              <a:solidFill>
                <a:srgbClr val="43434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3"/>
          <p:cNvSpPr txBox="1">
            <a:spLocks noGrp="1"/>
          </p:cNvSpPr>
          <p:nvPr>
            <p:ph type="title"/>
          </p:nvPr>
        </p:nvSpPr>
        <p:spPr>
          <a:xfrm>
            <a:off x="955275" y="310750"/>
            <a:ext cx="7753500" cy="63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
                <a:solidFill>
                  <a:srgbClr val="434343"/>
                </a:solidFill>
              </a:rPr>
              <a:t>Benefits of a Circadian-Friendly University</a:t>
            </a:r>
            <a:endParaRPr>
              <a:solidFill>
                <a:srgbClr val="434343"/>
              </a:solidFill>
            </a:endParaRPr>
          </a:p>
        </p:txBody>
      </p:sp>
      <p:sp>
        <p:nvSpPr>
          <p:cNvPr id="296" name="Google Shape;296;p43"/>
          <p:cNvSpPr txBox="1">
            <a:spLocks noGrp="1"/>
          </p:cNvSpPr>
          <p:nvPr>
            <p:ph type="subTitle" idx="1"/>
          </p:nvPr>
        </p:nvSpPr>
        <p:spPr>
          <a:xfrm>
            <a:off x="383075" y="914400"/>
            <a:ext cx="7236900" cy="2362200"/>
          </a:xfrm>
          <a:prstGeom prst="rect">
            <a:avLst/>
          </a:prstGeom>
        </p:spPr>
        <p:txBody>
          <a:bodyPr spcFirstLastPara="1" wrap="square" lIns="91425" tIns="91425" rIns="91425" bIns="91425" anchor="ctr" anchorCtr="0">
            <a:noAutofit/>
          </a:bodyPr>
          <a:lstStyle/>
          <a:p>
            <a:pPr marL="457200" lvl="0" indent="-330200" algn="l" rtl="0">
              <a:lnSpc>
                <a:spcPct val="150000"/>
              </a:lnSpc>
              <a:spcBef>
                <a:spcPts val="0"/>
              </a:spcBef>
              <a:spcAft>
                <a:spcPts val="0"/>
              </a:spcAft>
              <a:buClr>
                <a:srgbClr val="434343"/>
              </a:buClr>
              <a:buSzPts val="1600"/>
              <a:buChar char="●"/>
            </a:pPr>
            <a:r>
              <a:rPr lang="it" sz="1600">
                <a:solidFill>
                  <a:srgbClr val="434343"/>
                </a:solidFill>
              </a:rPr>
              <a:t>Improved sleep quality and duration.</a:t>
            </a:r>
            <a:endParaRPr sz="1600">
              <a:solidFill>
                <a:srgbClr val="434343"/>
              </a:solidFill>
            </a:endParaRPr>
          </a:p>
          <a:p>
            <a:pPr marL="457200" lvl="0" indent="-330200" algn="l" rtl="0">
              <a:lnSpc>
                <a:spcPct val="150000"/>
              </a:lnSpc>
              <a:spcBef>
                <a:spcPts val="0"/>
              </a:spcBef>
              <a:spcAft>
                <a:spcPts val="0"/>
              </a:spcAft>
              <a:buClr>
                <a:srgbClr val="434343"/>
              </a:buClr>
              <a:buSzPts val="1600"/>
              <a:buChar char="●"/>
            </a:pPr>
            <a:r>
              <a:rPr lang="it" sz="1600">
                <a:solidFill>
                  <a:srgbClr val="434343"/>
                </a:solidFill>
              </a:rPr>
              <a:t>Better academic performance and grades.</a:t>
            </a:r>
            <a:endParaRPr sz="1600">
              <a:solidFill>
                <a:srgbClr val="434343"/>
              </a:solidFill>
            </a:endParaRPr>
          </a:p>
          <a:p>
            <a:pPr marL="457200" lvl="0" indent="-330200" algn="l" rtl="0">
              <a:lnSpc>
                <a:spcPct val="150000"/>
              </a:lnSpc>
              <a:spcBef>
                <a:spcPts val="0"/>
              </a:spcBef>
              <a:spcAft>
                <a:spcPts val="0"/>
              </a:spcAft>
              <a:buClr>
                <a:srgbClr val="434343"/>
              </a:buClr>
              <a:buSzPts val="1600"/>
              <a:buChar char="●"/>
            </a:pPr>
            <a:r>
              <a:rPr lang="it" sz="1600">
                <a:solidFill>
                  <a:srgbClr val="434343"/>
                </a:solidFill>
              </a:rPr>
              <a:t>Reduced risk of mental health problems.</a:t>
            </a:r>
            <a:endParaRPr sz="1600">
              <a:solidFill>
                <a:srgbClr val="434343"/>
              </a:solidFill>
            </a:endParaRPr>
          </a:p>
          <a:p>
            <a:pPr marL="457200" lvl="0" indent="-330200" algn="l" rtl="0">
              <a:lnSpc>
                <a:spcPct val="150000"/>
              </a:lnSpc>
              <a:spcBef>
                <a:spcPts val="0"/>
              </a:spcBef>
              <a:spcAft>
                <a:spcPts val="0"/>
              </a:spcAft>
              <a:buClr>
                <a:srgbClr val="434343"/>
              </a:buClr>
              <a:buSzPts val="1600"/>
              <a:buChar char="●"/>
            </a:pPr>
            <a:r>
              <a:rPr lang="it" sz="1600">
                <a:solidFill>
                  <a:srgbClr val="434343"/>
                </a:solidFill>
              </a:rPr>
              <a:t>Increased attendance and engagement.</a:t>
            </a:r>
            <a:endParaRPr sz="1600">
              <a:solidFill>
                <a:srgbClr val="43434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4"/>
          <p:cNvSpPr txBox="1">
            <a:spLocks noGrp="1"/>
          </p:cNvSpPr>
          <p:nvPr>
            <p:ph type="subTitle" idx="4294967295"/>
          </p:nvPr>
        </p:nvSpPr>
        <p:spPr>
          <a:xfrm>
            <a:off x="1143000" y="1447800"/>
            <a:ext cx="7231500" cy="1119600"/>
          </a:xfrm>
          <a:prstGeom prst="rect">
            <a:avLst/>
          </a:prstGeom>
        </p:spPr>
        <p:txBody>
          <a:bodyPr spcFirstLastPara="1" wrap="square" lIns="91425" tIns="91425" rIns="91425" bIns="91425" anchor="ctr" anchorCtr="0">
            <a:noAutofit/>
          </a:bodyPr>
          <a:lstStyle/>
          <a:p>
            <a:pPr marL="457200" lvl="0" indent="-330200" algn="just" rtl="0">
              <a:lnSpc>
                <a:spcPct val="150000"/>
              </a:lnSpc>
              <a:spcBef>
                <a:spcPts val="1200"/>
              </a:spcBef>
              <a:spcAft>
                <a:spcPts val="0"/>
              </a:spcAft>
              <a:buClr>
                <a:srgbClr val="434343"/>
              </a:buClr>
              <a:buSzPts val="1600"/>
              <a:buFont typeface="Arial"/>
              <a:buChar char="●"/>
            </a:pPr>
            <a:r>
              <a:rPr lang="it" sz="1600">
                <a:solidFill>
                  <a:srgbClr val="434343"/>
                </a:solidFill>
                <a:latin typeface="Arial"/>
                <a:ea typeface="Arial"/>
                <a:cs typeface="Arial"/>
                <a:sym typeface="Arial"/>
              </a:rPr>
              <a:t>Strong basis for the subsequent research, as randomised controlled study comparing regular lecture times VS DSST in a group of </a:t>
            </a:r>
            <a:r>
              <a:rPr lang="it" sz="1600" b="1">
                <a:solidFill>
                  <a:srgbClr val="434343"/>
                </a:solidFill>
                <a:latin typeface="Arial"/>
                <a:ea typeface="Arial"/>
                <a:cs typeface="Arial"/>
                <a:sym typeface="Arial"/>
              </a:rPr>
              <a:t>collaborating </a:t>
            </a:r>
            <a:r>
              <a:rPr lang="it" sz="1600">
                <a:solidFill>
                  <a:srgbClr val="434343"/>
                </a:solidFill>
                <a:latin typeface="Arial"/>
                <a:ea typeface="Arial"/>
                <a:cs typeface="Arial"/>
                <a:sym typeface="Arial"/>
              </a:rPr>
              <a:t>Universities</a:t>
            </a:r>
            <a:endParaRPr sz="1600">
              <a:solidFill>
                <a:srgbClr val="434343"/>
              </a:solidFill>
              <a:latin typeface="Arial"/>
              <a:ea typeface="Arial"/>
              <a:cs typeface="Arial"/>
              <a:sym typeface="Arial"/>
            </a:endParaRPr>
          </a:p>
        </p:txBody>
      </p:sp>
      <p:sp>
        <p:nvSpPr>
          <p:cNvPr id="302" name="Google Shape;302;p44"/>
          <p:cNvSpPr txBox="1">
            <a:spLocks noGrp="1"/>
          </p:cNvSpPr>
          <p:nvPr>
            <p:ph type="subTitle" idx="4294967295"/>
          </p:nvPr>
        </p:nvSpPr>
        <p:spPr>
          <a:xfrm>
            <a:off x="1143000" y="2645100"/>
            <a:ext cx="7182900" cy="934800"/>
          </a:xfrm>
          <a:prstGeom prst="rect">
            <a:avLst/>
          </a:prstGeom>
        </p:spPr>
        <p:txBody>
          <a:bodyPr spcFirstLastPara="1" wrap="square" lIns="91425" tIns="91425" rIns="91425" bIns="91425" anchor="ctr" anchorCtr="0">
            <a:noAutofit/>
          </a:bodyPr>
          <a:lstStyle/>
          <a:p>
            <a:pPr marL="457200" lvl="0" indent="-330200" algn="just" rtl="0">
              <a:lnSpc>
                <a:spcPct val="150000"/>
              </a:lnSpc>
              <a:spcBef>
                <a:spcPts val="1200"/>
              </a:spcBef>
              <a:spcAft>
                <a:spcPts val="0"/>
              </a:spcAft>
              <a:buClr>
                <a:srgbClr val="434343"/>
              </a:buClr>
              <a:buSzPts val="1600"/>
              <a:buFont typeface="Arial"/>
              <a:buChar char="●"/>
            </a:pPr>
            <a:r>
              <a:rPr lang="it" sz="1600">
                <a:solidFill>
                  <a:srgbClr val="434343"/>
                </a:solidFill>
                <a:latin typeface="Arial"/>
                <a:ea typeface="Arial"/>
                <a:cs typeface="Arial"/>
                <a:sym typeface="Arial"/>
              </a:rPr>
              <a:t>Influence public opinion and major stakeholders within both public health and education authorities (‘impact case’ study)</a:t>
            </a:r>
            <a:endParaRPr sz="1600">
              <a:solidFill>
                <a:srgbClr val="434343"/>
              </a:solidFill>
              <a:latin typeface="Arial"/>
              <a:ea typeface="Arial"/>
              <a:cs typeface="Arial"/>
              <a:sym typeface="Arial"/>
            </a:endParaRPr>
          </a:p>
        </p:txBody>
      </p:sp>
      <p:sp>
        <p:nvSpPr>
          <p:cNvPr id="303" name="Google Shape;303;p44"/>
          <p:cNvSpPr txBox="1">
            <a:spLocks noGrp="1"/>
          </p:cNvSpPr>
          <p:nvPr>
            <p:ph type="title" idx="4294967295"/>
          </p:nvPr>
        </p:nvSpPr>
        <p:spPr>
          <a:xfrm>
            <a:off x="304800" y="416100"/>
            <a:ext cx="8229900" cy="726900"/>
          </a:xfrm>
          <a:prstGeom prst="rect">
            <a:avLst/>
          </a:prstGeom>
        </p:spPr>
        <p:txBody>
          <a:bodyPr spcFirstLastPara="1" wrap="square" lIns="91425" tIns="91425" rIns="91425" bIns="91425" anchor="ctr" anchorCtr="0">
            <a:normAutofit/>
          </a:bodyPr>
          <a:lstStyle/>
          <a:p>
            <a:pPr marL="0" lvl="0" indent="0" algn="just" rtl="0">
              <a:lnSpc>
                <a:spcPct val="150000"/>
              </a:lnSpc>
              <a:spcBef>
                <a:spcPts val="1200"/>
              </a:spcBef>
              <a:spcAft>
                <a:spcPts val="600"/>
              </a:spcAft>
              <a:buClr>
                <a:schemeClr val="dk1"/>
              </a:buClr>
              <a:buSzPts val="1100"/>
              <a:buFont typeface="Arial"/>
              <a:buNone/>
            </a:pPr>
            <a:r>
              <a:rPr lang="it" b="1">
                <a:solidFill>
                  <a:srgbClr val="434343"/>
                </a:solidFill>
                <a:latin typeface="Arial"/>
                <a:ea typeface="Arial"/>
                <a:cs typeface="Arial"/>
                <a:sym typeface="Arial"/>
              </a:rPr>
              <a:t>Expected impact</a:t>
            </a:r>
            <a:endParaRPr b="1">
              <a:solidFill>
                <a:srgbClr val="434343"/>
              </a:solidFill>
              <a:latin typeface="Arial"/>
              <a:ea typeface="Arial"/>
              <a:cs typeface="Arial"/>
              <a:sym typeface="Arial"/>
            </a:endParaRPr>
          </a:p>
        </p:txBody>
      </p:sp>
      <p:sp>
        <p:nvSpPr>
          <p:cNvPr id="304" name="Google Shape;304;p44"/>
          <p:cNvSpPr txBox="1">
            <a:spLocks noGrp="1"/>
          </p:cNvSpPr>
          <p:nvPr>
            <p:ph type="subTitle" idx="4294967295"/>
          </p:nvPr>
        </p:nvSpPr>
        <p:spPr>
          <a:xfrm>
            <a:off x="1142288" y="3657600"/>
            <a:ext cx="7182900" cy="885600"/>
          </a:xfrm>
          <a:prstGeom prst="rect">
            <a:avLst/>
          </a:prstGeom>
        </p:spPr>
        <p:txBody>
          <a:bodyPr spcFirstLastPara="1" wrap="square" lIns="91425" tIns="91425" rIns="91425" bIns="91425" anchor="ctr" anchorCtr="0">
            <a:noAutofit/>
          </a:bodyPr>
          <a:lstStyle/>
          <a:p>
            <a:pPr marL="457200" lvl="0" indent="-330200" algn="just" rtl="0">
              <a:lnSpc>
                <a:spcPct val="150000"/>
              </a:lnSpc>
              <a:spcBef>
                <a:spcPts val="1200"/>
              </a:spcBef>
              <a:spcAft>
                <a:spcPts val="0"/>
              </a:spcAft>
              <a:buClr>
                <a:srgbClr val="434343"/>
              </a:buClr>
              <a:buSzPts val="1600"/>
              <a:buFont typeface="Arial"/>
              <a:buChar char="●"/>
            </a:pPr>
            <a:r>
              <a:rPr lang="it" sz="1600">
                <a:solidFill>
                  <a:srgbClr val="434343"/>
                </a:solidFill>
                <a:latin typeface="Arial"/>
                <a:ea typeface="Arial"/>
                <a:cs typeface="Arial"/>
                <a:sym typeface="Arial"/>
              </a:rPr>
              <a:t>Sensitise University students, who are most likely to become decision-makers as adults, to circadian hygiene and circadian education.</a:t>
            </a:r>
            <a:endParaRPr sz="1600">
              <a:solidFill>
                <a:srgbClr val="43434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5"/>
          <p:cNvSpPr txBox="1">
            <a:spLocks noGrp="1"/>
          </p:cNvSpPr>
          <p:nvPr>
            <p:ph type="title"/>
          </p:nvPr>
        </p:nvSpPr>
        <p:spPr>
          <a:xfrm>
            <a:off x="530400" y="2208300"/>
            <a:ext cx="8083200" cy="72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t" dirty="0">
                <a:solidFill>
                  <a:srgbClr val="434343"/>
                </a:solidFill>
              </a:rPr>
              <a:t>Thank you for your time and attention </a:t>
            </a:r>
            <a:endParaRPr dirty="0">
              <a:solidFill>
                <a:srgbClr val="434343"/>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Monochrome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835</Words>
  <Application>Microsoft Office PowerPoint</Application>
  <PresentationFormat>On-screen Show (16:9)</PresentationFormat>
  <Paragraphs>40</Paragraphs>
  <Slides>17</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17</vt:i4>
      </vt:variant>
    </vt:vector>
  </HeadingPairs>
  <TitlesOfParts>
    <vt:vector size="27" baseType="lpstr">
      <vt:lpstr>Inter</vt:lpstr>
      <vt:lpstr>Open Sans Medium</vt:lpstr>
      <vt:lpstr>League Spartan Medium</vt:lpstr>
      <vt:lpstr>Arial</vt:lpstr>
      <vt:lpstr>Calibri</vt:lpstr>
      <vt:lpstr>Poppins</vt:lpstr>
      <vt:lpstr>League Spartan</vt:lpstr>
      <vt:lpstr>Lato Light</vt:lpstr>
      <vt:lpstr>Simple Light</vt:lpstr>
      <vt:lpstr>Modern Monochrome - v1</vt:lpstr>
      <vt:lpstr>Establishing a circadian-friendly University: developing strategies to improve students’ sleep and academic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Aims: </vt:lpstr>
      <vt:lpstr>Hypothesis</vt:lpstr>
      <vt:lpstr>PowerPoint Presentation</vt:lpstr>
      <vt:lpstr>Outcomes: </vt:lpstr>
      <vt:lpstr>University Timetables Analysis</vt:lpstr>
      <vt:lpstr>Benefits of a Circadian-Friendly University</vt:lpstr>
      <vt:lpstr>Expected impact</vt:lpstr>
      <vt:lpstr>Thank you for your time and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Establishing a circadian-friendly University: developing strategies to improve students’ sleep and academic performance</dc:title>
  <cp:lastModifiedBy>Giusti, Gianluca (PG/R - Sch of Biosciences)</cp:lastModifiedBy>
  <cp:revision>1</cp:revision>
  <dcterms:modified xsi:type="dcterms:W3CDTF">2023-11-06T11:38:37Z</dcterms:modified>
</cp:coreProperties>
</file>