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3"/>
  </p:notesMasterIdLst>
  <p:sldIdLst>
    <p:sldId id="326" r:id="rId2"/>
    <p:sldId id="288" r:id="rId3"/>
    <p:sldId id="571" r:id="rId4"/>
    <p:sldId id="261" r:id="rId5"/>
    <p:sldId id="333" r:id="rId6"/>
    <p:sldId id="547" r:id="rId7"/>
    <p:sldId id="329" r:id="rId8"/>
    <p:sldId id="546" r:id="rId9"/>
    <p:sldId id="558" r:id="rId10"/>
    <p:sldId id="336" r:id="rId11"/>
    <p:sldId id="266" r:id="rId12"/>
    <p:sldId id="552" r:id="rId13"/>
    <p:sldId id="293" r:id="rId14"/>
    <p:sldId id="549" r:id="rId15"/>
    <p:sldId id="545" r:id="rId16"/>
    <p:sldId id="567" r:id="rId17"/>
    <p:sldId id="569" r:id="rId18"/>
    <p:sldId id="568" r:id="rId19"/>
    <p:sldId id="306" r:id="rId20"/>
    <p:sldId id="565" r:id="rId21"/>
    <p:sldId id="331" r:id="rId22"/>
    <p:sldId id="334" r:id="rId23"/>
    <p:sldId id="557" r:id="rId24"/>
    <p:sldId id="496" r:id="rId25"/>
    <p:sldId id="556" r:id="rId26"/>
    <p:sldId id="560" r:id="rId27"/>
    <p:sldId id="335" r:id="rId28"/>
    <p:sldId id="562" r:id="rId29"/>
    <p:sldId id="553" r:id="rId30"/>
    <p:sldId id="564" r:id="rId31"/>
    <p:sldId id="548"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801E"/>
    <a:srgbClr val="B81A23"/>
    <a:srgbClr val="033D79"/>
    <a:srgbClr val="966B20"/>
    <a:srgbClr val="AB3D50"/>
    <a:srgbClr val="B3B3B3"/>
    <a:srgbClr val="FFFFFF"/>
    <a:srgbClr val="FFFDB9"/>
    <a:srgbClr val="FFFED1"/>
    <a:srgbClr val="FEF5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DB3660-65B4-4736-8ABA-136F6193D568}" v="655" dt="2023-07-06T09:58:13.792"/>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Stijl, gemiddeld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Stijl, licht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Stijl, licht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ijl, licht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BC89EF96-8CEA-46FF-86C4-4CE0E7609802}" styleName="Stijl, licht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Stijl, licht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3296810-A885-4BE3-A3E7-6D5BEEA58F35}" styleName="Stijl, gemiddeld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5994" autoAdjust="0"/>
  </p:normalViewPr>
  <p:slideViewPr>
    <p:cSldViewPr snapToGrid="0" showGuides="1">
      <p:cViewPr varScale="1">
        <p:scale>
          <a:sx n="112" d="100"/>
          <a:sy n="112" d="100"/>
        </p:scale>
        <p:origin x="552" y="96"/>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63" d="100"/>
          <a:sy n="63" d="100"/>
        </p:scale>
        <p:origin x="3134" y="6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usti, Gianluca (PG/R - Sch of Biosci &amp; Med)" userId="cd89f1a1-d897-4e8b-bf98-1ba19356bc61" providerId="ADAL" clId="{6D998777-4697-4434-8079-871BBBC7CCB7}"/>
    <pc:docChg chg="undo redo custSel addSld delSld modSld sldOrd addSection delSection">
      <pc:chgData name="Giusti, Gianluca (PG/R - Sch of Biosci &amp; Med)" userId="cd89f1a1-d897-4e8b-bf98-1ba19356bc61" providerId="ADAL" clId="{6D998777-4697-4434-8079-871BBBC7CCB7}" dt="2022-12-14T10:08:32.444" v="2534" actId="1076"/>
      <pc:docMkLst>
        <pc:docMk/>
      </pc:docMkLst>
      <pc:sldChg chg="modSp mod modNotesTx">
        <pc:chgData name="Giusti, Gianluca (PG/R - Sch of Biosci &amp; Med)" userId="cd89f1a1-d897-4e8b-bf98-1ba19356bc61" providerId="ADAL" clId="{6D998777-4697-4434-8079-871BBBC7CCB7}" dt="2022-12-06T15:19:35.442" v="742" actId="20577"/>
        <pc:sldMkLst>
          <pc:docMk/>
          <pc:sldMk cId="120546017" sldId="261"/>
        </pc:sldMkLst>
        <pc:spChg chg="mod">
          <ac:chgData name="Giusti, Gianluca (PG/R - Sch of Biosci &amp; Med)" userId="cd89f1a1-d897-4e8b-bf98-1ba19356bc61" providerId="ADAL" clId="{6D998777-4697-4434-8079-871BBBC7CCB7}" dt="2022-12-06T13:32:26.383" v="514" actId="20577"/>
          <ac:spMkLst>
            <pc:docMk/>
            <pc:sldMk cId="120546017" sldId="261"/>
            <ac:spMk id="15" creationId="{099F06AA-C12C-11DF-6059-D78BDF490367}"/>
          </ac:spMkLst>
        </pc:spChg>
      </pc:sldChg>
      <pc:sldChg chg="ord modNotesTx">
        <pc:chgData name="Giusti, Gianluca (PG/R - Sch of Biosci &amp; Med)" userId="cd89f1a1-d897-4e8b-bf98-1ba19356bc61" providerId="ADAL" clId="{6D998777-4697-4434-8079-871BBBC7CCB7}" dt="2022-12-07T15:49:57.515" v="1230" actId="20577"/>
        <pc:sldMkLst>
          <pc:docMk/>
          <pc:sldMk cId="1029241270" sldId="288"/>
        </pc:sldMkLst>
      </pc:sldChg>
      <pc:sldChg chg="modSp mod modNotesTx">
        <pc:chgData name="Giusti, Gianluca (PG/R - Sch of Biosci &amp; Med)" userId="cd89f1a1-d897-4e8b-bf98-1ba19356bc61" providerId="ADAL" clId="{6D998777-4697-4434-8079-871BBBC7CCB7}" dt="2022-12-06T15:34:00.784" v="869" actId="20577"/>
        <pc:sldMkLst>
          <pc:docMk/>
          <pc:sldMk cId="2679734167" sldId="293"/>
        </pc:sldMkLst>
        <pc:spChg chg="mod">
          <ac:chgData name="Giusti, Gianluca (PG/R - Sch of Biosci &amp; Med)" userId="cd89f1a1-d897-4e8b-bf98-1ba19356bc61" providerId="ADAL" clId="{6D998777-4697-4434-8079-871BBBC7CCB7}" dt="2022-12-06T15:23:46.025" v="796" actId="1076"/>
          <ac:spMkLst>
            <pc:docMk/>
            <pc:sldMk cId="2679734167" sldId="293"/>
            <ac:spMk id="2" creationId="{966E07AD-4692-9327-132A-0442C1157276}"/>
          </ac:spMkLst>
        </pc:spChg>
      </pc:sldChg>
      <pc:sldChg chg="addSp delSp modSp mod">
        <pc:chgData name="Giusti, Gianluca (PG/R - Sch of Biosci &amp; Med)" userId="cd89f1a1-d897-4e8b-bf98-1ba19356bc61" providerId="ADAL" clId="{6D998777-4697-4434-8079-871BBBC7CCB7}" dt="2022-12-05T10:28:54.999" v="211" actId="14100"/>
        <pc:sldMkLst>
          <pc:docMk/>
          <pc:sldMk cId="3741279009" sldId="306"/>
        </pc:sldMkLst>
        <pc:spChg chg="add del mod">
          <ac:chgData name="Giusti, Gianluca (PG/R - Sch of Biosci &amp; Med)" userId="cd89f1a1-d897-4e8b-bf98-1ba19356bc61" providerId="ADAL" clId="{6D998777-4697-4434-8079-871BBBC7CCB7}" dt="2022-12-05T10:26:35.601" v="156" actId="478"/>
          <ac:spMkLst>
            <pc:docMk/>
            <pc:sldMk cId="3741279009" sldId="306"/>
            <ac:spMk id="4" creationId="{0267AD01-19E2-7E04-302F-7DE791E2BDB3}"/>
          </ac:spMkLst>
        </pc:spChg>
        <pc:spChg chg="add mod">
          <ac:chgData name="Giusti, Gianluca (PG/R - Sch of Biosci &amp; Med)" userId="cd89f1a1-d897-4e8b-bf98-1ba19356bc61" providerId="ADAL" clId="{6D998777-4697-4434-8079-871BBBC7CCB7}" dt="2022-12-05T10:28:35.382" v="207" actId="1076"/>
          <ac:spMkLst>
            <pc:docMk/>
            <pc:sldMk cId="3741279009" sldId="306"/>
            <ac:spMk id="7" creationId="{B92C1923-F7DA-CB71-3BA3-E846E8202714}"/>
          </ac:spMkLst>
        </pc:spChg>
        <pc:spChg chg="add mod">
          <ac:chgData name="Giusti, Gianluca (PG/R - Sch of Biosci &amp; Med)" userId="cd89f1a1-d897-4e8b-bf98-1ba19356bc61" providerId="ADAL" clId="{6D998777-4697-4434-8079-871BBBC7CCB7}" dt="2022-12-05T10:28:54.999" v="211" actId="14100"/>
          <ac:spMkLst>
            <pc:docMk/>
            <pc:sldMk cId="3741279009" sldId="306"/>
            <ac:spMk id="9" creationId="{BC5EF043-C51B-6388-2916-B69847FF2D21}"/>
          </ac:spMkLst>
        </pc:spChg>
        <pc:spChg chg="del mod">
          <ac:chgData name="Giusti, Gianluca (PG/R - Sch of Biosci &amp; Med)" userId="cd89f1a1-d897-4e8b-bf98-1ba19356bc61" providerId="ADAL" clId="{6D998777-4697-4434-8079-871BBBC7CCB7}" dt="2022-12-05T10:28:12.032" v="203" actId="478"/>
          <ac:spMkLst>
            <pc:docMk/>
            <pc:sldMk cId="3741279009" sldId="306"/>
            <ac:spMk id="13" creationId="{CE383155-CF5A-CEAB-2A8A-82B021D3D60F}"/>
          </ac:spMkLst>
        </pc:spChg>
        <pc:picChg chg="add del mod">
          <ac:chgData name="Giusti, Gianluca (PG/R - Sch of Biosci &amp; Med)" userId="cd89f1a1-d897-4e8b-bf98-1ba19356bc61" providerId="ADAL" clId="{6D998777-4697-4434-8079-871BBBC7CCB7}" dt="2022-12-05T10:26:35.601" v="156" actId="478"/>
          <ac:picMkLst>
            <pc:docMk/>
            <pc:sldMk cId="3741279009" sldId="306"/>
            <ac:picMk id="2" creationId="{A4FB9564-AB03-5D75-D191-7C5051D3EEB7}"/>
          </ac:picMkLst>
        </pc:picChg>
        <pc:picChg chg="del">
          <ac:chgData name="Giusti, Gianluca (PG/R - Sch of Biosci &amp; Med)" userId="cd89f1a1-d897-4e8b-bf98-1ba19356bc61" providerId="ADAL" clId="{6D998777-4697-4434-8079-871BBBC7CCB7}" dt="2022-12-05T10:26:21.882" v="149" actId="478"/>
          <ac:picMkLst>
            <pc:docMk/>
            <pc:sldMk cId="3741279009" sldId="306"/>
            <ac:picMk id="3" creationId="{F8694CB6-578D-C7BC-3775-F19673194C2C}"/>
          </ac:picMkLst>
        </pc:picChg>
        <pc:picChg chg="mod">
          <ac:chgData name="Giusti, Gianluca (PG/R - Sch of Biosci &amp; Med)" userId="cd89f1a1-d897-4e8b-bf98-1ba19356bc61" providerId="ADAL" clId="{6D998777-4697-4434-8079-871BBBC7CCB7}" dt="2022-12-05T10:27:24.991" v="172" actId="14100"/>
          <ac:picMkLst>
            <pc:docMk/>
            <pc:sldMk cId="3741279009" sldId="306"/>
            <ac:picMk id="8" creationId="{66CE9171-79B6-D3E4-56CF-06BFDA1ED9D8}"/>
          </ac:picMkLst>
        </pc:picChg>
      </pc:sldChg>
      <pc:sldChg chg="modSp mod modNotesTx">
        <pc:chgData name="Giusti, Gianluca (PG/R - Sch of Biosci &amp; Med)" userId="cd89f1a1-d897-4e8b-bf98-1ba19356bc61" providerId="ADAL" clId="{6D998777-4697-4434-8079-871BBBC7CCB7}" dt="2022-12-05T17:04:42.967" v="373" actId="20577"/>
        <pc:sldMkLst>
          <pc:docMk/>
          <pc:sldMk cId="2015893096" sldId="326"/>
        </pc:sldMkLst>
        <pc:spChg chg="mod">
          <ac:chgData name="Giusti, Gianluca (PG/R - Sch of Biosci &amp; Med)" userId="cd89f1a1-d897-4e8b-bf98-1ba19356bc61" providerId="ADAL" clId="{6D998777-4697-4434-8079-871BBBC7CCB7}" dt="2022-12-05T13:13:25.014" v="342" actId="404"/>
          <ac:spMkLst>
            <pc:docMk/>
            <pc:sldMk cId="2015893096" sldId="326"/>
            <ac:spMk id="2" creationId="{531151AD-0B59-AB27-A31E-A669EA1AFE20}"/>
          </ac:spMkLst>
        </pc:spChg>
        <pc:spChg chg="mod">
          <ac:chgData name="Giusti, Gianluca (PG/R - Sch of Biosci &amp; Med)" userId="cd89f1a1-d897-4e8b-bf98-1ba19356bc61" providerId="ADAL" clId="{6D998777-4697-4434-8079-871BBBC7CCB7}" dt="2022-12-05T13:13:21.509" v="341" actId="404"/>
          <ac:spMkLst>
            <pc:docMk/>
            <pc:sldMk cId="2015893096" sldId="326"/>
            <ac:spMk id="3" creationId="{73C6D459-8469-2A53-CF16-944897D5E842}"/>
          </ac:spMkLst>
        </pc:spChg>
        <pc:picChg chg="mod">
          <ac:chgData name="Giusti, Gianluca (PG/R - Sch of Biosci &amp; Med)" userId="cd89f1a1-d897-4e8b-bf98-1ba19356bc61" providerId="ADAL" clId="{6D998777-4697-4434-8079-871BBBC7CCB7}" dt="2022-12-05T10:12:31.481" v="148" actId="1036"/>
          <ac:picMkLst>
            <pc:docMk/>
            <pc:sldMk cId="2015893096" sldId="326"/>
            <ac:picMk id="15" creationId="{B2941661-D5F0-F2BF-E7B4-A05D7349F675}"/>
          </ac:picMkLst>
        </pc:picChg>
      </pc:sldChg>
      <pc:sldChg chg="modSp mod modNotesTx">
        <pc:chgData name="Giusti, Gianluca (PG/R - Sch of Biosci &amp; Med)" userId="cd89f1a1-d897-4e8b-bf98-1ba19356bc61" providerId="ADAL" clId="{6D998777-4697-4434-8079-871BBBC7CCB7}" dt="2022-12-07T11:31:37.280" v="1148" actId="5793"/>
        <pc:sldMkLst>
          <pc:docMk/>
          <pc:sldMk cId="2884132344" sldId="329"/>
        </pc:sldMkLst>
        <pc:spChg chg="mod">
          <ac:chgData name="Giusti, Gianluca (PG/R - Sch of Biosci &amp; Med)" userId="cd89f1a1-d897-4e8b-bf98-1ba19356bc61" providerId="ADAL" clId="{6D998777-4697-4434-8079-871BBBC7CCB7}" dt="2022-12-07T11:31:37.280" v="1148" actId="5793"/>
          <ac:spMkLst>
            <pc:docMk/>
            <pc:sldMk cId="2884132344" sldId="329"/>
            <ac:spMk id="4" creationId="{67AAB640-468A-9A7F-3B21-574074BA8E14}"/>
          </ac:spMkLst>
        </pc:spChg>
      </pc:sldChg>
      <pc:sldChg chg="ord">
        <pc:chgData name="Giusti, Gianluca (PG/R - Sch of Biosci &amp; Med)" userId="cd89f1a1-d897-4e8b-bf98-1ba19356bc61" providerId="ADAL" clId="{6D998777-4697-4434-8079-871BBBC7CCB7}" dt="2022-12-08T17:13:16.543" v="1798"/>
        <pc:sldMkLst>
          <pc:docMk/>
          <pc:sldMk cId="2075528128" sldId="331"/>
        </pc:sldMkLst>
      </pc:sldChg>
      <pc:sldChg chg="addSp delSp mod modNotesTx">
        <pc:chgData name="Giusti, Gianluca (PG/R - Sch of Biosci &amp; Med)" userId="cd89f1a1-d897-4e8b-bf98-1ba19356bc61" providerId="ADAL" clId="{6D998777-4697-4434-8079-871BBBC7CCB7}" dt="2022-12-08T16:03:41.213" v="1728" actId="22"/>
        <pc:sldMkLst>
          <pc:docMk/>
          <pc:sldMk cId="1706610222" sldId="332"/>
        </pc:sldMkLst>
        <pc:spChg chg="add del">
          <ac:chgData name="Giusti, Gianluca (PG/R - Sch of Biosci &amp; Med)" userId="cd89f1a1-d897-4e8b-bf98-1ba19356bc61" providerId="ADAL" clId="{6D998777-4697-4434-8079-871BBBC7CCB7}" dt="2022-12-08T16:03:41.213" v="1728" actId="22"/>
          <ac:spMkLst>
            <pc:docMk/>
            <pc:sldMk cId="1706610222" sldId="332"/>
            <ac:spMk id="3" creationId="{687437D0-CA6C-7B9B-77B4-CF4BB4930887}"/>
          </ac:spMkLst>
        </pc:spChg>
      </pc:sldChg>
      <pc:sldChg chg="modSp mod modNotesTx">
        <pc:chgData name="Giusti, Gianluca (PG/R - Sch of Biosci &amp; Med)" userId="cd89f1a1-d897-4e8b-bf98-1ba19356bc61" providerId="ADAL" clId="{6D998777-4697-4434-8079-871BBBC7CCB7}" dt="2022-12-06T15:14:18.358" v="659" actId="113"/>
        <pc:sldMkLst>
          <pc:docMk/>
          <pc:sldMk cId="1854854914" sldId="333"/>
        </pc:sldMkLst>
        <pc:picChg chg="mod">
          <ac:chgData name="Giusti, Gianluca (PG/R - Sch of Biosci &amp; Med)" userId="cd89f1a1-d897-4e8b-bf98-1ba19356bc61" providerId="ADAL" clId="{6D998777-4697-4434-8079-871BBBC7CCB7}" dt="2022-12-06T11:17:52.973" v="400" actId="1038"/>
          <ac:picMkLst>
            <pc:docMk/>
            <pc:sldMk cId="1854854914" sldId="333"/>
            <ac:picMk id="6" creationId="{A84883B5-7228-446B-63FD-264C72822669}"/>
          </ac:picMkLst>
        </pc:picChg>
      </pc:sldChg>
      <pc:sldChg chg="ord">
        <pc:chgData name="Giusti, Gianluca (PG/R - Sch of Biosci &amp; Med)" userId="cd89f1a1-d897-4e8b-bf98-1ba19356bc61" providerId="ADAL" clId="{6D998777-4697-4434-8079-871BBBC7CCB7}" dt="2022-12-08T17:13:13.607" v="1796"/>
        <pc:sldMkLst>
          <pc:docMk/>
          <pc:sldMk cId="811279767" sldId="334"/>
        </pc:sldMkLst>
      </pc:sldChg>
      <pc:sldChg chg="modSp mod modAnim">
        <pc:chgData name="Giusti, Gianluca (PG/R - Sch of Biosci &amp; Med)" userId="cd89f1a1-d897-4e8b-bf98-1ba19356bc61" providerId="ADAL" clId="{6D998777-4697-4434-8079-871BBBC7CCB7}" dt="2022-12-08T11:11:23.754" v="1285"/>
        <pc:sldMkLst>
          <pc:docMk/>
          <pc:sldMk cId="3373303511" sldId="335"/>
        </pc:sldMkLst>
        <pc:picChg chg="mod">
          <ac:chgData name="Giusti, Gianluca (PG/R - Sch of Biosci &amp; Med)" userId="cd89f1a1-d897-4e8b-bf98-1ba19356bc61" providerId="ADAL" clId="{6D998777-4697-4434-8079-871BBBC7CCB7}" dt="2022-12-08T11:10:24.696" v="1277" actId="1076"/>
          <ac:picMkLst>
            <pc:docMk/>
            <pc:sldMk cId="3373303511" sldId="335"/>
            <ac:picMk id="11" creationId="{4C1EB226-65EC-4581-8970-75124CB03F28}"/>
          </ac:picMkLst>
        </pc:picChg>
      </pc:sldChg>
      <pc:sldChg chg="addSp delSp mod">
        <pc:chgData name="Giusti, Gianluca (PG/R - Sch of Biosci &amp; Med)" userId="cd89f1a1-d897-4e8b-bf98-1ba19356bc61" providerId="ADAL" clId="{6D998777-4697-4434-8079-871BBBC7CCB7}" dt="2022-12-08T11:10:15.094" v="1276" actId="478"/>
        <pc:sldMkLst>
          <pc:docMk/>
          <pc:sldMk cId="991014195" sldId="496"/>
        </pc:sldMkLst>
        <pc:spChg chg="del">
          <ac:chgData name="Giusti, Gianluca (PG/R - Sch of Biosci &amp; Med)" userId="cd89f1a1-d897-4e8b-bf98-1ba19356bc61" providerId="ADAL" clId="{6D998777-4697-4434-8079-871BBBC7CCB7}" dt="2022-12-08T11:10:09.638" v="1273" actId="478"/>
          <ac:spMkLst>
            <pc:docMk/>
            <pc:sldMk cId="991014195" sldId="496"/>
            <ac:spMk id="4" creationId="{D9766C61-CA07-B34B-8E6C-C8F90382FFE5}"/>
          </ac:spMkLst>
        </pc:spChg>
        <pc:spChg chg="del">
          <ac:chgData name="Giusti, Gianluca (PG/R - Sch of Biosci &amp; Med)" userId="cd89f1a1-d897-4e8b-bf98-1ba19356bc61" providerId="ADAL" clId="{6D998777-4697-4434-8079-871BBBC7CCB7}" dt="2022-12-08T11:10:15.094" v="1276" actId="478"/>
          <ac:spMkLst>
            <pc:docMk/>
            <pc:sldMk cId="991014195" sldId="496"/>
            <ac:spMk id="6" creationId="{1D1E6193-8245-064C-B7B3-35F7F3626EA5}"/>
          </ac:spMkLst>
        </pc:spChg>
        <pc:graphicFrameChg chg="add del">
          <ac:chgData name="Giusti, Gianluca (PG/R - Sch of Biosci &amp; Med)" userId="cd89f1a1-d897-4e8b-bf98-1ba19356bc61" providerId="ADAL" clId="{6D998777-4697-4434-8079-871BBBC7CCB7}" dt="2022-12-08T11:10:11.890" v="1275" actId="478"/>
          <ac:graphicFrameMkLst>
            <pc:docMk/>
            <pc:sldMk cId="991014195" sldId="496"/>
            <ac:graphicFrameMk id="2" creationId="{94CCA235-B6C2-EB4F-9898-0CA608CA3F6A}"/>
          </ac:graphicFrameMkLst>
        </pc:graphicFrameChg>
      </pc:sldChg>
      <pc:sldChg chg="addSp delSp modSp mod modNotesTx">
        <pc:chgData name="Giusti, Gianluca (PG/R - Sch of Biosci &amp; Med)" userId="cd89f1a1-d897-4e8b-bf98-1ba19356bc61" providerId="ADAL" clId="{6D998777-4697-4434-8079-871BBBC7CCB7}" dt="2022-12-06T15:37:08.307" v="872"/>
        <pc:sldMkLst>
          <pc:docMk/>
          <pc:sldMk cId="3409128972" sldId="545"/>
        </pc:sldMkLst>
        <pc:picChg chg="mod">
          <ac:chgData name="Giusti, Gianluca (PG/R - Sch of Biosci &amp; Med)" userId="cd89f1a1-d897-4e8b-bf98-1ba19356bc61" providerId="ADAL" clId="{6D998777-4697-4434-8079-871BBBC7CCB7}" dt="2022-12-06T15:37:08.307" v="872"/>
          <ac:picMkLst>
            <pc:docMk/>
            <pc:sldMk cId="3409128972" sldId="545"/>
            <ac:picMk id="2" creationId="{DC870FA2-7066-5243-F4CD-00CBBDA0EDB9}"/>
          </ac:picMkLst>
        </pc:picChg>
        <pc:picChg chg="add del mod">
          <ac:chgData name="Giusti, Gianluca (PG/R - Sch of Biosci &amp; Med)" userId="cd89f1a1-d897-4e8b-bf98-1ba19356bc61" providerId="ADAL" clId="{6D998777-4697-4434-8079-871BBBC7CCB7}" dt="2022-12-05T10:38:13.337" v="224" actId="21"/>
          <ac:picMkLst>
            <pc:docMk/>
            <pc:sldMk cId="3409128972" sldId="545"/>
            <ac:picMk id="3" creationId="{A566FD54-17AD-BA39-044E-30D8E1F36079}"/>
          </ac:picMkLst>
        </pc:picChg>
        <pc:picChg chg="add mod">
          <ac:chgData name="Giusti, Gianluca (PG/R - Sch of Biosci &amp; Med)" userId="cd89f1a1-d897-4e8b-bf98-1ba19356bc61" providerId="ADAL" clId="{6D998777-4697-4434-8079-871BBBC7CCB7}" dt="2022-12-05T10:44:07.349" v="266" actId="1076"/>
          <ac:picMkLst>
            <pc:docMk/>
            <pc:sldMk cId="3409128972" sldId="545"/>
            <ac:picMk id="6" creationId="{B84714E4-BDC2-6485-2C9A-D71FD3F1930B}"/>
          </ac:picMkLst>
        </pc:picChg>
        <pc:picChg chg="add del mod modCrop">
          <ac:chgData name="Giusti, Gianluca (PG/R - Sch of Biosci &amp; Med)" userId="cd89f1a1-d897-4e8b-bf98-1ba19356bc61" providerId="ADAL" clId="{6D998777-4697-4434-8079-871BBBC7CCB7}" dt="2022-12-05T10:42:13.478" v="247" actId="478"/>
          <ac:picMkLst>
            <pc:docMk/>
            <pc:sldMk cId="3409128972" sldId="545"/>
            <ac:picMk id="8" creationId="{3B4FA457-C0C8-7B67-E413-B5B9D5F3B67B}"/>
          </ac:picMkLst>
        </pc:picChg>
        <pc:picChg chg="mod">
          <ac:chgData name="Giusti, Gianluca (PG/R - Sch of Biosci &amp; Med)" userId="cd89f1a1-d897-4e8b-bf98-1ba19356bc61" providerId="ADAL" clId="{6D998777-4697-4434-8079-871BBBC7CCB7}" dt="2022-12-05T10:44:24.527" v="271"/>
          <ac:picMkLst>
            <pc:docMk/>
            <pc:sldMk cId="3409128972" sldId="545"/>
            <ac:picMk id="13" creationId="{AEA28F06-4061-6D39-BE3C-CD3BDEE2FCEB}"/>
          </ac:picMkLst>
        </pc:picChg>
        <pc:picChg chg="del mod modCrop">
          <ac:chgData name="Giusti, Gianluca (PG/R - Sch of Biosci &amp; Med)" userId="cd89f1a1-d897-4e8b-bf98-1ba19356bc61" providerId="ADAL" clId="{6D998777-4697-4434-8079-871BBBC7CCB7}" dt="2022-12-05T10:38:13.337" v="224" actId="21"/>
          <ac:picMkLst>
            <pc:docMk/>
            <pc:sldMk cId="3409128972" sldId="545"/>
            <ac:picMk id="16" creationId="{135B889A-9B12-0234-438A-79D0110F2890}"/>
          </ac:picMkLst>
        </pc:picChg>
      </pc:sldChg>
      <pc:sldChg chg="addSp delSp modSp mod delAnim modAnim modNotesTx">
        <pc:chgData name="Giusti, Gianluca (PG/R - Sch of Biosci &amp; Med)" userId="cd89f1a1-d897-4e8b-bf98-1ba19356bc61" providerId="ADAL" clId="{6D998777-4697-4434-8079-871BBBC7CCB7}" dt="2022-12-08T11:02:37.388" v="1263" actId="478"/>
        <pc:sldMkLst>
          <pc:docMk/>
          <pc:sldMk cId="1094659195" sldId="547"/>
        </pc:sldMkLst>
        <pc:spChg chg="add del mod">
          <ac:chgData name="Giusti, Gianluca (PG/R - Sch of Biosci &amp; Med)" userId="cd89f1a1-d897-4e8b-bf98-1ba19356bc61" providerId="ADAL" clId="{6D998777-4697-4434-8079-871BBBC7CCB7}" dt="2022-12-05T10:07:09.775" v="27" actId="21"/>
          <ac:spMkLst>
            <pc:docMk/>
            <pc:sldMk cId="1094659195" sldId="547"/>
            <ac:spMk id="4" creationId="{B2A55AB0-B588-51FA-1986-CD26260E9CB7}"/>
          </ac:spMkLst>
        </pc:spChg>
        <pc:spChg chg="mod">
          <ac:chgData name="Giusti, Gianluca (PG/R - Sch of Biosci &amp; Med)" userId="cd89f1a1-d897-4e8b-bf98-1ba19356bc61" providerId="ADAL" clId="{6D998777-4697-4434-8079-871BBBC7CCB7}" dt="2022-12-06T11:21:30.962" v="402" actId="20577"/>
          <ac:spMkLst>
            <pc:docMk/>
            <pc:sldMk cId="1094659195" sldId="547"/>
            <ac:spMk id="6" creationId="{BE312D32-3C51-D3EC-16F2-BD5E562B1B43}"/>
          </ac:spMkLst>
        </pc:spChg>
        <pc:spChg chg="del mod ord">
          <ac:chgData name="Giusti, Gianluca (PG/R - Sch of Biosci &amp; Med)" userId="cd89f1a1-d897-4e8b-bf98-1ba19356bc61" providerId="ADAL" clId="{6D998777-4697-4434-8079-871BBBC7CCB7}" dt="2022-12-08T11:02:37.388" v="1263" actId="478"/>
          <ac:spMkLst>
            <pc:docMk/>
            <pc:sldMk cId="1094659195" sldId="547"/>
            <ac:spMk id="23" creationId="{B2B972C2-1F26-4525-27FE-2695638340BF}"/>
          </ac:spMkLst>
        </pc:spChg>
        <pc:spChg chg="mod">
          <ac:chgData name="Giusti, Gianluca (PG/R - Sch of Biosci &amp; Med)" userId="cd89f1a1-d897-4e8b-bf98-1ba19356bc61" providerId="ADAL" clId="{6D998777-4697-4434-8079-871BBBC7CCB7}" dt="2022-12-05T10:08:43.322" v="67" actId="1037"/>
          <ac:spMkLst>
            <pc:docMk/>
            <pc:sldMk cId="1094659195" sldId="547"/>
            <ac:spMk id="28" creationId="{E2A3EBF7-E6E6-2859-815F-732C6CD2B2A9}"/>
          </ac:spMkLst>
        </pc:spChg>
        <pc:spChg chg="mod">
          <ac:chgData name="Giusti, Gianluca (PG/R - Sch of Biosci &amp; Med)" userId="cd89f1a1-d897-4e8b-bf98-1ba19356bc61" providerId="ADAL" clId="{6D998777-4697-4434-8079-871BBBC7CCB7}" dt="2022-12-05T10:08:43.322" v="67" actId="1037"/>
          <ac:spMkLst>
            <pc:docMk/>
            <pc:sldMk cId="1094659195" sldId="547"/>
            <ac:spMk id="29" creationId="{C4E4EFC6-C231-0C41-C597-C31A58DD30E8}"/>
          </ac:spMkLst>
        </pc:spChg>
        <pc:spChg chg="mod">
          <ac:chgData name="Giusti, Gianluca (PG/R - Sch of Biosci &amp; Med)" userId="cd89f1a1-d897-4e8b-bf98-1ba19356bc61" providerId="ADAL" clId="{6D998777-4697-4434-8079-871BBBC7CCB7}" dt="2022-12-05T10:06:46.642" v="21" actId="1037"/>
          <ac:spMkLst>
            <pc:docMk/>
            <pc:sldMk cId="1094659195" sldId="547"/>
            <ac:spMk id="30" creationId="{57F7C977-473C-E586-6264-69D32247A40E}"/>
          </ac:spMkLst>
        </pc:spChg>
        <pc:spChg chg="mod">
          <ac:chgData name="Giusti, Gianluca (PG/R - Sch of Biosci &amp; Med)" userId="cd89f1a1-d897-4e8b-bf98-1ba19356bc61" providerId="ADAL" clId="{6D998777-4697-4434-8079-871BBBC7CCB7}" dt="2022-12-05T10:06:46.642" v="21" actId="1037"/>
          <ac:spMkLst>
            <pc:docMk/>
            <pc:sldMk cId="1094659195" sldId="547"/>
            <ac:spMk id="31" creationId="{EA12846E-3C67-92CC-D928-8C6602281522}"/>
          </ac:spMkLst>
        </pc:spChg>
        <pc:spChg chg="mod">
          <ac:chgData name="Giusti, Gianluca (PG/R - Sch of Biosci &amp; Med)" userId="cd89f1a1-d897-4e8b-bf98-1ba19356bc61" providerId="ADAL" clId="{6D998777-4697-4434-8079-871BBBC7CCB7}" dt="2022-12-05T10:08:50.314" v="68" actId="1038"/>
          <ac:spMkLst>
            <pc:docMk/>
            <pc:sldMk cId="1094659195" sldId="547"/>
            <ac:spMk id="32" creationId="{E90E63D4-C86F-C86E-8BE5-993BCC6A829E}"/>
          </ac:spMkLst>
        </pc:spChg>
        <pc:spChg chg="mod">
          <ac:chgData name="Giusti, Gianluca (PG/R - Sch of Biosci &amp; Med)" userId="cd89f1a1-d897-4e8b-bf98-1ba19356bc61" providerId="ADAL" clId="{6D998777-4697-4434-8079-871BBBC7CCB7}" dt="2022-12-05T10:08:51.506" v="69" actId="1037"/>
          <ac:spMkLst>
            <pc:docMk/>
            <pc:sldMk cId="1094659195" sldId="547"/>
            <ac:spMk id="34" creationId="{3C83694C-69E0-7EA9-F64A-0DBB6F04FA25}"/>
          </ac:spMkLst>
        </pc:spChg>
        <pc:spChg chg="mod">
          <ac:chgData name="Giusti, Gianluca (PG/R - Sch of Biosci &amp; Med)" userId="cd89f1a1-d897-4e8b-bf98-1ba19356bc61" providerId="ADAL" clId="{6D998777-4697-4434-8079-871BBBC7CCB7}" dt="2022-12-05T10:08:52.738" v="70" actId="1037"/>
          <ac:spMkLst>
            <pc:docMk/>
            <pc:sldMk cId="1094659195" sldId="547"/>
            <ac:spMk id="35" creationId="{BC62629D-46DF-146B-F9B7-8CEF8D8F56B2}"/>
          </ac:spMkLst>
        </pc:spChg>
        <pc:picChg chg="add mod">
          <ac:chgData name="Giusti, Gianluca (PG/R - Sch of Biosci &amp; Med)" userId="cd89f1a1-d897-4e8b-bf98-1ba19356bc61" providerId="ADAL" clId="{6D998777-4697-4434-8079-871BBBC7CCB7}" dt="2022-12-05T10:09:37.186" v="143" actId="1037"/>
          <ac:picMkLst>
            <pc:docMk/>
            <pc:sldMk cId="1094659195" sldId="547"/>
            <ac:picMk id="2" creationId="{E7696E36-26F6-95E8-E3B1-FFEC94BA11A1}"/>
          </ac:picMkLst>
        </pc:picChg>
        <pc:picChg chg="add mod ord">
          <ac:chgData name="Giusti, Gianluca (PG/R - Sch of Biosci &amp; Med)" userId="cd89f1a1-d897-4e8b-bf98-1ba19356bc61" providerId="ADAL" clId="{6D998777-4697-4434-8079-871BBBC7CCB7}" dt="2022-12-05T10:08:55.122" v="72" actId="1076"/>
          <ac:picMkLst>
            <pc:docMk/>
            <pc:sldMk cId="1094659195" sldId="547"/>
            <ac:picMk id="7" creationId="{2E3F2EED-B84A-4F62-04D0-C25DB8B9D41E}"/>
          </ac:picMkLst>
        </pc:picChg>
        <pc:picChg chg="del mod modCrop">
          <ac:chgData name="Giusti, Gianluca (PG/R - Sch of Biosci &amp; Med)" userId="cd89f1a1-d897-4e8b-bf98-1ba19356bc61" providerId="ADAL" clId="{6D998777-4697-4434-8079-871BBBC7CCB7}" dt="2022-12-05T10:07:09.775" v="27" actId="21"/>
          <ac:picMkLst>
            <pc:docMk/>
            <pc:sldMk cId="1094659195" sldId="547"/>
            <ac:picMk id="17" creationId="{FF046EA6-7575-5905-58C7-B012276261B2}"/>
          </ac:picMkLst>
        </pc:picChg>
        <pc:picChg chg="mod">
          <ac:chgData name="Giusti, Gianluca (PG/R - Sch of Biosci &amp; Med)" userId="cd89f1a1-d897-4e8b-bf98-1ba19356bc61" providerId="ADAL" clId="{6D998777-4697-4434-8079-871BBBC7CCB7}" dt="2022-12-05T10:08:35.561" v="64" actId="1038"/>
          <ac:picMkLst>
            <pc:docMk/>
            <pc:sldMk cId="1094659195" sldId="547"/>
            <ac:picMk id="22" creationId="{FD0A2642-3DA9-8233-D148-E8A2122EC9EA}"/>
          </ac:picMkLst>
        </pc:picChg>
        <pc:picChg chg="mod">
          <ac:chgData name="Giusti, Gianluca (PG/R - Sch of Biosci &amp; Med)" userId="cd89f1a1-d897-4e8b-bf98-1ba19356bc61" providerId="ADAL" clId="{6D998777-4697-4434-8079-871BBBC7CCB7}" dt="2022-12-05T10:08:29.977" v="57" actId="1038"/>
          <ac:picMkLst>
            <pc:docMk/>
            <pc:sldMk cId="1094659195" sldId="547"/>
            <ac:picMk id="25" creationId="{2DEBC2A5-3F51-834D-27BC-6C8AB7B21C62}"/>
          </ac:picMkLst>
        </pc:picChg>
        <pc:cxnChg chg="mod">
          <ac:chgData name="Giusti, Gianluca (PG/R - Sch of Biosci &amp; Med)" userId="cd89f1a1-d897-4e8b-bf98-1ba19356bc61" providerId="ADAL" clId="{6D998777-4697-4434-8079-871BBBC7CCB7}" dt="2022-12-05T10:10:42.369" v="146" actId="1038"/>
          <ac:cxnSpMkLst>
            <pc:docMk/>
            <pc:sldMk cId="1094659195" sldId="547"/>
            <ac:cxnSpMk id="20" creationId="{5404C5CE-663D-8B3D-0956-FFCA712C0647}"/>
          </ac:cxnSpMkLst>
        </pc:cxnChg>
        <pc:cxnChg chg="del mod ord">
          <ac:chgData name="Giusti, Gianluca (PG/R - Sch of Biosci &amp; Med)" userId="cd89f1a1-d897-4e8b-bf98-1ba19356bc61" providerId="ADAL" clId="{6D998777-4697-4434-8079-871BBBC7CCB7}" dt="2022-12-08T11:02:37.388" v="1263" actId="478"/>
          <ac:cxnSpMkLst>
            <pc:docMk/>
            <pc:sldMk cId="1094659195" sldId="547"/>
            <ac:cxnSpMk id="21" creationId="{F0FF6031-F180-D916-12B2-98A0DA588619}"/>
          </ac:cxnSpMkLst>
        </pc:cxnChg>
        <pc:cxnChg chg="mod">
          <ac:chgData name="Giusti, Gianluca (PG/R - Sch of Biosci &amp; Med)" userId="cd89f1a1-d897-4e8b-bf98-1ba19356bc61" providerId="ADAL" clId="{6D998777-4697-4434-8079-871BBBC7CCB7}" dt="2022-12-05T10:08:35.561" v="64" actId="1038"/>
          <ac:cxnSpMkLst>
            <pc:docMk/>
            <pc:sldMk cId="1094659195" sldId="547"/>
            <ac:cxnSpMk id="24" creationId="{FE4C4902-4D16-C00E-61B0-0E9AA03602EA}"/>
          </ac:cxnSpMkLst>
        </pc:cxnChg>
        <pc:cxnChg chg="del mod ord">
          <ac:chgData name="Giusti, Gianluca (PG/R - Sch of Biosci &amp; Med)" userId="cd89f1a1-d897-4e8b-bf98-1ba19356bc61" providerId="ADAL" clId="{6D998777-4697-4434-8079-871BBBC7CCB7}" dt="2022-12-08T11:02:37.388" v="1263" actId="478"/>
          <ac:cxnSpMkLst>
            <pc:docMk/>
            <pc:sldMk cId="1094659195" sldId="547"/>
            <ac:cxnSpMk id="26" creationId="{4578C5AC-833F-4075-8C07-A95FF137FED6}"/>
          </ac:cxnSpMkLst>
        </pc:cxnChg>
        <pc:cxnChg chg="mod">
          <ac:chgData name="Giusti, Gianluca (PG/R - Sch of Biosci &amp; Med)" userId="cd89f1a1-d897-4e8b-bf98-1ba19356bc61" providerId="ADAL" clId="{6D998777-4697-4434-8079-871BBBC7CCB7}" dt="2022-12-05T10:08:29.977" v="57" actId="1038"/>
          <ac:cxnSpMkLst>
            <pc:docMk/>
            <pc:sldMk cId="1094659195" sldId="547"/>
            <ac:cxnSpMk id="27" creationId="{12C7D8BD-370B-58BC-66BF-2019E8F2C3EF}"/>
          </ac:cxnSpMkLst>
        </pc:cxnChg>
      </pc:sldChg>
      <pc:sldChg chg="modSp mod">
        <pc:chgData name="Giusti, Gianluca (PG/R - Sch of Biosci &amp; Med)" userId="cd89f1a1-d897-4e8b-bf98-1ba19356bc61" providerId="ADAL" clId="{6D998777-4697-4434-8079-871BBBC7CCB7}" dt="2022-12-07T16:23:33.877" v="1262" actId="20577"/>
        <pc:sldMkLst>
          <pc:docMk/>
          <pc:sldMk cId="3909640078" sldId="552"/>
        </pc:sldMkLst>
        <pc:spChg chg="mod">
          <ac:chgData name="Giusti, Gianluca (PG/R - Sch of Biosci &amp; Med)" userId="cd89f1a1-d897-4e8b-bf98-1ba19356bc61" providerId="ADAL" clId="{6D998777-4697-4434-8079-871BBBC7CCB7}" dt="2022-12-07T16:23:33.877" v="1262" actId="20577"/>
          <ac:spMkLst>
            <pc:docMk/>
            <pc:sldMk cId="3909640078" sldId="552"/>
            <ac:spMk id="8" creationId="{E20ABBF1-7B6C-C1C5-28ED-A2399D831719}"/>
          </ac:spMkLst>
        </pc:spChg>
      </pc:sldChg>
      <pc:sldChg chg="modSp mod modNotesTx">
        <pc:chgData name="Giusti, Gianluca (PG/R - Sch of Biosci &amp; Med)" userId="cd89f1a1-d897-4e8b-bf98-1ba19356bc61" providerId="ADAL" clId="{6D998777-4697-4434-8079-871BBBC7CCB7}" dt="2022-12-06T15:04:49.021" v="548" actId="20577"/>
        <pc:sldMkLst>
          <pc:docMk/>
          <pc:sldMk cId="228742615" sldId="555"/>
        </pc:sldMkLst>
        <pc:spChg chg="mod">
          <ac:chgData name="Giusti, Gianluca (PG/R - Sch of Biosci &amp; Med)" userId="cd89f1a1-d897-4e8b-bf98-1ba19356bc61" providerId="ADAL" clId="{6D998777-4697-4434-8079-871BBBC7CCB7}" dt="2022-12-06T11:26:49.461" v="426" actId="20577"/>
          <ac:spMkLst>
            <pc:docMk/>
            <pc:sldMk cId="228742615" sldId="555"/>
            <ac:spMk id="4" creationId="{14657FA5-9948-417C-8393-F3600E40B0F2}"/>
          </ac:spMkLst>
        </pc:spChg>
      </pc:sldChg>
      <pc:sldChg chg="addSp modSp mod modNotesTx">
        <pc:chgData name="Giusti, Gianluca (PG/R - Sch of Biosci &amp; Med)" userId="cd89f1a1-d897-4e8b-bf98-1ba19356bc61" providerId="ADAL" clId="{6D998777-4697-4434-8079-871BBBC7CCB7}" dt="2022-12-14T10:08:32.444" v="2534" actId="1076"/>
        <pc:sldMkLst>
          <pc:docMk/>
          <pc:sldMk cId="1697432208" sldId="558"/>
        </pc:sldMkLst>
        <pc:spChg chg="mod">
          <ac:chgData name="Giusti, Gianluca (PG/R - Sch of Biosci &amp; Med)" userId="cd89f1a1-d897-4e8b-bf98-1ba19356bc61" providerId="ADAL" clId="{6D998777-4697-4434-8079-871BBBC7CCB7}" dt="2022-12-14T10:08:32.444" v="2534" actId="1076"/>
          <ac:spMkLst>
            <pc:docMk/>
            <pc:sldMk cId="1697432208" sldId="558"/>
            <ac:spMk id="9" creationId="{5D521D18-B894-71AB-F73C-FFA72EB4223E}"/>
          </ac:spMkLst>
        </pc:spChg>
        <pc:spChg chg="mod">
          <ac:chgData name="Giusti, Gianluca (PG/R - Sch of Biosci &amp; Med)" userId="cd89f1a1-d897-4e8b-bf98-1ba19356bc61" providerId="ADAL" clId="{6D998777-4697-4434-8079-871BBBC7CCB7}" dt="2022-12-07T16:23:04.855" v="1258" actId="20577"/>
          <ac:spMkLst>
            <pc:docMk/>
            <pc:sldMk cId="1697432208" sldId="558"/>
            <ac:spMk id="22" creationId="{C5E35BBE-D00C-843F-8808-6355FA4B57D7}"/>
          </ac:spMkLst>
        </pc:spChg>
        <pc:cxnChg chg="add mod">
          <ac:chgData name="Giusti, Gianluca (PG/R - Sch of Biosci &amp; Med)" userId="cd89f1a1-d897-4e8b-bf98-1ba19356bc61" providerId="ADAL" clId="{6D998777-4697-4434-8079-871BBBC7CCB7}" dt="2022-12-14T10:08:31.511" v="2533" actId="13822"/>
          <ac:cxnSpMkLst>
            <pc:docMk/>
            <pc:sldMk cId="1697432208" sldId="558"/>
            <ac:cxnSpMk id="3" creationId="{1260E8FF-D41F-5E4D-550D-A4E56CF8920F}"/>
          </ac:cxnSpMkLst>
        </pc:cxnChg>
      </pc:sldChg>
      <pc:sldChg chg="del">
        <pc:chgData name="Giusti, Gianluca (PG/R - Sch of Biosci &amp; Med)" userId="cd89f1a1-d897-4e8b-bf98-1ba19356bc61" providerId="ADAL" clId="{6D998777-4697-4434-8079-871BBBC7CCB7}" dt="2022-12-08T16:33:04.824" v="1736" actId="47"/>
        <pc:sldMkLst>
          <pc:docMk/>
          <pc:sldMk cId="3630019460" sldId="559"/>
        </pc:sldMkLst>
      </pc:sldChg>
      <pc:sldChg chg="addSp delSp modSp mod">
        <pc:chgData name="Giusti, Gianluca (PG/R - Sch of Biosci &amp; Med)" userId="cd89f1a1-d897-4e8b-bf98-1ba19356bc61" providerId="ADAL" clId="{6D998777-4697-4434-8079-871BBBC7CCB7}" dt="2022-12-13T11:14:23.606" v="2524" actId="14100"/>
        <pc:sldMkLst>
          <pc:docMk/>
          <pc:sldMk cId="1180470422" sldId="561"/>
        </pc:sldMkLst>
        <pc:spChg chg="add del mod">
          <ac:chgData name="Giusti, Gianluca (PG/R - Sch of Biosci &amp; Med)" userId="cd89f1a1-d897-4e8b-bf98-1ba19356bc61" providerId="ADAL" clId="{6D998777-4697-4434-8079-871BBBC7CCB7}" dt="2022-12-08T15:53:37.199" v="1447"/>
          <ac:spMkLst>
            <pc:docMk/>
            <pc:sldMk cId="1180470422" sldId="561"/>
            <ac:spMk id="6" creationId="{261C6053-4A10-8A76-959B-FD0EE88E059A}"/>
          </ac:spMkLst>
        </pc:spChg>
        <pc:spChg chg="add del mod">
          <ac:chgData name="Giusti, Gianluca (PG/R - Sch of Biosci &amp; Med)" userId="cd89f1a1-d897-4e8b-bf98-1ba19356bc61" providerId="ADAL" clId="{6D998777-4697-4434-8079-871BBBC7CCB7}" dt="2022-12-13T11:08:37.451" v="2281" actId="478"/>
          <ac:spMkLst>
            <pc:docMk/>
            <pc:sldMk cId="1180470422" sldId="561"/>
            <ac:spMk id="7" creationId="{BB3DA75C-FE68-DCEE-6413-BD20B2E43408}"/>
          </ac:spMkLst>
        </pc:spChg>
        <pc:spChg chg="add del mod">
          <ac:chgData name="Giusti, Gianluca (PG/R - Sch of Biosci &amp; Med)" userId="cd89f1a1-d897-4e8b-bf98-1ba19356bc61" providerId="ADAL" clId="{6D998777-4697-4434-8079-871BBBC7CCB7}" dt="2022-12-08T15:57:46.349" v="1608" actId="478"/>
          <ac:spMkLst>
            <pc:docMk/>
            <pc:sldMk cId="1180470422" sldId="561"/>
            <ac:spMk id="8" creationId="{B116A3D8-50D1-BCAC-0CB0-FF23505D90CC}"/>
          </ac:spMkLst>
        </pc:spChg>
        <pc:spChg chg="add del mod">
          <ac:chgData name="Giusti, Gianluca (PG/R - Sch of Biosci &amp; Med)" userId="cd89f1a1-d897-4e8b-bf98-1ba19356bc61" providerId="ADAL" clId="{6D998777-4697-4434-8079-871BBBC7CCB7}" dt="2022-12-08T15:57:46.349" v="1608" actId="478"/>
          <ac:spMkLst>
            <pc:docMk/>
            <pc:sldMk cId="1180470422" sldId="561"/>
            <ac:spMk id="14" creationId="{711051C9-61E0-6D2E-4DD8-D3B64C2348E2}"/>
          </ac:spMkLst>
        </pc:spChg>
        <pc:spChg chg="add mod">
          <ac:chgData name="Giusti, Gianluca (PG/R - Sch of Biosci &amp; Med)" userId="cd89f1a1-d897-4e8b-bf98-1ba19356bc61" providerId="ADAL" clId="{6D998777-4697-4434-8079-871BBBC7CCB7}" dt="2022-12-13T11:14:23.606" v="2524" actId="14100"/>
          <ac:spMkLst>
            <pc:docMk/>
            <pc:sldMk cId="1180470422" sldId="561"/>
            <ac:spMk id="16" creationId="{89A77219-4354-0C7A-14C8-81E1FE1937AC}"/>
          </ac:spMkLst>
        </pc:spChg>
        <pc:spChg chg="add del mod">
          <ac:chgData name="Giusti, Gianluca (PG/R - Sch of Biosci &amp; Med)" userId="cd89f1a1-d897-4e8b-bf98-1ba19356bc61" providerId="ADAL" clId="{6D998777-4697-4434-8079-871BBBC7CCB7}" dt="2022-12-08T15:59:17.099" v="1652" actId="478"/>
          <ac:spMkLst>
            <pc:docMk/>
            <pc:sldMk cId="1180470422" sldId="561"/>
            <ac:spMk id="19" creationId="{1528ECEE-6B56-448A-28CE-A26819D2730C}"/>
          </ac:spMkLst>
        </pc:spChg>
        <pc:spChg chg="add mod">
          <ac:chgData name="Giusti, Gianluca (PG/R - Sch of Biosci &amp; Med)" userId="cd89f1a1-d897-4e8b-bf98-1ba19356bc61" providerId="ADAL" clId="{6D998777-4697-4434-8079-871BBBC7CCB7}" dt="2022-12-13T11:14:23.606" v="2524" actId="14100"/>
          <ac:spMkLst>
            <pc:docMk/>
            <pc:sldMk cId="1180470422" sldId="561"/>
            <ac:spMk id="20" creationId="{5EEC0733-2A29-560F-9852-7B61E4B4B234}"/>
          </ac:spMkLst>
        </pc:spChg>
        <pc:spChg chg="add mod">
          <ac:chgData name="Giusti, Gianluca (PG/R - Sch of Biosci &amp; Med)" userId="cd89f1a1-d897-4e8b-bf98-1ba19356bc61" providerId="ADAL" clId="{6D998777-4697-4434-8079-871BBBC7CCB7}" dt="2022-12-13T11:14:23.606" v="2524" actId="14100"/>
          <ac:spMkLst>
            <pc:docMk/>
            <pc:sldMk cId="1180470422" sldId="561"/>
            <ac:spMk id="21" creationId="{4C87FDCE-EFD7-E4FD-F643-DAC71E7E67C8}"/>
          </ac:spMkLst>
        </pc:spChg>
        <pc:spChg chg="del">
          <ac:chgData name="Giusti, Gianluca (PG/R - Sch of Biosci &amp; Med)" userId="cd89f1a1-d897-4e8b-bf98-1ba19356bc61" providerId="ADAL" clId="{6D998777-4697-4434-8079-871BBBC7CCB7}" dt="2022-12-08T16:01:14.343" v="1706" actId="478"/>
          <ac:spMkLst>
            <pc:docMk/>
            <pc:sldMk cId="1180470422" sldId="561"/>
            <ac:spMk id="52225" creationId="{934DE9B1-3D4D-8048-81F2-01243A1DA18A}"/>
          </ac:spMkLst>
        </pc:spChg>
        <pc:picChg chg="add mod ord modCrop">
          <ac:chgData name="Giusti, Gianluca (PG/R - Sch of Biosci &amp; Med)" userId="cd89f1a1-d897-4e8b-bf98-1ba19356bc61" providerId="ADAL" clId="{6D998777-4697-4434-8079-871BBBC7CCB7}" dt="2022-12-13T11:14:11.674" v="2522" actId="14100"/>
          <ac:picMkLst>
            <pc:docMk/>
            <pc:sldMk cId="1180470422" sldId="561"/>
            <ac:picMk id="5" creationId="{A572C6D1-56A7-5407-3E7A-E43366800560}"/>
          </ac:picMkLst>
        </pc:picChg>
        <pc:picChg chg="add del mod">
          <ac:chgData name="Giusti, Gianluca (PG/R - Sch of Biosci &amp; Med)" userId="cd89f1a1-d897-4e8b-bf98-1ba19356bc61" providerId="ADAL" clId="{6D998777-4697-4434-8079-871BBBC7CCB7}" dt="2022-12-06T11:25:41.996" v="416" actId="21"/>
          <ac:picMkLst>
            <pc:docMk/>
            <pc:sldMk cId="1180470422" sldId="561"/>
            <ac:picMk id="6" creationId="{7355A448-F022-7E42-B4A4-D6F223DB04D2}"/>
          </ac:picMkLst>
        </pc:picChg>
        <pc:picChg chg="add del mod ord modCrop">
          <ac:chgData name="Giusti, Gianluca (PG/R - Sch of Biosci &amp; Med)" userId="cd89f1a1-d897-4e8b-bf98-1ba19356bc61" providerId="ADAL" clId="{6D998777-4697-4434-8079-871BBBC7CCB7}" dt="2022-12-13T11:08:03.331" v="2271" actId="478"/>
          <ac:picMkLst>
            <pc:docMk/>
            <pc:sldMk cId="1180470422" sldId="561"/>
            <ac:picMk id="10" creationId="{AF8E1B95-4B7F-4785-BADA-87BB88A93BA8}"/>
          </ac:picMkLst>
        </pc:picChg>
        <pc:picChg chg="add del mod ord">
          <ac:chgData name="Giusti, Gianluca (PG/R - Sch of Biosci &amp; Med)" userId="cd89f1a1-d897-4e8b-bf98-1ba19356bc61" providerId="ADAL" clId="{6D998777-4697-4434-8079-871BBBC7CCB7}" dt="2022-12-08T15:57:46.349" v="1608" actId="478"/>
          <ac:picMkLst>
            <pc:docMk/>
            <pc:sldMk cId="1180470422" sldId="561"/>
            <ac:picMk id="11" creationId="{A342D1A0-486A-0F70-6164-5B1121618197}"/>
          </ac:picMkLst>
        </pc:picChg>
        <pc:picChg chg="add del mod ord">
          <ac:chgData name="Giusti, Gianluca (PG/R - Sch of Biosci &amp; Med)" userId="cd89f1a1-d897-4e8b-bf98-1ba19356bc61" providerId="ADAL" clId="{6D998777-4697-4434-8079-871BBBC7CCB7}" dt="2022-12-08T15:57:46.349" v="1608" actId="478"/>
          <ac:picMkLst>
            <pc:docMk/>
            <pc:sldMk cId="1180470422" sldId="561"/>
            <ac:picMk id="12" creationId="{CE9FAB12-A528-E446-AF36-BB47C830098F}"/>
          </ac:picMkLst>
        </pc:picChg>
        <pc:picChg chg="del mod">
          <ac:chgData name="Giusti, Gianluca (PG/R - Sch of Biosci &amp; Med)" userId="cd89f1a1-d897-4e8b-bf98-1ba19356bc61" providerId="ADAL" clId="{6D998777-4697-4434-8079-871BBBC7CCB7}" dt="2022-12-06T11:24:35.993" v="404" actId="478"/>
          <ac:picMkLst>
            <pc:docMk/>
            <pc:sldMk cId="1180470422" sldId="561"/>
            <ac:picMk id="14" creationId="{A6168D1B-3BE3-B262-6B18-23BEB4A94EB7}"/>
          </ac:picMkLst>
        </pc:picChg>
        <pc:picChg chg="add del mod modCrop">
          <ac:chgData name="Giusti, Gianluca (PG/R - Sch of Biosci &amp; Med)" userId="cd89f1a1-d897-4e8b-bf98-1ba19356bc61" providerId="ADAL" clId="{6D998777-4697-4434-8079-871BBBC7CCB7}" dt="2022-12-13T11:10:50.660" v="2382" actId="478"/>
          <ac:picMkLst>
            <pc:docMk/>
            <pc:sldMk cId="1180470422" sldId="561"/>
            <ac:picMk id="17" creationId="{BF62DAA9-BA33-D672-6555-2A491D2B5050}"/>
          </ac:picMkLst>
        </pc:picChg>
        <pc:picChg chg="add del mod">
          <ac:chgData name="Giusti, Gianluca (PG/R - Sch of Biosci &amp; Med)" userId="cd89f1a1-d897-4e8b-bf98-1ba19356bc61" providerId="ADAL" clId="{6D998777-4697-4434-8079-871BBBC7CCB7}" dt="2022-12-13T11:10:52.739" v="2383" actId="478"/>
          <ac:picMkLst>
            <pc:docMk/>
            <pc:sldMk cId="1180470422" sldId="561"/>
            <ac:picMk id="18" creationId="{62D3C218-A82F-FA79-B869-A78083B21518}"/>
          </ac:picMkLst>
        </pc:picChg>
        <pc:cxnChg chg="add mod">
          <ac:chgData name="Giusti, Gianluca (PG/R - Sch of Biosci &amp; Med)" userId="cd89f1a1-d897-4e8b-bf98-1ba19356bc61" providerId="ADAL" clId="{6D998777-4697-4434-8079-871BBBC7CCB7}" dt="2022-12-13T11:14:04.932" v="2521" actId="208"/>
          <ac:cxnSpMkLst>
            <pc:docMk/>
            <pc:sldMk cId="1180470422" sldId="561"/>
            <ac:cxnSpMk id="6" creationId="{F6DFADA9-B806-4081-F481-56A45BE9707F}"/>
          </ac:cxnSpMkLst>
        </pc:cxnChg>
        <pc:cxnChg chg="add mod">
          <ac:chgData name="Giusti, Gianluca (PG/R - Sch of Biosci &amp; Med)" userId="cd89f1a1-d897-4e8b-bf98-1ba19356bc61" providerId="ADAL" clId="{6D998777-4697-4434-8079-871BBBC7CCB7}" dt="2022-12-13T11:13:48.676" v="2518" actId="1037"/>
          <ac:cxnSpMkLst>
            <pc:docMk/>
            <pc:sldMk cId="1180470422" sldId="561"/>
            <ac:cxnSpMk id="11" creationId="{ADB49D26-F49C-1D46-0342-2BF9CE4F9DE5}"/>
          </ac:cxnSpMkLst>
        </pc:cxnChg>
        <pc:cxnChg chg="add del mod">
          <ac:chgData name="Giusti, Gianluca (PG/R - Sch of Biosci &amp; Med)" userId="cd89f1a1-d897-4e8b-bf98-1ba19356bc61" providerId="ADAL" clId="{6D998777-4697-4434-8079-871BBBC7CCB7}" dt="2022-12-13T11:09:26.955" v="2346" actId="478"/>
          <ac:cxnSpMkLst>
            <pc:docMk/>
            <pc:sldMk cId="1180470422" sldId="561"/>
            <ac:cxnSpMk id="12" creationId="{FA34EB68-150B-B96A-36D1-4869208898D2}"/>
          </ac:cxnSpMkLst>
        </pc:cxnChg>
        <pc:cxnChg chg="add del mod">
          <ac:chgData name="Giusti, Gianluca (PG/R - Sch of Biosci &amp; Med)" userId="cd89f1a1-d897-4e8b-bf98-1ba19356bc61" providerId="ADAL" clId="{6D998777-4697-4434-8079-871BBBC7CCB7}" dt="2022-12-13T11:09:26.955" v="2346" actId="478"/>
          <ac:cxnSpMkLst>
            <pc:docMk/>
            <pc:sldMk cId="1180470422" sldId="561"/>
            <ac:cxnSpMk id="13" creationId="{9CAE44EB-5C0A-A702-4AD6-0DE0F6E6BC4E}"/>
          </ac:cxnSpMkLst>
        </pc:cxnChg>
        <pc:cxnChg chg="add mod">
          <ac:chgData name="Giusti, Gianluca (PG/R - Sch of Biosci &amp; Med)" userId="cd89f1a1-d897-4e8b-bf98-1ba19356bc61" providerId="ADAL" clId="{6D998777-4697-4434-8079-871BBBC7CCB7}" dt="2022-12-13T11:13:48.676" v="2518" actId="1037"/>
          <ac:cxnSpMkLst>
            <pc:docMk/>
            <pc:sldMk cId="1180470422" sldId="561"/>
            <ac:cxnSpMk id="14" creationId="{9F704EE6-0E4C-E1D7-1189-7A5D395032BF}"/>
          </ac:cxnSpMkLst>
        </pc:cxnChg>
        <pc:cxnChg chg="add del mod">
          <ac:chgData name="Giusti, Gianluca (PG/R - Sch of Biosci &amp; Med)" userId="cd89f1a1-d897-4e8b-bf98-1ba19356bc61" providerId="ADAL" clId="{6D998777-4697-4434-8079-871BBBC7CCB7}" dt="2022-12-13T11:09:44.428" v="2361" actId="478"/>
          <ac:cxnSpMkLst>
            <pc:docMk/>
            <pc:sldMk cId="1180470422" sldId="561"/>
            <ac:cxnSpMk id="15" creationId="{F2AF231D-C1DE-3B56-BE2B-668E3D17D4EE}"/>
          </ac:cxnSpMkLst>
        </pc:cxnChg>
      </pc:sldChg>
      <pc:sldChg chg="addSp delSp modSp mod modAnim">
        <pc:chgData name="Giusti, Gianluca (PG/R - Sch of Biosci &amp; Med)" userId="cd89f1a1-d897-4e8b-bf98-1ba19356bc61" providerId="ADAL" clId="{6D998777-4697-4434-8079-871BBBC7CCB7}" dt="2022-12-08T11:11:15.958" v="1284"/>
        <pc:sldMkLst>
          <pc:docMk/>
          <pc:sldMk cId="3035123804" sldId="562"/>
        </pc:sldMkLst>
        <pc:spChg chg="del">
          <ac:chgData name="Giusti, Gianluca (PG/R - Sch of Biosci &amp; Med)" userId="cd89f1a1-d897-4e8b-bf98-1ba19356bc61" providerId="ADAL" clId="{6D998777-4697-4434-8079-871BBBC7CCB7}" dt="2022-12-08T11:10:29.275" v="1278" actId="478"/>
          <ac:spMkLst>
            <pc:docMk/>
            <pc:sldMk cId="3035123804" sldId="562"/>
            <ac:spMk id="7" creationId="{53A3B9A8-8790-BD41-BFAD-FDDCB23CCB51}"/>
          </ac:spMkLst>
        </pc:spChg>
        <pc:picChg chg="mod">
          <ac:chgData name="Giusti, Gianluca (PG/R - Sch of Biosci &amp; Med)" userId="cd89f1a1-d897-4e8b-bf98-1ba19356bc61" providerId="ADAL" clId="{6D998777-4697-4434-8079-871BBBC7CCB7}" dt="2022-12-08T11:10:33.314" v="1280" actId="14100"/>
          <ac:picMkLst>
            <pc:docMk/>
            <pc:sldMk cId="3035123804" sldId="562"/>
            <ac:picMk id="2" creationId="{C740F1DF-A54D-637B-7BEA-9924F0B04D65}"/>
          </ac:picMkLst>
        </pc:picChg>
        <pc:picChg chg="add mod">
          <ac:chgData name="Giusti, Gianluca (PG/R - Sch of Biosci &amp; Med)" userId="cd89f1a1-d897-4e8b-bf98-1ba19356bc61" providerId="ADAL" clId="{6D998777-4697-4434-8079-871BBBC7CCB7}" dt="2022-12-08T11:10:39.382" v="1281"/>
          <ac:picMkLst>
            <pc:docMk/>
            <pc:sldMk cId="3035123804" sldId="562"/>
            <ac:picMk id="3" creationId="{6FAA5E0F-19B6-C39E-6555-8A5054869AAB}"/>
          </ac:picMkLst>
        </pc:picChg>
        <pc:cxnChg chg="add mod">
          <ac:chgData name="Giusti, Gianluca (PG/R - Sch of Biosci &amp; Med)" userId="cd89f1a1-d897-4e8b-bf98-1ba19356bc61" providerId="ADAL" clId="{6D998777-4697-4434-8079-871BBBC7CCB7}" dt="2022-12-08T11:10:39.382" v="1281"/>
          <ac:cxnSpMkLst>
            <pc:docMk/>
            <pc:sldMk cId="3035123804" sldId="562"/>
            <ac:cxnSpMk id="4" creationId="{B95B656F-AD63-2070-E818-DAFD3FB55F47}"/>
          </ac:cxnSpMkLst>
        </pc:cxnChg>
      </pc:sldChg>
      <pc:sldChg chg="addSp modSp new mod modClrScheme chgLayout">
        <pc:chgData name="Giusti, Gianluca (PG/R - Sch of Biosci &amp; Med)" userId="cd89f1a1-d897-4e8b-bf98-1ba19356bc61" providerId="ADAL" clId="{6D998777-4697-4434-8079-871BBBC7CCB7}" dt="2022-12-08T16:02:21.245" v="1723" actId="1076"/>
        <pc:sldMkLst>
          <pc:docMk/>
          <pc:sldMk cId="173932748" sldId="563"/>
        </pc:sldMkLst>
        <pc:picChg chg="add mod modCrop">
          <ac:chgData name="Giusti, Gianluca (PG/R - Sch of Biosci &amp; Med)" userId="cd89f1a1-d897-4e8b-bf98-1ba19356bc61" providerId="ADAL" clId="{6D998777-4697-4434-8079-871BBBC7CCB7}" dt="2022-12-08T16:02:21.245" v="1723" actId="1076"/>
          <ac:picMkLst>
            <pc:docMk/>
            <pc:sldMk cId="173932748" sldId="563"/>
            <ac:picMk id="2" creationId="{4131AD5B-D2A1-288C-3B3A-04FF70CFBFAE}"/>
          </ac:picMkLst>
        </pc:picChg>
        <pc:picChg chg="add mod">
          <ac:chgData name="Giusti, Gianluca (PG/R - Sch of Biosci &amp; Med)" userId="cd89f1a1-d897-4e8b-bf98-1ba19356bc61" providerId="ADAL" clId="{6D998777-4697-4434-8079-871BBBC7CCB7}" dt="2022-12-06T12:00:36.595" v="444" actId="1038"/>
          <ac:picMkLst>
            <pc:docMk/>
            <pc:sldMk cId="173932748" sldId="563"/>
            <ac:picMk id="3" creationId="{D5853EB1-9F1D-9C39-A357-43625528D588}"/>
          </ac:picMkLst>
        </pc:picChg>
        <pc:cxnChg chg="add mod">
          <ac:chgData name="Giusti, Gianluca (PG/R - Sch of Biosci &amp; Med)" userId="cd89f1a1-d897-4e8b-bf98-1ba19356bc61" providerId="ADAL" clId="{6D998777-4697-4434-8079-871BBBC7CCB7}" dt="2022-12-06T12:00:36.595" v="444" actId="1038"/>
          <ac:cxnSpMkLst>
            <pc:docMk/>
            <pc:sldMk cId="173932748" sldId="563"/>
            <ac:cxnSpMk id="4" creationId="{00FB610E-49C5-69FA-8273-0CA090F81B83}"/>
          </ac:cxnSpMkLst>
        </pc:cxnChg>
      </pc:sldChg>
      <pc:sldChg chg="addSp delSp modSp new mod ord modClrScheme modShow chgLayout">
        <pc:chgData name="Giusti, Gianluca (PG/R - Sch of Biosci &amp; Med)" userId="cd89f1a1-d897-4e8b-bf98-1ba19356bc61" providerId="ADAL" clId="{6D998777-4697-4434-8079-871BBBC7CCB7}" dt="2022-12-08T17:13:10.150" v="1794"/>
        <pc:sldMkLst>
          <pc:docMk/>
          <pc:sldMk cId="2476691842" sldId="564"/>
        </pc:sldMkLst>
        <pc:spChg chg="add del mod">
          <ac:chgData name="Giusti, Gianluca (PG/R - Sch of Biosci &amp; Med)" userId="cd89f1a1-d897-4e8b-bf98-1ba19356bc61" providerId="ADAL" clId="{6D998777-4697-4434-8079-871BBBC7CCB7}" dt="2022-12-07T11:32:52.518" v="1154" actId="478"/>
          <ac:spMkLst>
            <pc:docMk/>
            <pc:sldMk cId="2476691842" sldId="564"/>
            <ac:spMk id="8" creationId="{5E45CC3D-6ACD-D5CB-C75A-E0AF5056283E}"/>
          </ac:spMkLst>
        </pc:spChg>
        <pc:picChg chg="add mod">
          <ac:chgData name="Giusti, Gianluca (PG/R - Sch of Biosci &amp; Med)" userId="cd89f1a1-d897-4e8b-bf98-1ba19356bc61" providerId="ADAL" clId="{6D998777-4697-4434-8079-871BBBC7CCB7}" dt="2022-12-08T17:13:04.393" v="1792" actId="1076"/>
          <ac:picMkLst>
            <pc:docMk/>
            <pc:sldMk cId="2476691842" sldId="564"/>
            <ac:picMk id="2" creationId="{E9DB08FF-9428-AEC7-00F2-E322EC3D4018}"/>
          </ac:picMkLst>
        </pc:picChg>
        <pc:picChg chg="add mod">
          <ac:chgData name="Giusti, Gianluca (PG/R - Sch of Biosci &amp; Med)" userId="cd89f1a1-d897-4e8b-bf98-1ba19356bc61" providerId="ADAL" clId="{6D998777-4697-4434-8079-871BBBC7CCB7}" dt="2022-12-08T16:32:08.393" v="1734" actId="14100"/>
          <ac:picMkLst>
            <pc:docMk/>
            <pc:sldMk cId="2476691842" sldId="564"/>
            <ac:picMk id="3" creationId="{E4FE32B8-A128-8565-056E-8B39BB338DBE}"/>
          </ac:picMkLst>
        </pc:picChg>
        <pc:picChg chg="add mod">
          <ac:chgData name="Giusti, Gianluca (PG/R - Sch of Biosci &amp; Med)" userId="cd89f1a1-d897-4e8b-bf98-1ba19356bc61" providerId="ADAL" clId="{6D998777-4697-4434-8079-871BBBC7CCB7}" dt="2022-12-07T11:33:08.809" v="1206" actId="1037"/>
          <ac:picMkLst>
            <pc:docMk/>
            <pc:sldMk cId="2476691842" sldId="564"/>
            <ac:picMk id="4" creationId="{0A3C326D-506D-6459-5BAB-F30C76053AAD}"/>
          </ac:picMkLst>
        </pc:picChg>
      </pc:sldChg>
      <pc:sldChg chg="addSp delSp modSp new mod ord modClrScheme modShow chgLayout">
        <pc:chgData name="Giusti, Gianluca (PG/R - Sch of Biosci &amp; Med)" userId="cd89f1a1-d897-4e8b-bf98-1ba19356bc61" providerId="ADAL" clId="{6D998777-4697-4434-8079-871BBBC7CCB7}" dt="2022-12-08T17:12:54.437" v="1791" actId="403"/>
        <pc:sldMkLst>
          <pc:docMk/>
          <pc:sldMk cId="1012141323" sldId="565"/>
        </pc:sldMkLst>
        <pc:spChg chg="add mod">
          <ac:chgData name="Giusti, Gianluca (PG/R - Sch of Biosci &amp; Med)" userId="cd89f1a1-d897-4e8b-bf98-1ba19356bc61" providerId="ADAL" clId="{6D998777-4697-4434-8079-871BBBC7CCB7}" dt="2022-12-08T17:12:54.437" v="1791" actId="403"/>
          <ac:spMkLst>
            <pc:docMk/>
            <pc:sldMk cId="1012141323" sldId="565"/>
            <ac:spMk id="2" creationId="{093C2D2F-760C-6A98-4B23-D221AE23AAE8}"/>
          </ac:spMkLst>
        </pc:spChg>
        <pc:spChg chg="add del mod">
          <ac:chgData name="Giusti, Gianluca (PG/R - Sch of Biosci &amp; Med)" userId="cd89f1a1-d897-4e8b-bf98-1ba19356bc61" providerId="ADAL" clId="{6D998777-4697-4434-8079-871BBBC7CCB7}" dt="2022-12-08T11:09:22.331" v="1267" actId="26606"/>
          <ac:spMkLst>
            <pc:docMk/>
            <pc:sldMk cId="1012141323" sldId="565"/>
            <ac:spMk id="8" creationId="{B002217C-5934-1160-A26C-437DB52C39CD}"/>
          </ac:spMkLst>
        </pc:spChg>
        <pc:picChg chg="add del mod modCrop">
          <ac:chgData name="Giusti, Gianluca (PG/R - Sch of Biosci &amp; Med)" userId="cd89f1a1-d897-4e8b-bf98-1ba19356bc61" providerId="ADAL" clId="{6D998777-4697-4434-8079-871BBBC7CCB7}" dt="2022-12-08T16:31:58.893" v="1729" actId="21"/>
          <ac:picMkLst>
            <pc:docMk/>
            <pc:sldMk cId="1012141323" sldId="565"/>
            <ac:picMk id="3" creationId="{6768A590-3AD6-9A9D-AB4C-C819EF69C04B}"/>
          </ac:picMkLst>
        </pc:picChg>
        <pc:picChg chg="add mod">
          <ac:chgData name="Giusti, Gianluca (PG/R - Sch of Biosci &amp; Med)" userId="cd89f1a1-d897-4e8b-bf98-1ba19356bc61" providerId="ADAL" clId="{6D998777-4697-4434-8079-871BBBC7CCB7}" dt="2022-12-08T11:10:52.635" v="1282"/>
          <ac:picMkLst>
            <pc:docMk/>
            <pc:sldMk cId="1012141323" sldId="565"/>
            <ac:picMk id="4" creationId="{43A86ADB-B81A-224E-12DB-802517BD64C5}"/>
          </ac:picMkLst>
        </pc:picChg>
        <pc:cxnChg chg="add mod">
          <ac:chgData name="Giusti, Gianluca (PG/R - Sch of Biosci &amp; Med)" userId="cd89f1a1-d897-4e8b-bf98-1ba19356bc61" providerId="ADAL" clId="{6D998777-4697-4434-8079-871BBBC7CCB7}" dt="2022-12-08T11:10:52.635" v="1282"/>
          <ac:cxnSpMkLst>
            <pc:docMk/>
            <pc:sldMk cId="1012141323" sldId="565"/>
            <ac:cxnSpMk id="5" creationId="{ECF7D2FC-E343-7525-7E77-522180792B80}"/>
          </ac:cxnSpMkLst>
        </pc:cxnChg>
      </pc:sldChg>
      <pc:sldChg chg="addSp modSp new mod ord">
        <pc:chgData name="Giusti, Gianluca (PG/R - Sch of Biosci &amp; Med)" userId="cd89f1a1-d897-4e8b-bf98-1ba19356bc61" providerId="ADAL" clId="{6D998777-4697-4434-8079-871BBBC7CCB7}" dt="2022-12-08T17:14:33.618" v="1800"/>
        <pc:sldMkLst>
          <pc:docMk/>
          <pc:sldMk cId="643097049" sldId="566"/>
        </pc:sldMkLst>
        <pc:spChg chg="add mod">
          <ac:chgData name="Giusti, Gianluca (PG/R - Sch of Biosci &amp; Med)" userId="cd89f1a1-d897-4e8b-bf98-1ba19356bc61" providerId="ADAL" clId="{6D998777-4697-4434-8079-871BBBC7CCB7}" dt="2022-12-08T17:10:43.385" v="1744" actId="20577"/>
          <ac:spMkLst>
            <pc:docMk/>
            <pc:sldMk cId="643097049" sldId="566"/>
            <ac:spMk id="3" creationId="{89F21F5B-1C66-E911-E264-2FD51A09EBBD}"/>
          </ac:spMkLst>
        </pc:spChg>
        <pc:picChg chg="add mod">
          <ac:chgData name="Giusti, Gianluca (PG/R - Sch of Biosci &amp; Med)" userId="cd89f1a1-d897-4e8b-bf98-1ba19356bc61" providerId="ADAL" clId="{6D998777-4697-4434-8079-871BBBC7CCB7}" dt="2022-12-08T17:08:48.169" v="1743" actId="14100"/>
          <ac:picMkLst>
            <pc:docMk/>
            <pc:sldMk cId="643097049" sldId="566"/>
            <ac:picMk id="4" creationId="{9C6232E9-212B-C08B-3A27-127D9802F473}"/>
          </ac:picMkLst>
        </pc:picChg>
      </pc:sldChg>
      <pc:sldChg chg="addSp modSp new mod ord modClrScheme chgLayout">
        <pc:chgData name="Giusti, Gianluca (PG/R - Sch of Biosci &amp; Med)" userId="cd89f1a1-d897-4e8b-bf98-1ba19356bc61" providerId="ADAL" clId="{6D998777-4697-4434-8079-871BBBC7CCB7}" dt="2022-12-13T11:04:42.187" v="2224" actId="1440"/>
        <pc:sldMkLst>
          <pc:docMk/>
          <pc:sldMk cId="1609090337" sldId="567"/>
        </pc:sldMkLst>
        <pc:spChg chg="add mod">
          <ac:chgData name="Giusti, Gianluca (PG/R - Sch of Biosci &amp; Med)" userId="cd89f1a1-d897-4e8b-bf98-1ba19356bc61" providerId="ADAL" clId="{6D998777-4697-4434-8079-871BBBC7CCB7}" dt="2022-12-13T11:04:32.878" v="2221" actId="2711"/>
          <ac:spMkLst>
            <pc:docMk/>
            <pc:sldMk cId="1609090337" sldId="567"/>
            <ac:spMk id="3" creationId="{5213BDEC-BE3F-84F5-C026-377E042E4806}"/>
          </ac:spMkLst>
        </pc:spChg>
        <pc:picChg chg="add mod">
          <ac:chgData name="Giusti, Gianluca (PG/R - Sch of Biosci &amp; Med)" userId="cd89f1a1-d897-4e8b-bf98-1ba19356bc61" providerId="ADAL" clId="{6D998777-4697-4434-8079-871BBBC7CCB7}" dt="2022-12-13T11:03:10.104" v="2182"/>
          <ac:picMkLst>
            <pc:docMk/>
            <pc:sldMk cId="1609090337" sldId="567"/>
            <ac:picMk id="2" creationId="{78CF046B-B680-5D9F-6DEC-D1DB7375B0ED}"/>
          </ac:picMkLst>
        </pc:picChg>
        <pc:picChg chg="add mod">
          <ac:chgData name="Giusti, Gianluca (PG/R - Sch of Biosci &amp; Med)" userId="cd89f1a1-d897-4e8b-bf98-1ba19356bc61" providerId="ADAL" clId="{6D998777-4697-4434-8079-871BBBC7CCB7}" dt="2022-12-13T11:04:42.187" v="2224" actId="1440"/>
          <ac:picMkLst>
            <pc:docMk/>
            <pc:sldMk cId="1609090337" sldId="567"/>
            <ac:picMk id="5" creationId="{8E2F6024-7518-F1CF-978C-0EE53135E62F}"/>
          </ac:picMkLst>
        </pc:picChg>
        <pc:cxnChg chg="add mod">
          <ac:chgData name="Giusti, Gianluca (PG/R - Sch of Biosci &amp; Med)" userId="cd89f1a1-d897-4e8b-bf98-1ba19356bc61" providerId="ADAL" clId="{6D998777-4697-4434-8079-871BBBC7CCB7}" dt="2022-12-13T11:03:10.104" v="2182"/>
          <ac:cxnSpMkLst>
            <pc:docMk/>
            <pc:sldMk cId="1609090337" sldId="567"/>
            <ac:cxnSpMk id="4" creationId="{AE69F7D0-C383-672F-D573-EFB69411471C}"/>
          </ac:cxnSpMkLst>
        </pc:cxnChg>
      </pc:sldChg>
      <pc:sldChg chg="addSp modSp new mod">
        <pc:chgData name="Giusti, Gianluca (PG/R - Sch of Biosci &amp; Med)" userId="cd89f1a1-d897-4e8b-bf98-1ba19356bc61" providerId="ADAL" clId="{6D998777-4697-4434-8079-871BBBC7CCB7}" dt="2022-12-13T14:06:46.638" v="2530" actId="20577"/>
        <pc:sldMkLst>
          <pc:docMk/>
          <pc:sldMk cId="2475804375" sldId="568"/>
        </pc:sldMkLst>
        <pc:spChg chg="add mod">
          <ac:chgData name="Giusti, Gianluca (PG/R - Sch of Biosci &amp; Med)" userId="cd89f1a1-d897-4e8b-bf98-1ba19356bc61" providerId="ADAL" clId="{6D998777-4697-4434-8079-871BBBC7CCB7}" dt="2022-12-13T14:06:46.638" v="2530" actId="20577"/>
          <ac:spMkLst>
            <pc:docMk/>
            <pc:sldMk cId="2475804375" sldId="568"/>
            <ac:spMk id="3" creationId="{BDFB68DC-CED1-ABA6-01A5-E232196929CA}"/>
          </ac:spMkLst>
        </pc:spChg>
        <pc:picChg chg="add mod">
          <ac:chgData name="Giusti, Gianluca (PG/R - Sch of Biosci &amp; Med)" userId="cd89f1a1-d897-4e8b-bf98-1ba19356bc61" providerId="ADAL" clId="{6D998777-4697-4434-8079-871BBBC7CCB7}" dt="2022-12-13T11:03:13.943" v="2184"/>
          <ac:picMkLst>
            <pc:docMk/>
            <pc:sldMk cId="2475804375" sldId="568"/>
            <ac:picMk id="4" creationId="{2FEC8ABC-157F-8EA6-D48F-FB845B2F211E}"/>
          </ac:picMkLst>
        </pc:picChg>
        <pc:cxnChg chg="add mod">
          <ac:chgData name="Giusti, Gianluca (PG/R - Sch of Biosci &amp; Med)" userId="cd89f1a1-d897-4e8b-bf98-1ba19356bc61" providerId="ADAL" clId="{6D998777-4697-4434-8079-871BBBC7CCB7}" dt="2022-12-13T11:03:13.943" v="2184"/>
          <ac:cxnSpMkLst>
            <pc:docMk/>
            <pc:sldMk cId="2475804375" sldId="568"/>
            <ac:cxnSpMk id="5" creationId="{373215FC-943D-5EC1-1585-BF54953808C9}"/>
          </ac:cxnSpMkLst>
        </pc:cxnChg>
      </pc:sldChg>
      <pc:sldChg chg="addSp modSp new mod">
        <pc:chgData name="Giusti, Gianluca (PG/R - Sch of Biosci &amp; Med)" userId="cd89f1a1-d897-4e8b-bf98-1ba19356bc61" providerId="ADAL" clId="{6D998777-4697-4434-8079-871BBBC7CCB7}" dt="2022-12-13T11:05:27.267" v="2228" actId="2710"/>
        <pc:sldMkLst>
          <pc:docMk/>
          <pc:sldMk cId="510375676" sldId="569"/>
        </pc:sldMkLst>
        <pc:spChg chg="add mod">
          <ac:chgData name="Giusti, Gianluca (PG/R - Sch of Biosci &amp; Med)" userId="cd89f1a1-d897-4e8b-bf98-1ba19356bc61" providerId="ADAL" clId="{6D998777-4697-4434-8079-871BBBC7CCB7}" dt="2022-12-13T11:05:27.267" v="2228" actId="2710"/>
          <ac:spMkLst>
            <pc:docMk/>
            <pc:sldMk cId="510375676" sldId="569"/>
            <ac:spMk id="3" creationId="{2DFA2A51-ED32-6083-44C5-55AFF506D2CF}"/>
          </ac:spMkLst>
        </pc:spChg>
        <pc:picChg chg="add mod">
          <ac:chgData name="Giusti, Gianluca (PG/R - Sch of Biosci &amp; Med)" userId="cd89f1a1-d897-4e8b-bf98-1ba19356bc61" providerId="ADAL" clId="{6D998777-4697-4434-8079-871BBBC7CCB7}" dt="2022-12-13T11:03:11.912" v="2183"/>
          <ac:picMkLst>
            <pc:docMk/>
            <pc:sldMk cId="510375676" sldId="569"/>
            <ac:picMk id="4" creationId="{0C53A4A1-D63C-65EE-1109-679C467659A4}"/>
          </ac:picMkLst>
        </pc:picChg>
        <pc:cxnChg chg="add mod">
          <ac:chgData name="Giusti, Gianluca (PG/R - Sch of Biosci &amp; Med)" userId="cd89f1a1-d897-4e8b-bf98-1ba19356bc61" providerId="ADAL" clId="{6D998777-4697-4434-8079-871BBBC7CCB7}" dt="2022-12-13T11:03:11.912" v="2183"/>
          <ac:cxnSpMkLst>
            <pc:docMk/>
            <pc:sldMk cId="510375676" sldId="569"/>
            <ac:cxnSpMk id="5" creationId="{FF90A390-6EEE-A60E-F626-5D8647948B24}"/>
          </ac:cxnSpMkLst>
        </pc:cxnChg>
      </pc:sldChg>
    </pc:docChg>
  </pc:docChgLst>
  <pc:docChgLst>
    <pc:chgData name="Giusti, Gianluca (PG/R - Sch of Biosci &amp; Med)" userId="cd89f1a1-d897-4e8b-bf98-1ba19356bc61" providerId="ADAL" clId="{FD45938E-BB37-4A3C-A54D-9AB801E667ED}"/>
    <pc:docChg chg="undo redo custSel addSld delSld modSld sldOrd">
      <pc:chgData name="Giusti, Gianluca (PG/R - Sch of Biosci &amp; Med)" userId="cd89f1a1-d897-4e8b-bf98-1ba19356bc61" providerId="ADAL" clId="{FD45938E-BB37-4A3C-A54D-9AB801E667ED}" dt="2022-11-28T11:11:24.577" v="8216" actId="20577"/>
      <pc:docMkLst>
        <pc:docMk/>
      </pc:docMkLst>
      <pc:sldChg chg="addSp delSp modSp mod ord modNotesTx">
        <pc:chgData name="Giusti, Gianluca (PG/R - Sch of Biosci &amp; Med)" userId="cd89f1a1-d897-4e8b-bf98-1ba19356bc61" providerId="ADAL" clId="{FD45938E-BB37-4A3C-A54D-9AB801E667ED}" dt="2022-11-25T16:35:30.956" v="7280" actId="14100"/>
        <pc:sldMkLst>
          <pc:docMk/>
          <pc:sldMk cId="120546017" sldId="261"/>
        </pc:sldMkLst>
        <pc:spChg chg="del mod">
          <ac:chgData name="Giusti, Gianluca (PG/R - Sch of Biosci &amp; Med)" userId="cd89f1a1-d897-4e8b-bf98-1ba19356bc61" providerId="ADAL" clId="{FD45938E-BB37-4A3C-A54D-9AB801E667ED}" dt="2022-11-22T17:06:16.185" v="2352" actId="478"/>
          <ac:spMkLst>
            <pc:docMk/>
            <pc:sldMk cId="120546017" sldId="261"/>
            <ac:spMk id="2" creationId="{3BBB614B-0FC2-E6C9-980E-3CD8439E3492}"/>
          </ac:spMkLst>
        </pc:spChg>
        <pc:spChg chg="add del mod">
          <ac:chgData name="Giusti, Gianluca (PG/R - Sch of Biosci &amp; Med)" userId="cd89f1a1-d897-4e8b-bf98-1ba19356bc61" providerId="ADAL" clId="{FD45938E-BB37-4A3C-A54D-9AB801E667ED}" dt="2022-11-25T11:24:44.447" v="6160"/>
          <ac:spMkLst>
            <pc:docMk/>
            <pc:sldMk cId="120546017" sldId="261"/>
            <ac:spMk id="2" creationId="{49A84B5F-497A-DD0A-0E39-CAD536A2D7C0}"/>
          </ac:spMkLst>
        </pc:spChg>
        <pc:spChg chg="del">
          <ac:chgData name="Giusti, Gianluca (PG/R - Sch of Biosci &amp; Med)" userId="cd89f1a1-d897-4e8b-bf98-1ba19356bc61" providerId="ADAL" clId="{FD45938E-BB37-4A3C-A54D-9AB801E667ED}" dt="2022-11-21T13:31:17.865" v="1025" actId="478"/>
          <ac:spMkLst>
            <pc:docMk/>
            <pc:sldMk cId="120546017" sldId="261"/>
            <ac:spMk id="4" creationId="{B9EB54DB-3971-9CA4-E635-B487FC6AE376}"/>
          </ac:spMkLst>
        </pc:spChg>
        <pc:spChg chg="add del mod">
          <ac:chgData name="Giusti, Gianluca (PG/R - Sch of Biosci &amp; Med)" userId="cd89f1a1-d897-4e8b-bf98-1ba19356bc61" providerId="ADAL" clId="{FD45938E-BB37-4A3C-A54D-9AB801E667ED}" dt="2022-11-24T16:22:53.573" v="6121" actId="478"/>
          <ac:spMkLst>
            <pc:docMk/>
            <pc:sldMk cId="120546017" sldId="261"/>
            <ac:spMk id="4" creationId="{F6FD3E5A-F5D7-293B-A247-627C519126A3}"/>
          </ac:spMkLst>
        </pc:spChg>
        <pc:spChg chg="del mod">
          <ac:chgData name="Giusti, Gianluca (PG/R - Sch of Biosci &amp; Med)" userId="cd89f1a1-d897-4e8b-bf98-1ba19356bc61" providerId="ADAL" clId="{FD45938E-BB37-4A3C-A54D-9AB801E667ED}" dt="2022-11-25T11:26:11.087" v="6179"/>
          <ac:spMkLst>
            <pc:docMk/>
            <pc:sldMk cId="120546017" sldId="261"/>
            <ac:spMk id="7" creationId="{FD6083B1-8A16-2F16-C8D7-B2304C2B2D69}"/>
          </ac:spMkLst>
        </pc:spChg>
        <pc:spChg chg="del mod">
          <ac:chgData name="Giusti, Gianluca (PG/R - Sch of Biosci &amp; Med)" userId="cd89f1a1-d897-4e8b-bf98-1ba19356bc61" providerId="ADAL" clId="{FD45938E-BB37-4A3C-A54D-9AB801E667ED}" dt="2022-11-25T11:26:11.087" v="6177"/>
          <ac:spMkLst>
            <pc:docMk/>
            <pc:sldMk cId="120546017" sldId="261"/>
            <ac:spMk id="8" creationId="{84423487-07BA-59AA-9F89-3A3D65C53DA3}"/>
          </ac:spMkLst>
        </pc:spChg>
        <pc:spChg chg="add mod">
          <ac:chgData name="Giusti, Gianluca (PG/R - Sch of Biosci &amp; Med)" userId="cd89f1a1-d897-4e8b-bf98-1ba19356bc61" providerId="ADAL" clId="{FD45938E-BB37-4A3C-A54D-9AB801E667ED}" dt="2022-11-25T11:34:05.713" v="6281" actId="207"/>
          <ac:spMkLst>
            <pc:docMk/>
            <pc:sldMk cId="120546017" sldId="261"/>
            <ac:spMk id="12" creationId="{C9B33129-3017-4F28-9527-D2A15203804D}"/>
          </ac:spMkLst>
        </pc:spChg>
        <pc:spChg chg="del mod">
          <ac:chgData name="Giusti, Gianluca (PG/R - Sch of Biosci &amp; Med)" userId="cd89f1a1-d897-4e8b-bf98-1ba19356bc61" providerId="ADAL" clId="{FD45938E-BB37-4A3C-A54D-9AB801E667ED}" dt="2022-11-24T15:26:45.112" v="4922" actId="478"/>
          <ac:spMkLst>
            <pc:docMk/>
            <pc:sldMk cId="120546017" sldId="261"/>
            <ac:spMk id="14" creationId="{974457A4-FD70-BDDE-861E-B1AC49FF881E}"/>
          </ac:spMkLst>
        </pc:spChg>
        <pc:spChg chg="add mod ord">
          <ac:chgData name="Giusti, Gianluca (PG/R - Sch of Biosci &amp; Med)" userId="cd89f1a1-d897-4e8b-bf98-1ba19356bc61" providerId="ADAL" clId="{FD45938E-BB37-4A3C-A54D-9AB801E667ED}" dt="2022-11-25T11:34:09.284" v="6282" actId="207"/>
          <ac:spMkLst>
            <pc:docMk/>
            <pc:sldMk cId="120546017" sldId="261"/>
            <ac:spMk id="14" creationId="{FE298732-29BA-2C48-8BDD-C96F69F121E8}"/>
          </ac:spMkLst>
        </pc:spChg>
        <pc:spChg chg="mod">
          <ac:chgData name="Giusti, Gianluca (PG/R - Sch of Biosci &amp; Med)" userId="cd89f1a1-d897-4e8b-bf98-1ba19356bc61" providerId="ADAL" clId="{FD45938E-BB37-4A3C-A54D-9AB801E667ED}" dt="2022-11-25T12:51:50.779" v="7143" actId="1076"/>
          <ac:spMkLst>
            <pc:docMk/>
            <pc:sldMk cId="120546017" sldId="261"/>
            <ac:spMk id="15" creationId="{099F06AA-C12C-11DF-6059-D78BDF490367}"/>
          </ac:spMkLst>
        </pc:spChg>
        <pc:spChg chg="add mod">
          <ac:chgData name="Giusti, Gianluca (PG/R - Sch of Biosci &amp; Med)" userId="cd89f1a1-d897-4e8b-bf98-1ba19356bc61" providerId="ADAL" clId="{FD45938E-BB37-4A3C-A54D-9AB801E667ED}" dt="2022-11-25T11:34:21.161" v="6284" actId="207"/>
          <ac:spMkLst>
            <pc:docMk/>
            <pc:sldMk cId="120546017" sldId="261"/>
            <ac:spMk id="17" creationId="{D3F58E6B-0304-E852-F6C5-0A38241607D9}"/>
          </ac:spMkLst>
        </pc:spChg>
        <pc:spChg chg="add mod">
          <ac:chgData name="Giusti, Gianluca (PG/R - Sch of Biosci &amp; Med)" userId="cd89f1a1-d897-4e8b-bf98-1ba19356bc61" providerId="ADAL" clId="{FD45938E-BB37-4A3C-A54D-9AB801E667ED}" dt="2022-11-25T11:34:21.161" v="6284" actId="207"/>
          <ac:spMkLst>
            <pc:docMk/>
            <pc:sldMk cId="120546017" sldId="261"/>
            <ac:spMk id="18" creationId="{921E5384-314F-7E9C-B1A2-3B86EFFC9583}"/>
          </ac:spMkLst>
        </pc:spChg>
        <pc:spChg chg="add mod">
          <ac:chgData name="Giusti, Gianluca (PG/R - Sch of Biosci &amp; Med)" userId="cd89f1a1-d897-4e8b-bf98-1ba19356bc61" providerId="ADAL" clId="{FD45938E-BB37-4A3C-A54D-9AB801E667ED}" dt="2022-11-25T11:33:13.032" v="6267"/>
          <ac:spMkLst>
            <pc:docMk/>
            <pc:sldMk cId="120546017" sldId="261"/>
            <ac:spMk id="20" creationId="{C3C4BD70-4D06-090E-9219-8C503142B015}"/>
          </ac:spMkLst>
        </pc:spChg>
        <pc:spChg chg="add mod">
          <ac:chgData name="Giusti, Gianluca (PG/R - Sch of Biosci &amp; Med)" userId="cd89f1a1-d897-4e8b-bf98-1ba19356bc61" providerId="ADAL" clId="{FD45938E-BB37-4A3C-A54D-9AB801E667ED}" dt="2022-11-25T11:33:23.466" v="6271" actId="1076"/>
          <ac:spMkLst>
            <pc:docMk/>
            <pc:sldMk cId="120546017" sldId="261"/>
            <ac:spMk id="21" creationId="{FC346F1F-4557-34AD-71B4-2B97733EA34B}"/>
          </ac:spMkLst>
        </pc:spChg>
        <pc:spChg chg="add del mod">
          <ac:chgData name="Giusti, Gianluca (PG/R - Sch of Biosci &amp; Med)" userId="cd89f1a1-d897-4e8b-bf98-1ba19356bc61" providerId="ADAL" clId="{FD45938E-BB37-4A3C-A54D-9AB801E667ED}" dt="2022-11-25T11:41:41.845" v="6441" actId="478"/>
          <ac:spMkLst>
            <pc:docMk/>
            <pc:sldMk cId="120546017" sldId="261"/>
            <ac:spMk id="22" creationId="{54C3DA9B-0E0C-E816-CB8E-430114E8E163}"/>
          </ac:spMkLst>
        </pc:spChg>
        <pc:spChg chg="add mod">
          <ac:chgData name="Giusti, Gianluca (PG/R - Sch of Biosci &amp; Med)" userId="cd89f1a1-d897-4e8b-bf98-1ba19356bc61" providerId="ADAL" clId="{FD45938E-BB37-4A3C-A54D-9AB801E667ED}" dt="2022-11-25T12:35:50.289" v="7013" actId="692"/>
          <ac:spMkLst>
            <pc:docMk/>
            <pc:sldMk cId="120546017" sldId="261"/>
            <ac:spMk id="28" creationId="{F9557EAA-90C1-07CE-4DDA-9071BDAE302B}"/>
          </ac:spMkLst>
        </pc:spChg>
        <pc:grpChg chg="add del mod ord">
          <ac:chgData name="Giusti, Gianluca (PG/R - Sch of Biosci &amp; Med)" userId="cd89f1a1-d897-4e8b-bf98-1ba19356bc61" providerId="ADAL" clId="{FD45938E-BB37-4A3C-A54D-9AB801E667ED}" dt="2022-11-25T11:41:54.106" v="6445" actId="478"/>
          <ac:grpSpMkLst>
            <pc:docMk/>
            <pc:sldMk cId="120546017" sldId="261"/>
            <ac:grpSpMk id="11" creationId="{7B9D1DF6-2DD0-E9E6-5E2D-A60966A32DD3}"/>
          </ac:grpSpMkLst>
        </pc:grpChg>
        <pc:grpChg chg="add del mod">
          <ac:chgData name="Giusti, Gianluca (PG/R - Sch of Biosci &amp; Med)" userId="cd89f1a1-d897-4e8b-bf98-1ba19356bc61" providerId="ADAL" clId="{FD45938E-BB37-4A3C-A54D-9AB801E667ED}" dt="2022-11-25T11:41:55.655" v="6446" actId="478"/>
          <ac:grpSpMkLst>
            <pc:docMk/>
            <pc:sldMk cId="120546017" sldId="261"/>
            <ac:grpSpMk id="16" creationId="{EB7FE053-4DF3-3EF6-8A06-7F86C6AB898A}"/>
          </ac:grpSpMkLst>
        </pc:grpChg>
        <pc:grpChg chg="add del mod">
          <ac:chgData name="Giusti, Gianluca (PG/R - Sch of Biosci &amp; Med)" userId="cd89f1a1-d897-4e8b-bf98-1ba19356bc61" providerId="ADAL" clId="{FD45938E-BB37-4A3C-A54D-9AB801E667ED}" dt="2022-11-25T11:41:49.013" v="6444" actId="478"/>
          <ac:grpSpMkLst>
            <pc:docMk/>
            <pc:sldMk cId="120546017" sldId="261"/>
            <ac:grpSpMk id="19" creationId="{F4DA0AC9-EE49-2677-FF8B-AD12F66C438F}"/>
          </ac:grpSpMkLst>
        </pc:grpChg>
        <pc:graphicFrameChg chg="add del mod modGraphic">
          <ac:chgData name="Giusti, Gianluca (PG/R - Sch of Biosci &amp; Med)" userId="cd89f1a1-d897-4e8b-bf98-1ba19356bc61" providerId="ADAL" clId="{FD45938E-BB37-4A3C-A54D-9AB801E667ED}" dt="2022-11-25T11:33:16.958" v="6269" actId="478"/>
          <ac:graphicFrameMkLst>
            <pc:docMk/>
            <pc:sldMk cId="120546017" sldId="261"/>
            <ac:graphicFrameMk id="10" creationId="{5CF498D9-4546-43B6-E4A1-21F27EBFB282}"/>
          </ac:graphicFrameMkLst>
        </pc:graphicFrameChg>
        <pc:graphicFrameChg chg="add del mod modGraphic">
          <ac:chgData name="Giusti, Gianluca (PG/R - Sch of Biosci &amp; Med)" userId="cd89f1a1-d897-4e8b-bf98-1ba19356bc61" providerId="ADAL" clId="{FD45938E-BB37-4A3C-A54D-9AB801E667ED}" dt="2022-11-25T12:18:40.941" v="6690" actId="478"/>
          <ac:graphicFrameMkLst>
            <pc:docMk/>
            <pc:sldMk cId="120546017" sldId="261"/>
            <ac:graphicFrameMk id="23" creationId="{F1AAB99F-6F0C-D0FD-B055-9A58DF97EC3F}"/>
          </ac:graphicFrameMkLst>
        </pc:graphicFrameChg>
        <pc:picChg chg="add mod ord modCrop">
          <ac:chgData name="Giusti, Gianluca (PG/R - Sch of Biosci &amp; Med)" userId="cd89f1a1-d897-4e8b-bf98-1ba19356bc61" providerId="ADAL" clId="{FD45938E-BB37-4A3C-A54D-9AB801E667ED}" dt="2022-11-25T16:35:30.956" v="7280" actId="14100"/>
          <ac:picMkLst>
            <pc:docMk/>
            <pc:sldMk cId="120546017" sldId="261"/>
            <ac:picMk id="4" creationId="{FAC7A2BA-825B-D824-0D07-B3ACCE7105F9}"/>
          </ac:picMkLst>
        </pc:picChg>
        <pc:picChg chg="del mod ord">
          <ac:chgData name="Giusti, Gianluca (PG/R - Sch of Biosci &amp; Med)" userId="cd89f1a1-d897-4e8b-bf98-1ba19356bc61" providerId="ADAL" clId="{FD45938E-BB37-4A3C-A54D-9AB801E667ED}" dt="2022-11-25T12:18:42.361" v="6692" actId="478"/>
          <ac:picMkLst>
            <pc:docMk/>
            <pc:sldMk cId="120546017" sldId="261"/>
            <ac:picMk id="6" creationId="{A6E018A6-441B-CB1D-DDDF-1FCB46B5274A}"/>
          </ac:picMkLst>
        </pc:picChg>
        <pc:picChg chg="del mod">
          <ac:chgData name="Giusti, Gianluca (PG/R - Sch of Biosci &amp; Med)" userId="cd89f1a1-d897-4e8b-bf98-1ba19356bc61" providerId="ADAL" clId="{FD45938E-BB37-4A3C-A54D-9AB801E667ED}" dt="2022-11-25T12:18:41.797" v="6691" actId="478"/>
          <ac:picMkLst>
            <pc:docMk/>
            <pc:sldMk cId="120546017" sldId="261"/>
            <ac:picMk id="13" creationId="{31DEC71E-C5E5-E559-AE3E-0645ABB82F10}"/>
          </ac:picMkLst>
        </pc:picChg>
        <pc:picChg chg="add del mod ord">
          <ac:chgData name="Giusti, Gianluca (PG/R - Sch of Biosci &amp; Med)" userId="cd89f1a1-d897-4e8b-bf98-1ba19356bc61" providerId="ADAL" clId="{FD45938E-BB37-4A3C-A54D-9AB801E667ED}" dt="2022-11-25T12:23:08.076" v="6710" actId="478"/>
          <ac:picMkLst>
            <pc:docMk/>
            <pc:sldMk cId="120546017" sldId="261"/>
            <ac:picMk id="25" creationId="{138C0417-EB62-E2CB-328B-9F5B34BE82C3}"/>
          </ac:picMkLst>
        </pc:picChg>
        <pc:picChg chg="add del mod ord modCrop">
          <ac:chgData name="Giusti, Gianluca (PG/R - Sch of Biosci &amp; Med)" userId="cd89f1a1-d897-4e8b-bf98-1ba19356bc61" providerId="ADAL" clId="{FD45938E-BB37-4A3C-A54D-9AB801E667ED}" dt="2022-11-25T16:34:53.499" v="7242" actId="478"/>
          <ac:picMkLst>
            <pc:docMk/>
            <pc:sldMk cId="120546017" sldId="261"/>
            <ac:picMk id="27" creationId="{9E04781D-A05E-AB66-842A-583937AB9AA8}"/>
          </ac:picMkLst>
        </pc:picChg>
        <pc:cxnChg chg="add del mod">
          <ac:chgData name="Giusti, Gianluca (PG/R - Sch of Biosci &amp; Med)" userId="cd89f1a1-d897-4e8b-bf98-1ba19356bc61" providerId="ADAL" clId="{FD45938E-BB37-4A3C-A54D-9AB801E667ED}" dt="2022-11-22T17:06:15.229" v="2351" actId="478"/>
          <ac:cxnSpMkLst>
            <pc:docMk/>
            <pc:sldMk cId="120546017" sldId="261"/>
            <ac:cxnSpMk id="5" creationId="{A51160D6-5C63-5DD1-F1B3-AD62491BDA8B}"/>
          </ac:cxnSpMkLst>
        </pc:cxnChg>
      </pc:sldChg>
      <pc:sldChg chg="addSp delSp modSp mod ord modAnim modNotesTx">
        <pc:chgData name="Giusti, Gianluca (PG/R - Sch of Biosci &amp; Med)" userId="cd89f1a1-d897-4e8b-bf98-1ba19356bc61" providerId="ADAL" clId="{FD45938E-BB37-4A3C-A54D-9AB801E667ED}" dt="2022-11-25T12:54:31.506" v="7213" actId="404"/>
        <pc:sldMkLst>
          <pc:docMk/>
          <pc:sldMk cId="2421104297" sldId="266"/>
        </pc:sldMkLst>
        <pc:spChg chg="mod">
          <ac:chgData name="Giusti, Gianluca (PG/R - Sch of Biosci &amp; Med)" userId="cd89f1a1-d897-4e8b-bf98-1ba19356bc61" providerId="ADAL" clId="{FD45938E-BB37-4A3C-A54D-9AB801E667ED}" dt="2022-11-25T12:54:31.506" v="7213" actId="404"/>
          <ac:spMkLst>
            <pc:docMk/>
            <pc:sldMk cId="2421104297" sldId="266"/>
            <ac:spMk id="2" creationId="{8C1259EA-F46F-C91C-FBCE-ED2BDA24EBB8}"/>
          </ac:spMkLst>
        </pc:spChg>
        <pc:spChg chg="add del mod">
          <ac:chgData name="Giusti, Gianluca (PG/R - Sch of Biosci &amp; Med)" userId="cd89f1a1-d897-4e8b-bf98-1ba19356bc61" providerId="ADAL" clId="{FD45938E-BB37-4A3C-A54D-9AB801E667ED}" dt="2022-11-22T17:06:59.742" v="2368" actId="478"/>
          <ac:spMkLst>
            <pc:docMk/>
            <pc:sldMk cId="2421104297" sldId="266"/>
            <ac:spMk id="3" creationId="{0D9A9213-9986-8DA0-1B0D-8E0CFF6D8E85}"/>
          </ac:spMkLst>
        </pc:spChg>
        <pc:spChg chg="mod">
          <ac:chgData name="Giusti, Gianluca (PG/R - Sch of Biosci &amp; Med)" userId="cd89f1a1-d897-4e8b-bf98-1ba19356bc61" providerId="ADAL" clId="{FD45938E-BB37-4A3C-A54D-9AB801E667ED}" dt="2022-11-22T17:46:11.951" v="2665" actId="242"/>
          <ac:spMkLst>
            <pc:docMk/>
            <pc:sldMk cId="2421104297" sldId="266"/>
            <ac:spMk id="25" creationId="{611B2F86-3B33-739C-508D-7F7E4A937B92}"/>
          </ac:spMkLst>
        </pc:spChg>
        <pc:spChg chg="del">
          <ac:chgData name="Giusti, Gianluca (PG/R - Sch of Biosci &amp; Med)" userId="cd89f1a1-d897-4e8b-bf98-1ba19356bc61" providerId="ADAL" clId="{FD45938E-BB37-4A3C-A54D-9AB801E667ED}" dt="2022-11-22T17:07:00.915" v="2369" actId="478"/>
          <ac:spMkLst>
            <pc:docMk/>
            <pc:sldMk cId="2421104297" sldId="266"/>
            <ac:spMk id="36" creationId="{4B1793B2-3F9C-22DA-C1A2-A5C4DF472628}"/>
          </ac:spMkLst>
        </pc:spChg>
        <pc:picChg chg="add mod modCrop">
          <ac:chgData name="Giusti, Gianluca (PG/R - Sch of Biosci &amp; Med)" userId="cd89f1a1-d897-4e8b-bf98-1ba19356bc61" providerId="ADAL" clId="{FD45938E-BB37-4A3C-A54D-9AB801E667ED}" dt="2022-11-22T17:08:38.172" v="2429" actId="1076"/>
          <ac:picMkLst>
            <pc:docMk/>
            <pc:sldMk cId="2421104297" sldId="266"/>
            <ac:picMk id="5" creationId="{A816A6D6-6A90-F019-7F87-1CD08D5F6A6F}"/>
          </ac:picMkLst>
        </pc:picChg>
        <pc:picChg chg="mod">
          <ac:chgData name="Giusti, Gianluca (PG/R - Sch of Biosci &amp; Med)" userId="cd89f1a1-d897-4e8b-bf98-1ba19356bc61" providerId="ADAL" clId="{FD45938E-BB37-4A3C-A54D-9AB801E667ED}" dt="2022-11-22T11:44:20.322" v="1106" actId="1076"/>
          <ac:picMkLst>
            <pc:docMk/>
            <pc:sldMk cId="2421104297" sldId="266"/>
            <ac:picMk id="6" creationId="{35E3C30C-AE63-6CA5-C667-0D4A6640DBDB}"/>
          </ac:picMkLst>
        </pc:picChg>
        <pc:picChg chg="add mod">
          <ac:chgData name="Giusti, Gianluca (PG/R - Sch of Biosci &amp; Med)" userId="cd89f1a1-d897-4e8b-bf98-1ba19356bc61" providerId="ADAL" clId="{FD45938E-BB37-4A3C-A54D-9AB801E667ED}" dt="2022-11-22T11:43:38.231" v="1100" actId="1076"/>
          <ac:picMkLst>
            <pc:docMk/>
            <pc:sldMk cId="2421104297" sldId="266"/>
            <ac:picMk id="8" creationId="{DFFAD68F-7635-D524-08B2-A7FF17C4AB60}"/>
          </ac:picMkLst>
        </pc:picChg>
        <pc:cxnChg chg="add mod">
          <ac:chgData name="Giusti, Gianluca (PG/R - Sch of Biosci &amp; Med)" userId="cd89f1a1-d897-4e8b-bf98-1ba19356bc61" providerId="ADAL" clId="{FD45938E-BB37-4A3C-A54D-9AB801E667ED}" dt="2022-11-22T17:07:10.649" v="2398" actId="1036"/>
          <ac:cxnSpMkLst>
            <pc:docMk/>
            <pc:sldMk cId="2421104297" sldId="266"/>
            <ac:cxnSpMk id="4" creationId="{1953915C-8A59-7BE1-B746-5749D7A5B372}"/>
          </ac:cxnSpMkLst>
        </pc:cxnChg>
        <pc:cxnChg chg="add mod">
          <ac:chgData name="Giusti, Gianluca (PG/R - Sch of Biosci &amp; Med)" userId="cd89f1a1-d897-4e8b-bf98-1ba19356bc61" providerId="ADAL" clId="{FD45938E-BB37-4A3C-A54D-9AB801E667ED}" dt="2022-11-22T11:44:05.387" v="1104" actId="1582"/>
          <ac:cxnSpMkLst>
            <pc:docMk/>
            <pc:sldMk cId="2421104297" sldId="266"/>
            <ac:cxnSpMk id="14" creationId="{A81144FC-4BF0-A058-5687-26D18E1D46EB}"/>
          </ac:cxnSpMkLst>
        </pc:cxnChg>
        <pc:cxnChg chg="del">
          <ac:chgData name="Giusti, Gianluca (PG/R - Sch of Biosci &amp; Med)" userId="cd89f1a1-d897-4e8b-bf98-1ba19356bc61" providerId="ADAL" clId="{FD45938E-BB37-4A3C-A54D-9AB801E667ED}" dt="2022-11-22T17:07:06.395" v="2379" actId="478"/>
          <ac:cxnSpMkLst>
            <pc:docMk/>
            <pc:sldMk cId="2421104297" sldId="266"/>
            <ac:cxnSpMk id="38" creationId="{00A732C5-D8E5-7A5D-A89F-323D2C66B399}"/>
          </ac:cxnSpMkLst>
        </pc:cxnChg>
      </pc:sldChg>
      <pc:sldChg chg="addSp delSp modSp add del mod">
        <pc:chgData name="Giusti, Gianluca (PG/R - Sch of Biosci &amp; Med)" userId="cd89f1a1-d897-4e8b-bf98-1ba19356bc61" providerId="ADAL" clId="{FD45938E-BB37-4A3C-A54D-9AB801E667ED}" dt="2022-11-22T16:51:41.178" v="2269" actId="2696"/>
        <pc:sldMkLst>
          <pc:docMk/>
          <pc:sldMk cId="1682656554" sldId="285"/>
        </pc:sldMkLst>
        <pc:spChg chg="del mod">
          <ac:chgData name="Giusti, Gianluca (PG/R - Sch of Biosci &amp; Med)" userId="cd89f1a1-d897-4e8b-bf98-1ba19356bc61" providerId="ADAL" clId="{FD45938E-BB37-4A3C-A54D-9AB801E667ED}" dt="2022-11-22T16:32:53.373" v="2025" actId="478"/>
          <ac:spMkLst>
            <pc:docMk/>
            <pc:sldMk cId="1682656554" sldId="285"/>
            <ac:spMk id="3" creationId="{00000000-0000-0000-0000-000000000000}"/>
          </ac:spMkLst>
        </pc:spChg>
        <pc:spChg chg="add del mod">
          <ac:chgData name="Giusti, Gianluca (PG/R - Sch of Biosci &amp; Med)" userId="cd89f1a1-d897-4e8b-bf98-1ba19356bc61" providerId="ADAL" clId="{FD45938E-BB37-4A3C-A54D-9AB801E667ED}" dt="2022-11-22T16:46:02.642" v="2242" actId="21"/>
          <ac:spMkLst>
            <pc:docMk/>
            <pc:sldMk cId="1682656554" sldId="285"/>
            <ac:spMk id="5" creationId="{F6034083-62F5-032F-C71C-F7CB287F2437}"/>
          </ac:spMkLst>
        </pc:spChg>
        <pc:spChg chg="add del mod">
          <ac:chgData name="Giusti, Gianluca (PG/R - Sch of Biosci &amp; Med)" userId="cd89f1a1-d897-4e8b-bf98-1ba19356bc61" providerId="ADAL" clId="{FD45938E-BB37-4A3C-A54D-9AB801E667ED}" dt="2022-11-22T16:43:16.486" v="2233" actId="21"/>
          <ac:spMkLst>
            <pc:docMk/>
            <pc:sldMk cId="1682656554" sldId="285"/>
            <ac:spMk id="8" creationId="{CE2E10C2-DA3A-EAEB-8F1C-82542DA4E2B1}"/>
          </ac:spMkLst>
        </pc:spChg>
        <pc:spChg chg="add mod">
          <ac:chgData name="Giusti, Gianluca (PG/R - Sch of Biosci &amp; Med)" userId="cd89f1a1-d897-4e8b-bf98-1ba19356bc61" providerId="ADAL" clId="{FD45938E-BB37-4A3C-A54D-9AB801E667ED}" dt="2022-11-22T16:40:44.509" v="2226" actId="1076"/>
          <ac:spMkLst>
            <pc:docMk/>
            <pc:sldMk cId="1682656554" sldId="285"/>
            <ac:spMk id="10" creationId="{987EAFBA-69A4-58CA-192B-0E126B63C768}"/>
          </ac:spMkLst>
        </pc:spChg>
        <pc:spChg chg="add del mod">
          <ac:chgData name="Giusti, Gianluca (PG/R - Sch of Biosci &amp; Med)" userId="cd89f1a1-d897-4e8b-bf98-1ba19356bc61" providerId="ADAL" clId="{FD45938E-BB37-4A3C-A54D-9AB801E667ED}" dt="2022-11-22T16:45:59.954" v="2241" actId="478"/>
          <ac:spMkLst>
            <pc:docMk/>
            <pc:sldMk cId="1682656554" sldId="285"/>
            <ac:spMk id="13" creationId="{CF8B9FAB-8871-3B88-654A-43825AC5C29C}"/>
          </ac:spMkLst>
        </pc:spChg>
        <pc:spChg chg="del mod">
          <ac:chgData name="Giusti, Gianluca (PG/R - Sch of Biosci &amp; Med)" userId="cd89f1a1-d897-4e8b-bf98-1ba19356bc61" providerId="ADAL" clId="{FD45938E-BB37-4A3C-A54D-9AB801E667ED}" dt="2022-11-22T16:39:44.465" v="2219" actId="478"/>
          <ac:spMkLst>
            <pc:docMk/>
            <pc:sldMk cId="1682656554" sldId="285"/>
            <ac:spMk id="21" creationId="{00000000-0000-0000-0000-000000000000}"/>
          </ac:spMkLst>
        </pc:spChg>
        <pc:spChg chg="del mod">
          <ac:chgData name="Giusti, Gianluca (PG/R - Sch of Biosci &amp; Med)" userId="cd89f1a1-d897-4e8b-bf98-1ba19356bc61" providerId="ADAL" clId="{FD45938E-BB37-4A3C-A54D-9AB801E667ED}" dt="2022-11-22T16:37:53.195" v="2181" actId="478"/>
          <ac:spMkLst>
            <pc:docMk/>
            <pc:sldMk cId="1682656554" sldId="285"/>
            <ac:spMk id="22" creationId="{00000000-0000-0000-0000-000000000000}"/>
          </ac:spMkLst>
        </pc:spChg>
        <pc:spChg chg="del mod">
          <ac:chgData name="Giusti, Gianluca (PG/R - Sch of Biosci &amp; Med)" userId="cd89f1a1-d897-4e8b-bf98-1ba19356bc61" providerId="ADAL" clId="{FD45938E-BB37-4A3C-A54D-9AB801E667ED}" dt="2022-11-22T16:38:44.034" v="2200" actId="478"/>
          <ac:spMkLst>
            <pc:docMk/>
            <pc:sldMk cId="1682656554" sldId="285"/>
            <ac:spMk id="23" creationId="{00000000-0000-0000-0000-000000000000}"/>
          </ac:spMkLst>
        </pc:spChg>
        <pc:spChg chg="del">
          <ac:chgData name="Giusti, Gianluca (PG/R - Sch of Biosci &amp; Med)" userId="cd89f1a1-d897-4e8b-bf98-1ba19356bc61" providerId="ADAL" clId="{FD45938E-BB37-4A3C-A54D-9AB801E667ED}" dt="2022-11-22T16:33:14.737" v="2053" actId="478"/>
          <ac:spMkLst>
            <pc:docMk/>
            <pc:sldMk cId="1682656554" sldId="285"/>
            <ac:spMk id="16394" creationId="{00000000-0000-0000-0000-000000000000}"/>
          </ac:spMkLst>
        </pc:spChg>
        <pc:grpChg chg="mod">
          <ac:chgData name="Giusti, Gianluca (PG/R - Sch of Biosci &amp; Med)" userId="cd89f1a1-d897-4e8b-bf98-1ba19356bc61" providerId="ADAL" clId="{FD45938E-BB37-4A3C-A54D-9AB801E667ED}" dt="2022-11-22T16:38:41.227" v="2199" actId="1076"/>
          <ac:grpSpMkLst>
            <pc:docMk/>
            <pc:sldMk cId="1682656554" sldId="285"/>
            <ac:grpSpMk id="16391" creationId="{00000000-0000-0000-0000-000000000000}"/>
          </ac:grpSpMkLst>
        </pc:grpChg>
        <pc:picChg chg="add del mod">
          <ac:chgData name="Giusti, Gianluca (PG/R - Sch of Biosci &amp; Med)" userId="cd89f1a1-d897-4e8b-bf98-1ba19356bc61" providerId="ADAL" clId="{FD45938E-BB37-4A3C-A54D-9AB801E667ED}" dt="2022-11-22T16:41:21.507" v="2230" actId="478"/>
          <ac:picMkLst>
            <pc:docMk/>
            <pc:sldMk cId="1682656554" sldId="285"/>
            <ac:picMk id="11" creationId="{9F5C12D8-A274-0259-B90A-ABA39ACB17CE}"/>
          </ac:picMkLst>
        </pc:picChg>
        <pc:picChg chg="mod">
          <ac:chgData name="Giusti, Gianluca (PG/R - Sch of Biosci &amp; Med)" userId="cd89f1a1-d897-4e8b-bf98-1ba19356bc61" providerId="ADAL" clId="{FD45938E-BB37-4A3C-A54D-9AB801E667ED}" dt="2022-11-22T16:38:45.938" v="2201" actId="1076"/>
          <ac:picMkLst>
            <pc:docMk/>
            <pc:sldMk cId="1682656554" sldId="285"/>
            <ac:picMk id="24" creationId="{00000000-0000-0000-0000-000000000000}"/>
          </ac:picMkLst>
        </pc:picChg>
        <pc:picChg chg="del mod">
          <ac:chgData name="Giusti, Gianluca (PG/R - Sch of Biosci &amp; Med)" userId="cd89f1a1-d897-4e8b-bf98-1ba19356bc61" providerId="ADAL" clId="{FD45938E-BB37-4A3C-A54D-9AB801E667ED}" dt="2022-11-22T16:39:51.235" v="2222" actId="478"/>
          <ac:picMkLst>
            <pc:docMk/>
            <pc:sldMk cId="1682656554" sldId="285"/>
            <ac:picMk id="25" creationId="{00000000-0000-0000-0000-000000000000}"/>
          </ac:picMkLst>
        </pc:picChg>
        <pc:picChg chg="del mod">
          <ac:chgData name="Giusti, Gianluca (PG/R - Sch of Biosci &amp; Med)" userId="cd89f1a1-d897-4e8b-bf98-1ba19356bc61" providerId="ADAL" clId="{FD45938E-BB37-4A3C-A54D-9AB801E667ED}" dt="2022-11-22T16:46:25.720" v="2246" actId="21"/>
          <ac:picMkLst>
            <pc:docMk/>
            <pc:sldMk cId="1682656554" sldId="285"/>
            <ac:picMk id="26" creationId="{00000000-0000-0000-0000-000000000000}"/>
          </ac:picMkLst>
        </pc:picChg>
        <pc:picChg chg="del mod">
          <ac:chgData name="Giusti, Gianluca (PG/R - Sch of Biosci &amp; Med)" userId="cd89f1a1-d897-4e8b-bf98-1ba19356bc61" providerId="ADAL" clId="{FD45938E-BB37-4A3C-A54D-9AB801E667ED}" dt="2022-11-22T16:43:16.486" v="2233" actId="21"/>
          <ac:picMkLst>
            <pc:docMk/>
            <pc:sldMk cId="1682656554" sldId="285"/>
            <ac:picMk id="16389" creationId="{00000000-0000-0000-0000-000000000000}"/>
          </ac:picMkLst>
        </pc:picChg>
        <pc:cxnChg chg="del">
          <ac:chgData name="Giusti, Gianluca (PG/R - Sch of Biosci &amp; Med)" userId="cd89f1a1-d897-4e8b-bf98-1ba19356bc61" providerId="ADAL" clId="{FD45938E-BB37-4A3C-A54D-9AB801E667ED}" dt="2022-11-22T16:39:36.421" v="2215" actId="478"/>
          <ac:cxnSpMkLst>
            <pc:docMk/>
            <pc:sldMk cId="1682656554" sldId="285"/>
            <ac:cxnSpMk id="7" creationId="{00000000-0000-0000-0000-000000000000}"/>
          </ac:cxnSpMkLst>
        </pc:cxnChg>
      </pc:sldChg>
      <pc:sldChg chg="modSp del mod modAnim">
        <pc:chgData name="Giusti, Gianluca (PG/R - Sch of Biosci &amp; Med)" userId="cd89f1a1-d897-4e8b-bf98-1ba19356bc61" providerId="ADAL" clId="{FD45938E-BB37-4A3C-A54D-9AB801E667ED}" dt="2022-11-22T14:04:29.143" v="1542" actId="47"/>
        <pc:sldMkLst>
          <pc:docMk/>
          <pc:sldMk cId="3724024122" sldId="285"/>
        </pc:sldMkLst>
        <pc:spChg chg="mod">
          <ac:chgData name="Giusti, Gianluca (PG/R - Sch of Biosci &amp; Med)" userId="cd89f1a1-d897-4e8b-bf98-1ba19356bc61" providerId="ADAL" clId="{FD45938E-BB37-4A3C-A54D-9AB801E667ED}" dt="2022-11-22T12:28:43.152" v="1478" actId="207"/>
          <ac:spMkLst>
            <pc:docMk/>
            <pc:sldMk cId="3724024122" sldId="285"/>
            <ac:spMk id="2" creationId="{2BE86BAA-E2C4-86A7-DA1F-2CE6FEF843C7}"/>
          </ac:spMkLst>
        </pc:spChg>
        <pc:spChg chg="mod">
          <ac:chgData name="Giusti, Gianluca (PG/R - Sch of Biosci &amp; Med)" userId="cd89f1a1-d897-4e8b-bf98-1ba19356bc61" providerId="ADAL" clId="{FD45938E-BB37-4A3C-A54D-9AB801E667ED}" dt="2022-11-22T12:28:55.295" v="1479" actId="5793"/>
          <ac:spMkLst>
            <pc:docMk/>
            <pc:sldMk cId="3724024122" sldId="285"/>
            <ac:spMk id="11" creationId="{DB308157-69C0-AB11-0EFA-50D0265AF173}"/>
          </ac:spMkLst>
        </pc:spChg>
      </pc:sldChg>
      <pc:sldChg chg="delSp modSp mod modNotesTx">
        <pc:chgData name="Giusti, Gianluca (PG/R - Sch of Biosci &amp; Med)" userId="cd89f1a1-d897-4e8b-bf98-1ba19356bc61" providerId="ADAL" clId="{FD45938E-BB37-4A3C-A54D-9AB801E667ED}" dt="2022-11-28T11:01:47.291" v="7987" actId="20577"/>
        <pc:sldMkLst>
          <pc:docMk/>
          <pc:sldMk cId="1029241270" sldId="288"/>
        </pc:sldMkLst>
        <pc:spChg chg="del">
          <ac:chgData name="Giusti, Gianluca (PG/R - Sch of Biosci &amp; Med)" userId="cd89f1a1-d897-4e8b-bf98-1ba19356bc61" providerId="ADAL" clId="{FD45938E-BB37-4A3C-A54D-9AB801E667ED}" dt="2022-11-22T17:05:25.821" v="2334" actId="478"/>
          <ac:spMkLst>
            <pc:docMk/>
            <pc:sldMk cId="1029241270" sldId="288"/>
            <ac:spMk id="17" creationId="{7A7CFED5-C437-4299-0CA0-16E72EEC9471}"/>
          </ac:spMkLst>
        </pc:spChg>
        <pc:cxnChg chg="mod">
          <ac:chgData name="Giusti, Gianluca (PG/R - Sch of Biosci &amp; Med)" userId="cd89f1a1-d897-4e8b-bf98-1ba19356bc61" providerId="ADAL" clId="{FD45938E-BB37-4A3C-A54D-9AB801E667ED}" dt="2022-11-22T17:05:24.202" v="2333" actId="14100"/>
          <ac:cxnSpMkLst>
            <pc:docMk/>
            <pc:sldMk cId="1029241270" sldId="288"/>
            <ac:cxnSpMk id="19" creationId="{E942A4B9-8A8F-9A4D-DADE-A04EFA97515C}"/>
          </ac:cxnSpMkLst>
        </pc:cxnChg>
      </pc:sldChg>
      <pc:sldChg chg="addSp delSp modSp mod ord">
        <pc:chgData name="Giusti, Gianluca (PG/R - Sch of Biosci &amp; Med)" userId="cd89f1a1-d897-4e8b-bf98-1ba19356bc61" providerId="ADAL" clId="{FD45938E-BB37-4A3C-A54D-9AB801E667ED}" dt="2022-11-25T12:55:15.961" v="7224" actId="1076"/>
        <pc:sldMkLst>
          <pc:docMk/>
          <pc:sldMk cId="2679734167" sldId="293"/>
        </pc:sldMkLst>
        <pc:spChg chg="mod">
          <ac:chgData name="Giusti, Gianluca (PG/R - Sch of Biosci &amp; Med)" userId="cd89f1a1-d897-4e8b-bf98-1ba19356bc61" providerId="ADAL" clId="{FD45938E-BB37-4A3C-A54D-9AB801E667ED}" dt="2022-11-25T12:55:15.961" v="7224" actId="1076"/>
          <ac:spMkLst>
            <pc:docMk/>
            <pc:sldMk cId="2679734167" sldId="293"/>
            <ac:spMk id="2" creationId="{966E07AD-4692-9327-132A-0442C1157276}"/>
          </ac:spMkLst>
        </pc:spChg>
        <pc:spChg chg="mod">
          <ac:chgData name="Giusti, Gianluca (PG/R - Sch of Biosci &amp; Med)" userId="cd89f1a1-d897-4e8b-bf98-1ba19356bc61" providerId="ADAL" clId="{FD45938E-BB37-4A3C-A54D-9AB801E667ED}" dt="2022-11-25T12:55:07.302" v="7222" actId="403"/>
          <ac:spMkLst>
            <pc:docMk/>
            <pc:sldMk cId="2679734167" sldId="293"/>
            <ac:spMk id="3" creationId="{0743300E-A23D-3938-C93A-9CFE643191B6}"/>
          </ac:spMkLst>
        </pc:spChg>
        <pc:spChg chg="add del mod">
          <ac:chgData name="Giusti, Gianluca (PG/R - Sch of Biosci &amp; Med)" userId="cd89f1a1-d897-4e8b-bf98-1ba19356bc61" providerId="ADAL" clId="{FD45938E-BB37-4A3C-A54D-9AB801E667ED}" dt="2022-11-21T13:22:14.792" v="745" actId="478"/>
          <ac:spMkLst>
            <pc:docMk/>
            <pc:sldMk cId="2679734167" sldId="293"/>
            <ac:spMk id="4" creationId="{5520C1F8-7AA9-1649-2521-FF13BD64901D}"/>
          </ac:spMkLst>
        </pc:spChg>
        <pc:spChg chg="mod">
          <ac:chgData name="Giusti, Gianluca (PG/R - Sch of Biosci &amp; Med)" userId="cd89f1a1-d897-4e8b-bf98-1ba19356bc61" providerId="ADAL" clId="{FD45938E-BB37-4A3C-A54D-9AB801E667ED}" dt="2022-11-25T12:55:03.982" v="7221" actId="403"/>
          <ac:spMkLst>
            <pc:docMk/>
            <pc:sldMk cId="2679734167" sldId="293"/>
            <ac:spMk id="11" creationId="{AF08CE8D-DAC0-3DDF-735D-CBA4418D6A73}"/>
          </ac:spMkLst>
        </pc:spChg>
        <pc:spChg chg="del">
          <ac:chgData name="Giusti, Gianluca (PG/R - Sch of Biosci &amp; Med)" userId="cd89f1a1-d897-4e8b-bf98-1ba19356bc61" providerId="ADAL" clId="{FD45938E-BB37-4A3C-A54D-9AB801E667ED}" dt="2022-11-22T17:07:32.694" v="2404" actId="478"/>
          <ac:spMkLst>
            <pc:docMk/>
            <pc:sldMk cId="2679734167" sldId="293"/>
            <ac:spMk id="14" creationId="{D290A673-6BEF-4E9E-5DA5-30C6069DA3D3}"/>
          </ac:spMkLst>
        </pc:spChg>
        <pc:picChg chg="mod">
          <ac:chgData name="Giusti, Gianluca (PG/R - Sch of Biosci &amp; Med)" userId="cd89f1a1-d897-4e8b-bf98-1ba19356bc61" providerId="ADAL" clId="{FD45938E-BB37-4A3C-A54D-9AB801E667ED}" dt="2022-11-21T12:49:56.132" v="102"/>
          <ac:picMkLst>
            <pc:docMk/>
            <pc:sldMk cId="2679734167" sldId="293"/>
            <ac:picMk id="10" creationId="{E3AEE2F6-F401-0D6E-712F-02E2AE2711C5}"/>
          </ac:picMkLst>
        </pc:picChg>
        <pc:cxnChg chg="add del mod">
          <ac:chgData name="Giusti, Gianluca (PG/R - Sch of Biosci &amp; Med)" userId="cd89f1a1-d897-4e8b-bf98-1ba19356bc61" providerId="ADAL" clId="{FD45938E-BB37-4A3C-A54D-9AB801E667ED}" dt="2022-11-21T13:22:11.831" v="744" actId="478"/>
          <ac:cxnSpMkLst>
            <pc:docMk/>
            <pc:sldMk cId="2679734167" sldId="293"/>
            <ac:cxnSpMk id="5" creationId="{6D997483-1360-BD87-542B-B0B237C0A240}"/>
          </ac:cxnSpMkLst>
        </pc:cxnChg>
        <pc:cxnChg chg="mod">
          <ac:chgData name="Giusti, Gianluca (PG/R - Sch of Biosci &amp; Med)" userId="cd89f1a1-d897-4e8b-bf98-1ba19356bc61" providerId="ADAL" clId="{FD45938E-BB37-4A3C-A54D-9AB801E667ED}" dt="2022-11-22T17:07:31.708" v="2403" actId="14100"/>
          <ac:cxnSpMkLst>
            <pc:docMk/>
            <pc:sldMk cId="2679734167" sldId="293"/>
            <ac:cxnSpMk id="16" creationId="{B8089723-2323-95A0-3332-92B53A5BDFB8}"/>
          </ac:cxnSpMkLst>
        </pc:cxnChg>
      </pc:sldChg>
      <pc:sldChg chg="del">
        <pc:chgData name="Giusti, Gianluca (PG/R - Sch of Biosci &amp; Med)" userId="cd89f1a1-d897-4e8b-bf98-1ba19356bc61" providerId="ADAL" clId="{FD45938E-BB37-4A3C-A54D-9AB801E667ED}" dt="2022-11-22T14:04:26.789" v="1541" actId="47"/>
        <pc:sldMkLst>
          <pc:docMk/>
          <pc:sldMk cId="384050550" sldId="303"/>
        </pc:sldMkLst>
      </pc:sldChg>
      <pc:sldChg chg="del">
        <pc:chgData name="Giusti, Gianluca (PG/R - Sch of Biosci &amp; Med)" userId="cd89f1a1-d897-4e8b-bf98-1ba19356bc61" providerId="ADAL" clId="{FD45938E-BB37-4A3C-A54D-9AB801E667ED}" dt="2022-11-22T14:04:26.789" v="1541" actId="47"/>
        <pc:sldMkLst>
          <pc:docMk/>
          <pc:sldMk cId="695585449" sldId="304"/>
        </pc:sldMkLst>
      </pc:sldChg>
      <pc:sldChg chg="delSp modSp mod ord">
        <pc:chgData name="Giusti, Gianluca (PG/R - Sch of Biosci &amp; Med)" userId="cd89f1a1-d897-4e8b-bf98-1ba19356bc61" providerId="ADAL" clId="{FD45938E-BB37-4A3C-A54D-9AB801E667ED}" dt="2022-11-25T17:31:07.925" v="7347"/>
        <pc:sldMkLst>
          <pc:docMk/>
          <pc:sldMk cId="3741279009" sldId="306"/>
        </pc:sldMkLst>
        <pc:spChg chg="mod">
          <ac:chgData name="Giusti, Gianluca (PG/R - Sch of Biosci &amp; Med)" userId="cd89f1a1-d897-4e8b-bf98-1ba19356bc61" providerId="ADAL" clId="{FD45938E-BB37-4A3C-A54D-9AB801E667ED}" dt="2022-11-25T12:55:36.078" v="7230" actId="404"/>
          <ac:spMkLst>
            <pc:docMk/>
            <pc:sldMk cId="3741279009" sldId="306"/>
            <ac:spMk id="2" creationId="{2BE86BAA-E2C4-86A7-DA1F-2CE6FEF843C7}"/>
          </ac:spMkLst>
        </pc:spChg>
        <pc:spChg chg="del">
          <ac:chgData name="Giusti, Gianluca (PG/R - Sch of Biosci &amp; Med)" userId="cd89f1a1-d897-4e8b-bf98-1ba19356bc61" providerId="ADAL" clId="{FD45938E-BB37-4A3C-A54D-9AB801E667ED}" dt="2022-11-22T17:07:54.004" v="2412" actId="478"/>
          <ac:spMkLst>
            <pc:docMk/>
            <pc:sldMk cId="3741279009" sldId="306"/>
            <ac:spMk id="3" creationId="{19EA53B0-FD53-6C09-46FE-B81584108F27}"/>
          </ac:spMkLst>
        </pc:spChg>
        <pc:spChg chg="del">
          <ac:chgData name="Giusti, Gianluca (PG/R - Sch of Biosci &amp; Med)" userId="cd89f1a1-d897-4e8b-bf98-1ba19356bc61" providerId="ADAL" clId="{FD45938E-BB37-4A3C-A54D-9AB801E667ED}" dt="2022-11-22T17:07:52.431" v="2411" actId="478"/>
          <ac:spMkLst>
            <pc:docMk/>
            <pc:sldMk cId="3741279009" sldId="306"/>
            <ac:spMk id="4" creationId="{28B5EF0B-AFCF-4F3D-F1FB-12EA507CDEC0}"/>
          </ac:spMkLst>
        </pc:spChg>
        <pc:cxnChg chg="mod">
          <ac:chgData name="Giusti, Gianluca (PG/R - Sch of Biosci &amp; Med)" userId="cd89f1a1-d897-4e8b-bf98-1ba19356bc61" providerId="ADAL" clId="{FD45938E-BB37-4A3C-A54D-9AB801E667ED}" dt="2022-11-22T17:07:51.582" v="2410" actId="14100"/>
          <ac:cxnSpMkLst>
            <pc:docMk/>
            <pc:sldMk cId="3741279009" sldId="306"/>
            <ac:cxnSpMk id="6" creationId="{DE9EE80F-9A44-9C4F-F0F2-B41A828332D7}"/>
          </ac:cxnSpMkLst>
        </pc:cxnChg>
      </pc:sldChg>
      <pc:sldChg chg="del">
        <pc:chgData name="Giusti, Gianluca (PG/R - Sch of Biosci &amp; Med)" userId="cd89f1a1-d897-4e8b-bf98-1ba19356bc61" providerId="ADAL" clId="{FD45938E-BB37-4A3C-A54D-9AB801E667ED}" dt="2022-11-21T12:50:46.973" v="105" actId="2696"/>
        <pc:sldMkLst>
          <pc:docMk/>
          <pc:sldMk cId="3313661339" sldId="308"/>
        </pc:sldMkLst>
      </pc:sldChg>
      <pc:sldChg chg="addSp delSp modSp mod">
        <pc:chgData name="Giusti, Gianluca (PG/R - Sch of Biosci &amp; Med)" userId="cd89f1a1-d897-4e8b-bf98-1ba19356bc61" providerId="ADAL" clId="{FD45938E-BB37-4A3C-A54D-9AB801E667ED}" dt="2022-11-23T10:51:57.811" v="3629" actId="20577"/>
        <pc:sldMkLst>
          <pc:docMk/>
          <pc:sldMk cId="2015893096" sldId="326"/>
        </pc:sldMkLst>
        <pc:spChg chg="ord">
          <ac:chgData name="Giusti, Gianluca (PG/R - Sch of Biosci &amp; Med)" userId="cd89f1a1-d897-4e8b-bf98-1ba19356bc61" providerId="ADAL" clId="{FD45938E-BB37-4A3C-A54D-9AB801E667ED}" dt="2022-11-21T16:42:32.414" v="1055" actId="166"/>
          <ac:spMkLst>
            <pc:docMk/>
            <pc:sldMk cId="2015893096" sldId="326"/>
            <ac:spMk id="2" creationId="{531151AD-0B59-AB27-A31E-A669EA1AFE20}"/>
          </ac:spMkLst>
        </pc:spChg>
        <pc:spChg chg="mod ord">
          <ac:chgData name="Giusti, Gianluca (PG/R - Sch of Biosci &amp; Med)" userId="cd89f1a1-d897-4e8b-bf98-1ba19356bc61" providerId="ADAL" clId="{FD45938E-BB37-4A3C-A54D-9AB801E667ED}" dt="2022-11-21T16:43:30.082" v="1065" actId="207"/>
          <ac:spMkLst>
            <pc:docMk/>
            <pc:sldMk cId="2015893096" sldId="326"/>
            <ac:spMk id="3" creationId="{73C6D459-8469-2A53-CF16-944897D5E842}"/>
          </ac:spMkLst>
        </pc:spChg>
        <pc:spChg chg="mod">
          <ac:chgData name="Giusti, Gianluca (PG/R - Sch of Biosci &amp; Med)" userId="cd89f1a1-d897-4e8b-bf98-1ba19356bc61" providerId="ADAL" clId="{FD45938E-BB37-4A3C-A54D-9AB801E667ED}" dt="2022-11-23T10:51:57.811" v="3629" actId="20577"/>
          <ac:spMkLst>
            <pc:docMk/>
            <pc:sldMk cId="2015893096" sldId="326"/>
            <ac:spMk id="6" creationId="{30B8674A-95EB-F8F1-482A-60FD28E72098}"/>
          </ac:spMkLst>
        </pc:spChg>
        <pc:spChg chg="del">
          <ac:chgData name="Giusti, Gianluca (PG/R - Sch of Biosci &amp; Med)" userId="cd89f1a1-d897-4e8b-bf98-1ba19356bc61" providerId="ADAL" clId="{FD45938E-BB37-4A3C-A54D-9AB801E667ED}" dt="2022-11-22T14:38:38.425" v="1586" actId="478"/>
          <ac:spMkLst>
            <pc:docMk/>
            <pc:sldMk cId="2015893096" sldId="326"/>
            <ac:spMk id="10" creationId="{82FC3282-42DA-C0AB-3E6E-738260CE3A86}"/>
          </ac:spMkLst>
        </pc:spChg>
        <pc:spChg chg="del">
          <ac:chgData name="Giusti, Gianluca (PG/R - Sch of Biosci &amp; Med)" userId="cd89f1a1-d897-4e8b-bf98-1ba19356bc61" providerId="ADAL" clId="{FD45938E-BB37-4A3C-A54D-9AB801E667ED}" dt="2022-11-21T16:42:15.016" v="1049" actId="478"/>
          <ac:spMkLst>
            <pc:docMk/>
            <pc:sldMk cId="2015893096" sldId="326"/>
            <ac:spMk id="11" creationId="{DDDC27A6-41D6-DF4D-6E78-1843D3FDD8F8}"/>
          </ac:spMkLst>
        </pc:spChg>
        <pc:grpChg chg="del">
          <ac:chgData name="Giusti, Gianluca (PG/R - Sch of Biosci &amp; Med)" userId="cd89f1a1-d897-4e8b-bf98-1ba19356bc61" providerId="ADAL" clId="{FD45938E-BB37-4A3C-A54D-9AB801E667ED}" dt="2022-11-21T16:42:17.737" v="1051" actId="478"/>
          <ac:grpSpMkLst>
            <pc:docMk/>
            <pc:sldMk cId="2015893096" sldId="326"/>
            <ac:grpSpMk id="5" creationId="{4DF02BEB-28C9-67CE-F575-043C1ABB38CD}"/>
          </ac:grpSpMkLst>
        </pc:grpChg>
        <pc:picChg chg="del">
          <ac:chgData name="Giusti, Gianluca (PG/R - Sch of Biosci &amp; Med)" userId="cd89f1a1-d897-4e8b-bf98-1ba19356bc61" providerId="ADAL" clId="{FD45938E-BB37-4A3C-A54D-9AB801E667ED}" dt="2022-11-21T16:42:16.534" v="1050" actId="478"/>
          <ac:picMkLst>
            <pc:docMk/>
            <pc:sldMk cId="2015893096" sldId="326"/>
            <ac:picMk id="7" creationId="{D1F2B56D-95CC-F558-4CFB-C579F6744137}"/>
          </ac:picMkLst>
        </pc:picChg>
        <pc:picChg chg="add del mod modCrop">
          <ac:chgData name="Giusti, Gianluca (PG/R - Sch of Biosci &amp; Med)" userId="cd89f1a1-d897-4e8b-bf98-1ba19356bc61" providerId="ADAL" clId="{FD45938E-BB37-4A3C-A54D-9AB801E667ED}" dt="2022-11-21T16:28:30.227" v="1036" actId="478"/>
          <ac:picMkLst>
            <pc:docMk/>
            <pc:sldMk cId="2015893096" sldId="326"/>
            <ac:picMk id="8" creationId="{5EDFCC1E-C8CF-93A8-218E-2DC06B9CF3E1}"/>
          </ac:picMkLst>
        </pc:picChg>
        <pc:picChg chg="add mod ord modCrop">
          <ac:chgData name="Giusti, Gianluca (PG/R - Sch of Biosci &amp; Med)" userId="cd89f1a1-d897-4e8b-bf98-1ba19356bc61" providerId="ADAL" clId="{FD45938E-BB37-4A3C-A54D-9AB801E667ED}" dt="2022-11-21T16:43:27.750" v="1064" actId="1076"/>
          <ac:picMkLst>
            <pc:docMk/>
            <pc:sldMk cId="2015893096" sldId="326"/>
            <ac:picMk id="15" creationId="{B2941661-D5F0-F2BF-E7B4-A05D7349F675}"/>
          </ac:picMkLst>
        </pc:picChg>
      </pc:sldChg>
      <pc:sldChg chg="del">
        <pc:chgData name="Giusti, Gianluca (PG/R - Sch of Biosci &amp; Med)" userId="cd89f1a1-d897-4e8b-bf98-1ba19356bc61" providerId="ADAL" clId="{FD45938E-BB37-4A3C-A54D-9AB801E667ED}" dt="2022-11-22T14:04:26.789" v="1541" actId="47"/>
        <pc:sldMkLst>
          <pc:docMk/>
          <pc:sldMk cId="414475759" sldId="328"/>
        </pc:sldMkLst>
      </pc:sldChg>
      <pc:sldChg chg="addSp delSp modSp mod modNotesTx">
        <pc:chgData name="Giusti, Gianluca (PG/R - Sch of Biosci &amp; Med)" userId="cd89f1a1-d897-4e8b-bf98-1ba19356bc61" providerId="ADAL" clId="{FD45938E-BB37-4A3C-A54D-9AB801E667ED}" dt="2022-11-25T12:53:53.606" v="7204" actId="403"/>
        <pc:sldMkLst>
          <pc:docMk/>
          <pc:sldMk cId="2884132344" sldId="329"/>
        </pc:sldMkLst>
        <pc:spChg chg="add del mod">
          <ac:chgData name="Giusti, Gianluca (PG/R - Sch of Biosci &amp; Med)" userId="cd89f1a1-d897-4e8b-bf98-1ba19356bc61" providerId="ADAL" clId="{FD45938E-BB37-4A3C-A54D-9AB801E667ED}" dt="2022-11-21T12:31:42.154" v="5" actId="478"/>
          <ac:spMkLst>
            <pc:docMk/>
            <pc:sldMk cId="2884132344" sldId="329"/>
            <ac:spMk id="2" creationId="{1CD97E8D-628B-0F4F-D5E0-885813748508}"/>
          </ac:spMkLst>
        </pc:spChg>
        <pc:spChg chg="mod">
          <ac:chgData name="Giusti, Gianluca (PG/R - Sch of Biosci &amp; Med)" userId="cd89f1a1-d897-4e8b-bf98-1ba19356bc61" providerId="ADAL" clId="{FD45938E-BB37-4A3C-A54D-9AB801E667ED}" dt="2022-11-25T12:53:53.606" v="7204" actId="403"/>
          <ac:spMkLst>
            <pc:docMk/>
            <pc:sldMk cId="2884132344" sldId="329"/>
            <ac:spMk id="4" creationId="{67AAB640-468A-9A7F-3B21-574074BA8E14}"/>
          </ac:spMkLst>
        </pc:spChg>
        <pc:spChg chg="add del">
          <ac:chgData name="Giusti, Gianluca (PG/R - Sch of Biosci &amp; Med)" userId="cd89f1a1-d897-4e8b-bf98-1ba19356bc61" providerId="ADAL" clId="{FD45938E-BB37-4A3C-A54D-9AB801E667ED}" dt="2022-11-21T12:36:28.966" v="70" actId="478"/>
          <ac:spMkLst>
            <pc:docMk/>
            <pc:sldMk cId="2884132344" sldId="329"/>
            <ac:spMk id="5" creationId="{6E503BDF-58B0-9388-8C39-F99AABF7CD71}"/>
          </ac:spMkLst>
        </pc:spChg>
        <pc:spChg chg="add del mod">
          <ac:chgData name="Giusti, Gianluca (PG/R - Sch of Biosci &amp; Med)" userId="cd89f1a1-d897-4e8b-bf98-1ba19356bc61" providerId="ADAL" clId="{FD45938E-BB37-4A3C-A54D-9AB801E667ED}" dt="2022-11-22T17:06:32.239" v="2358" actId="478"/>
          <ac:spMkLst>
            <pc:docMk/>
            <pc:sldMk cId="2884132344" sldId="329"/>
            <ac:spMk id="6" creationId="{0C39C057-1B2A-0FEB-11A3-58C177F45BEF}"/>
          </ac:spMkLst>
        </pc:spChg>
        <pc:spChg chg="add del mod">
          <ac:chgData name="Giusti, Gianluca (PG/R - Sch of Biosci &amp; Med)" userId="cd89f1a1-d897-4e8b-bf98-1ba19356bc61" providerId="ADAL" clId="{FD45938E-BB37-4A3C-A54D-9AB801E667ED}" dt="2022-11-22T17:06:30.782" v="2357" actId="478"/>
          <ac:spMkLst>
            <pc:docMk/>
            <pc:sldMk cId="2884132344" sldId="329"/>
            <ac:spMk id="9" creationId="{187F1157-4778-25AA-7263-BDF05BA8BA87}"/>
          </ac:spMkLst>
        </pc:spChg>
        <pc:picChg chg="add mod">
          <ac:chgData name="Giusti, Gianluca (PG/R - Sch of Biosci &amp; Med)" userId="cd89f1a1-d897-4e8b-bf98-1ba19356bc61" providerId="ADAL" clId="{FD45938E-BB37-4A3C-A54D-9AB801E667ED}" dt="2022-11-22T17:02:38.309" v="2325" actId="1036"/>
          <ac:picMkLst>
            <pc:docMk/>
            <pc:sldMk cId="2884132344" sldId="329"/>
            <ac:picMk id="7" creationId="{C2CA61B1-71CA-EA66-3CB1-642E45EBD716}"/>
          </ac:picMkLst>
        </pc:picChg>
        <pc:cxnChg chg="add mod">
          <ac:chgData name="Giusti, Gianluca (PG/R - Sch of Biosci &amp; Med)" userId="cd89f1a1-d897-4e8b-bf98-1ba19356bc61" providerId="ADAL" clId="{FD45938E-BB37-4A3C-A54D-9AB801E667ED}" dt="2022-11-22T17:06:29.702" v="2356" actId="14100"/>
          <ac:cxnSpMkLst>
            <pc:docMk/>
            <pc:sldMk cId="2884132344" sldId="329"/>
            <ac:cxnSpMk id="8" creationId="{426FB8F2-7F08-0126-06C6-EA894C1D9097}"/>
          </ac:cxnSpMkLst>
        </pc:cxnChg>
        <pc:cxnChg chg="add del mod">
          <ac:chgData name="Giusti, Gianluca (PG/R - Sch of Biosci &amp; Med)" userId="cd89f1a1-d897-4e8b-bf98-1ba19356bc61" providerId="ADAL" clId="{FD45938E-BB37-4A3C-A54D-9AB801E667ED}" dt="2022-11-22T17:02:34.514" v="2321" actId="478"/>
          <ac:cxnSpMkLst>
            <pc:docMk/>
            <pc:sldMk cId="2884132344" sldId="329"/>
            <ac:cxnSpMk id="10" creationId="{F0194073-7232-4F7F-1A55-B6AB994C166B}"/>
          </ac:cxnSpMkLst>
        </pc:cxnChg>
      </pc:sldChg>
      <pc:sldChg chg="delSp modSp del mod modAnim modShow">
        <pc:chgData name="Giusti, Gianluca (PG/R - Sch of Biosci &amp; Med)" userId="cd89f1a1-d897-4e8b-bf98-1ba19356bc61" providerId="ADAL" clId="{FD45938E-BB37-4A3C-A54D-9AB801E667ED}" dt="2022-11-23T09:53:27.146" v="2678" actId="2696"/>
        <pc:sldMkLst>
          <pc:docMk/>
          <pc:sldMk cId="985098599" sldId="331"/>
        </pc:sldMkLst>
        <pc:spChg chg="mod">
          <ac:chgData name="Giusti, Gianluca (PG/R - Sch of Biosci &amp; Med)" userId="cd89f1a1-d897-4e8b-bf98-1ba19356bc61" providerId="ADAL" clId="{FD45938E-BB37-4A3C-A54D-9AB801E667ED}" dt="2022-11-22T12:35:52.398" v="1536" actId="1076"/>
          <ac:spMkLst>
            <pc:docMk/>
            <pc:sldMk cId="985098599" sldId="331"/>
            <ac:spMk id="3" creationId="{14DB13D9-2E23-5CEA-D0CC-FFB8F0D26F61}"/>
          </ac:spMkLst>
        </pc:spChg>
        <pc:spChg chg="del">
          <ac:chgData name="Giusti, Gianluca (PG/R - Sch of Biosci &amp; Med)" userId="cd89f1a1-d897-4e8b-bf98-1ba19356bc61" providerId="ADAL" clId="{FD45938E-BB37-4A3C-A54D-9AB801E667ED}" dt="2022-11-22T17:05:05.344" v="2330" actId="478"/>
          <ac:spMkLst>
            <pc:docMk/>
            <pc:sldMk cId="985098599" sldId="331"/>
            <ac:spMk id="18" creationId="{E2AC672E-3B96-DA95-7402-8E1000D92597}"/>
          </ac:spMkLst>
        </pc:spChg>
        <pc:spChg chg="mod">
          <ac:chgData name="Giusti, Gianluca (PG/R - Sch of Biosci &amp; Med)" userId="cd89f1a1-d897-4e8b-bf98-1ba19356bc61" providerId="ADAL" clId="{FD45938E-BB37-4A3C-A54D-9AB801E667ED}" dt="2022-11-21T16:33:01.513" v="1046"/>
          <ac:spMkLst>
            <pc:docMk/>
            <pc:sldMk cId="985098599" sldId="331"/>
            <ac:spMk id="25" creationId="{30ECF154-ABFA-5569-1895-5723D43E7DE3}"/>
          </ac:spMkLst>
        </pc:spChg>
        <pc:spChg chg="mod">
          <ac:chgData name="Giusti, Gianluca (PG/R - Sch of Biosci &amp; Med)" userId="cd89f1a1-d897-4e8b-bf98-1ba19356bc61" providerId="ADAL" clId="{FD45938E-BB37-4A3C-A54D-9AB801E667ED}" dt="2022-11-22T12:35:46.581" v="1535" actId="1035"/>
          <ac:spMkLst>
            <pc:docMk/>
            <pc:sldMk cId="985098599" sldId="331"/>
            <ac:spMk id="27" creationId="{4C64FD43-7438-2549-219E-E17157735F13}"/>
          </ac:spMkLst>
        </pc:spChg>
        <pc:picChg chg="del">
          <ac:chgData name="Giusti, Gianluca (PG/R - Sch of Biosci &amp; Med)" userId="cd89f1a1-d897-4e8b-bf98-1ba19356bc61" providerId="ADAL" clId="{FD45938E-BB37-4A3C-A54D-9AB801E667ED}" dt="2022-11-22T12:35:29.374" v="1508" actId="478"/>
          <ac:picMkLst>
            <pc:docMk/>
            <pc:sldMk cId="985098599" sldId="331"/>
            <ac:picMk id="39" creationId="{DBC8DC27-9696-57A5-2386-773F8509B14C}"/>
          </ac:picMkLst>
        </pc:picChg>
        <pc:cxnChg chg="mod">
          <ac:chgData name="Giusti, Gianluca (PG/R - Sch of Biosci &amp; Med)" userId="cd89f1a1-d897-4e8b-bf98-1ba19356bc61" providerId="ADAL" clId="{FD45938E-BB37-4A3C-A54D-9AB801E667ED}" dt="2022-11-22T17:05:36.405" v="2336" actId="14100"/>
          <ac:cxnSpMkLst>
            <pc:docMk/>
            <pc:sldMk cId="985098599" sldId="331"/>
            <ac:cxnSpMk id="20" creationId="{E5F5E639-887E-10B2-B1A6-48C68F885CED}"/>
          </ac:cxnSpMkLst>
        </pc:cxnChg>
      </pc:sldChg>
      <pc:sldChg chg="add">
        <pc:chgData name="Giusti, Gianluca (PG/R - Sch of Biosci &amp; Med)" userId="cd89f1a1-d897-4e8b-bf98-1ba19356bc61" providerId="ADAL" clId="{FD45938E-BB37-4A3C-A54D-9AB801E667ED}" dt="2022-11-23T09:53:31.079" v="2679"/>
        <pc:sldMkLst>
          <pc:docMk/>
          <pc:sldMk cId="2075528128" sldId="331"/>
        </pc:sldMkLst>
      </pc:sldChg>
      <pc:sldChg chg="delSp modSp mod modNotesTx">
        <pc:chgData name="Giusti, Gianluca (PG/R - Sch of Biosci &amp; Med)" userId="cd89f1a1-d897-4e8b-bf98-1ba19356bc61" providerId="ADAL" clId="{FD45938E-BB37-4A3C-A54D-9AB801E667ED}" dt="2022-11-28T11:11:24.577" v="8216" actId="20577"/>
        <pc:sldMkLst>
          <pc:docMk/>
          <pc:sldMk cId="1706610222" sldId="332"/>
        </pc:sldMkLst>
        <pc:spChg chg="mod">
          <ac:chgData name="Giusti, Gianluca (PG/R - Sch of Biosci &amp; Med)" userId="cd89f1a1-d897-4e8b-bf98-1ba19356bc61" providerId="ADAL" clId="{FD45938E-BB37-4A3C-A54D-9AB801E667ED}" dt="2022-11-28T11:10:14.771" v="8186" actId="20577"/>
          <ac:spMkLst>
            <pc:docMk/>
            <pc:sldMk cId="1706610222" sldId="332"/>
            <ac:spMk id="4" creationId="{094DB064-F625-27FA-6EE6-C98C5E84E2CC}"/>
          </ac:spMkLst>
        </pc:spChg>
        <pc:spChg chg="del">
          <ac:chgData name="Giusti, Gianluca (PG/R - Sch of Biosci &amp; Med)" userId="cd89f1a1-d897-4e8b-bf98-1ba19356bc61" providerId="ADAL" clId="{FD45938E-BB37-4A3C-A54D-9AB801E667ED}" dt="2022-11-22T17:06:07.232" v="2348" actId="478"/>
          <ac:spMkLst>
            <pc:docMk/>
            <pc:sldMk cId="1706610222" sldId="332"/>
            <ac:spMk id="17" creationId="{7A7CFED5-C437-4299-0CA0-16E72EEC9471}"/>
          </ac:spMkLst>
        </pc:spChg>
        <pc:cxnChg chg="mod">
          <ac:chgData name="Giusti, Gianluca (PG/R - Sch of Biosci &amp; Med)" userId="cd89f1a1-d897-4e8b-bf98-1ba19356bc61" providerId="ADAL" clId="{FD45938E-BB37-4A3C-A54D-9AB801E667ED}" dt="2022-11-22T17:06:06.329" v="2347" actId="14100"/>
          <ac:cxnSpMkLst>
            <pc:docMk/>
            <pc:sldMk cId="1706610222" sldId="332"/>
            <ac:cxnSpMk id="19" creationId="{E942A4B9-8A8F-9A4D-DADE-A04EFA97515C}"/>
          </ac:cxnSpMkLst>
        </pc:cxnChg>
      </pc:sldChg>
      <pc:sldChg chg="modNotesTx">
        <pc:chgData name="Giusti, Gianluca (PG/R - Sch of Biosci &amp; Med)" userId="cd89f1a1-d897-4e8b-bf98-1ba19356bc61" providerId="ADAL" clId="{FD45938E-BB37-4A3C-A54D-9AB801E667ED}" dt="2022-11-23T10:15:13.564" v="2832" actId="20577"/>
        <pc:sldMkLst>
          <pc:docMk/>
          <pc:sldMk cId="1854854914" sldId="333"/>
        </pc:sldMkLst>
      </pc:sldChg>
      <pc:sldChg chg="add">
        <pc:chgData name="Giusti, Gianluca (PG/R - Sch of Biosci &amp; Med)" userId="cd89f1a1-d897-4e8b-bf98-1ba19356bc61" providerId="ADAL" clId="{FD45938E-BB37-4A3C-A54D-9AB801E667ED}" dt="2022-11-23T09:53:31.079" v="2679"/>
        <pc:sldMkLst>
          <pc:docMk/>
          <pc:sldMk cId="811279767" sldId="334"/>
        </pc:sldMkLst>
      </pc:sldChg>
      <pc:sldChg chg="delSp modSp del mod modAnim modShow modNotesTx">
        <pc:chgData name="Giusti, Gianluca (PG/R - Sch of Biosci &amp; Med)" userId="cd89f1a1-d897-4e8b-bf98-1ba19356bc61" providerId="ADAL" clId="{FD45938E-BB37-4A3C-A54D-9AB801E667ED}" dt="2022-11-23T09:53:27.146" v="2678" actId="2696"/>
        <pc:sldMkLst>
          <pc:docMk/>
          <pc:sldMk cId="3324772759" sldId="334"/>
        </pc:sldMkLst>
        <pc:spChg chg="del">
          <ac:chgData name="Giusti, Gianluca (PG/R - Sch of Biosci &amp; Med)" userId="cd89f1a1-d897-4e8b-bf98-1ba19356bc61" providerId="ADAL" clId="{FD45938E-BB37-4A3C-A54D-9AB801E667ED}" dt="2022-11-22T17:06:02.149" v="2346" actId="478"/>
          <ac:spMkLst>
            <pc:docMk/>
            <pc:sldMk cId="3324772759" sldId="334"/>
            <ac:spMk id="2" creationId="{EA397235-C1CD-C86E-E8D4-5EB5C59F2477}"/>
          </ac:spMkLst>
        </pc:spChg>
        <pc:spChg chg="mod">
          <ac:chgData name="Giusti, Gianluca (PG/R - Sch of Biosci &amp; Med)" userId="cd89f1a1-d897-4e8b-bf98-1ba19356bc61" providerId="ADAL" clId="{FD45938E-BB37-4A3C-A54D-9AB801E667ED}" dt="2022-11-23T09:53:11.149" v="2676" actId="1076"/>
          <ac:spMkLst>
            <pc:docMk/>
            <pc:sldMk cId="3324772759" sldId="334"/>
            <ac:spMk id="3" creationId="{C3F9DA07-19DA-603C-FF2A-63FF23B663B9}"/>
          </ac:spMkLst>
        </pc:spChg>
        <pc:cxnChg chg="mod">
          <ac:chgData name="Giusti, Gianluca (PG/R - Sch of Biosci &amp; Med)" userId="cd89f1a1-d897-4e8b-bf98-1ba19356bc61" providerId="ADAL" clId="{FD45938E-BB37-4A3C-A54D-9AB801E667ED}" dt="2022-11-22T17:06:00.730" v="2345" actId="14100"/>
          <ac:cxnSpMkLst>
            <pc:docMk/>
            <pc:sldMk cId="3324772759" sldId="334"/>
            <ac:cxnSpMk id="5" creationId="{ACE1B335-069E-9607-9829-C18C6A0AE975}"/>
          </ac:cxnSpMkLst>
        </pc:cxnChg>
      </pc:sldChg>
      <pc:sldChg chg="addSp delSp modSp mod delAnim modNotesTx">
        <pc:chgData name="Giusti, Gianluca (PG/R - Sch of Biosci &amp; Med)" userId="cd89f1a1-d897-4e8b-bf98-1ba19356bc61" providerId="ADAL" clId="{FD45938E-BB37-4A3C-A54D-9AB801E667ED}" dt="2022-11-28T11:10:00.625" v="8185" actId="20577"/>
        <pc:sldMkLst>
          <pc:docMk/>
          <pc:sldMk cId="3373303511" sldId="335"/>
        </pc:sldMkLst>
        <pc:spChg chg="del">
          <ac:chgData name="Giusti, Gianluca (PG/R - Sch of Biosci &amp; Med)" userId="cd89f1a1-d897-4e8b-bf98-1ba19356bc61" providerId="ADAL" clId="{FD45938E-BB37-4A3C-A54D-9AB801E667ED}" dt="2022-11-22T17:05:50.035" v="2339" actId="478"/>
          <ac:spMkLst>
            <pc:docMk/>
            <pc:sldMk cId="3373303511" sldId="335"/>
            <ac:spMk id="13" creationId="{1F9C152F-2E44-13E2-41DB-933279023548}"/>
          </ac:spMkLst>
        </pc:spChg>
        <pc:picChg chg="del mod">
          <ac:chgData name="Giusti, Gianluca (PG/R - Sch of Biosci &amp; Med)" userId="cd89f1a1-d897-4e8b-bf98-1ba19356bc61" providerId="ADAL" clId="{FD45938E-BB37-4A3C-A54D-9AB801E667ED}" dt="2022-11-23T10:02:05.990" v="2688" actId="478"/>
          <ac:picMkLst>
            <pc:docMk/>
            <pc:sldMk cId="3373303511" sldId="335"/>
            <ac:picMk id="4" creationId="{9FD85904-684E-E67D-63A6-75462CD27E26}"/>
          </ac:picMkLst>
        </pc:picChg>
        <pc:picChg chg="mod">
          <ac:chgData name="Giusti, Gianluca (PG/R - Sch of Biosci &amp; Med)" userId="cd89f1a1-d897-4e8b-bf98-1ba19356bc61" providerId="ADAL" clId="{FD45938E-BB37-4A3C-A54D-9AB801E667ED}" dt="2022-11-23T12:16:34.866" v="4246" actId="1076"/>
          <ac:picMkLst>
            <pc:docMk/>
            <pc:sldMk cId="3373303511" sldId="335"/>
            <ac:picMk id="6" creationId="{8990A1A8-DDE5-64B4-64BC-BC53ECE13FB7}"/>
          </ac:picMkLst>
        </pc:picChg>
        <pc:picChg chg="del">
          <ac:chgData name="Giusti, Gianluca (PG/R - Sch of Biosci &amp; Med)" userId="cd89f1a1-d897-4e8b-bf98-1ba19356bc61" providerId="ADAL" clId="{FD45938E-BB37-4A3C-A54D-9AB801E667ED}" dt="2022-11-23T10:01:49.082" v="2684" actId="478"/>
          <ac:picMkLst>
            <pc:docMk/>
            <pc:sldMk cId="3373303511" sldId="335"/>
            <ac:picMk id="7" creationId="{B993F848-36CD-EAA7-9DF9-81F40992B14C}"/>
          </ac:picMkLst>
        </pc:picChg>
        <pc:picChg chg="mod">
          <ac:chgData name="Giusti, Gianluca (PG/R - Sch of Biosci &amp; Med)" userId="cd89f1a1-d897-4e8b-bf98-1ba19356bc61" providerId="ADAL" clId="{FD45938E-BB37-4A3C-A54D-9AB801E667ED}" dt="2022-11-23T10:02:25.381" v="2696" actId="1076"/>
          <ac:picMkLst>
            <pc:docMk/>
            <pc:sldMk cId="3373303511" sldId="335"/>
            <ac:picMk id="10" creationId="{2BF74FEA-B6C7-66A4-9ED1-E8C9E8809500}"/>
          </ac:picMkLst>
        </pc:picChg>
        <pc:picChg chg="mod">
          <ac:chgData name="Giusti, Gianluca (PG/R - Sch of Biosci &amp; Med)" userId="cd89f1a1-d897-4e8b-bf98-1ba19356bc61" providerId="ADAL" clId="{FD45938E-BB37-4A3C-A54D-9AB801E667ED}" dt="2022-11-23T12:16:41.762" v="4248" actId="1076"/>
          <ac:picMkLst>
            <pc:docMk/>
            <pc:sldMk cId="3373303511" sldId="335"/>
            <ac:picMk id="11" creationId="{4C1EB226-65EC-4581-8970-75124CB03F28}"/>
          </ac:picMkLst>
        </pc:picChg>
        <pc:picChg chg="mod">
          <ac:chgData name="Giusti, Gianluca (PG/R - Sch of Biosci &amp; Med)" userId="cd89f1a1-d897-4e8b-bf98-1ba19356bc61" providerId="ADAL" clId="{FD45938E-BB37-4A3C-A54D-9AB801E667ED}" dt="2022-11-22T17:05:55.932" v="2344" actId="1035"/>
          <ac:picMkLst>
            <pc:docMk/>
            <pc:sldMk cId="3373303511" sldId="335"/>
            <ac:picMk id="14" creationId="{DC4A79B7-6411-47A6-9E02-81F4FBD2E1D2}"/>
          </ac:picMkLst>
        </pc:picChg>
        <pc:picChg chg="mod">
          <ac:chgData name="Giusti, Gianluca (PG/R - Sch of Biosci &amp; Med)" userId="cd89f1a1-d897-4e8b-bf98-1ba19356bc61" providerId="ADAL" clId="{FD45938E-BB37-4A3C-A54D-9AB801E667ED}" dt="2022-11-23T10:02:31.824" v="2699" actId="1076"/>
          <ac:picMkLst>
            <pc:docMk/>
            <pc:sldMk cId="3373303511" sldId="335"/>
            <ac:picMk id="20" creationId="{1F58386A-A855-747D-80F1-B81CF2B45DF0}"/>
          </ac:picMkLst>
        </pc:picChg>
        <pc:cxnChg chg="add mod">
          <ac:chgData name="Giusti, Gianluca (PG/R - Sch of Biosci &amp; Med)" userId="cd89f1a1-d897-4e8b-bf98-1ba19356bc61" providerId="ADAL" clId="{FD45938E-BB37-4A3C-A54D-9AB801E667ED}" dt="2022-11-22T17:05:47.931" v="2338"/>
          <ac:cxnSpMkLst>
            <pc:docMk/>
            <pc:sldMk cId="3373303511" sldId="335"/>
            <ac:cxnSpMk id="2" creationId="{5C84BD08-4F06-9585-3C06-D4738AFFA754}"/>
          </ac:cxnSpMkLst>
        </pc:cxnChg>
        <pc:cxnChg chg="del">
          <ac:chgData name="Giusti, Gianluca (PG/R - Sch of Biosci &amp; Med)" userId="cd89f1a1-d897-4e8b-bf98-1ba19356bc61" providerId="ADAL" clId="{FD45938E-BB37-4A3C-A54D-9AB801E667ED}" dt="2022-11-22T17:05:47.498" v="2337" actId="478"/>
          <ac:cxnSpMkLst>
            <pc:docMk/>
            <pc:sldMk cId="3373303511" sldId="335"/>
            <ac:cxnSpMk id="16" creationId="{74932D9D-3BD9-CD62-2B34-B1D3B25743E1}"/>
          </ac:cxnSpMkLst>
        </pc:cxnChg>
      </pc:sldChg>
      <pc:sldChg chg="addSp delSp modSp new mod ord">
        <pc:chgData name="Giusti, Gianluca (PG/R - Sch of Biosci &amp; Med)" userId="cd89f1a1-d897-4e8b-bf98-1ba19356bc61" providerId="ADAL" clId="{FD45938E-BB37-4A3C-A54D-9AB801E667ED}" dt="2022-11-25T12:54:27.701" v="7211" actId="404"/>
        <pc:sldMkLst>
          <pc:docMk/>
          <pc:sldMk cId="2002544924" sldId="336"/>
        </pc:sldMkLst>
        <pc:spChg chg="add mod">
          <ac:chgData name="Giusti, Gianluca (PG/R - Sch of Biosci &amp; Med)" userId="cd89f1a1-d897-4e8b-bf98-1ba19356bc61" providerId="ADAL" clId="{FD45938E-BB37-4A3C-A54D-9AB801E667ED}" dt="2022-11-25T12:54:27.701" v="7211" actId="404"/>
          <ac:spMkLst>
            <pc:docMk/>
            <pc:sldMk cId="2002544924" sldId="336"/>
            <ac:spMk id="2" creationId="{2AD919E8-6A58-D3DA-C724-FA20D54BE004}"/>
          </ac:spMkLst>
        </pc:spChg>
        <pc:spChg chg="add mod ord">
          <ac:chgData name="Giusti, Gianluca (PG/R - Sch of Biosci &amp; Med)" userId="cd89f1a1-d897-4e8b-bf98-1ba19356bc61" providerId="ADAL" clId="{FD45938E-BB37-4A3C-A54D-9AB801E667ED}" dt="2022-11-22T17:45:04.127" v="2657" actId="114"/>
          <ac:spMkLst>
            <pc:docMk/>
            <pc:sldMk cId="2002544924" sldId="336"/>
            <ac:spMk id="5" creationId="{2B1E92B9-A6C0-D51D-7965-5F4681E5439E}"/>
          </ac:spMkLst>
        </pc:spChg>
        <pc:spChg chg="add del mod">
          <ac:chgData name="Giusti, Gianluca (PG/R - Sch of Biosci &amp; Med)" userId="cd89f1a1-d897-4e8b-bf98-1ba19356bc61" providerId="ADAL" clId="{FD45938E-BB37-4A3C-A54D-9AB801E667ED}" dt="2022-11-22T17:06:49.451" v="2364" actId="478"/>
          <ac:spMkLst>
            <pc:docMk/>
            <pc:sldMk cId="2002544924" sldId="336"/>
            <ac:spMk id="7" creationId="{14E0236A-C222-E304-E202-0990DF5C07F6}"/>
          </ac:spMkLst>
        </pc:spChg>
        <pc:spChg chg="add del">
          <ac:chgData name="Giusti, Gianluca (PG/R - Sch of Biosci &amp; Med)" userId="cd89f1a1-d897-4e8b-bf98-1ba19356bc61" providerId="ADAL" clId="{FD45938E-BB37-4A3C-A54D-9AB801E667ED}" dt="2022-11-22T17:40:04.224" v="2605" actId="478"/>
          <ac:spMkLst>
            <pc:docMk/>
            <pc:sldMk cId="2002544924" sldId="336"/>
            <ac:spMk id="9" creationId="{C1F4F49E-C873-1E57-88D7-138E19803585}"/>
          </ac:spMkLst>
        </pc:spChg>
        <pc:spChg chg="add del">
          <ac:chgData name="Giusti, Gianluca (PG/R - Sch of Biosci &amp; Med)" userId="cd89f1a1-d897-4e8b-bf98-1ba19356bc61" providerId="ADAL" clId="{FD45938E-BB37-4A3C-A54D-9AB801E667ED}" dt="2022-11-22T17:40:07.689" v="2607" actId="478"/>
          <ac:spMkLst>
            <pc:docMk/>
            <pc:sldMk cId="2002544924" sldId="336"/>
            <ac:spMk id="11" creationId="{EE5E9739-BB14-DFF7-0E2F-D40CB2AAD330}"/>
          </ac:spMkLst>
        </pc:spChg>
        <pc:picChg chg="add mod">
          <ac:chgData name="Giusti, Gianluca (PG/R - Sch of Biosci &amp; Med)" userId="cd89f1a1-d897-4e8b-bf98-1ba19356bc61" providerId="ADAL" clId="{FD45938E-BB37-4A3C-A54D-9AB801E667ED}" dt="2022-11-22T17:44:48.230" v="2653" actId="1076"/>
          <ac:picMkLst>
            <pc:docMk/>
            <pc:sldMk cId="2002544924" sldId="336"/>
            <ac:picMk id="3" creationId="{E537F931-C746-0AD2-2FC5-36B75BB8F4AB}"/>
          </ac:picMkLst>
        </pc:picChg>
        <pc:picChg chg="add mod">
          <ac:chgData name="Giusti, Gianluca (PG/R - Sch of Biosci &amp; Med)" userId="cd89f1a1-d897-4e8b-bf98-1ba19356bc61" providerId="ADAL" clId="{FD45938E-BB37-4A3C-A54D-9AB801E667ED}" dt="2022-11-22T17:44:16.687" v="2645" actId="1076"/>
          <ac:picMkLst>
            <pc:docMk/>
            <pc:sldMk cId="2002544924" sldId="336"/>
            <ac:picMk id="4" creationId="{DE7B95FF-EA52-E3CD-E537-BC310B99F544}"/>
          </ac:picMkLst>
        </pc:picChg>
        <pc:picChg chg="add mod">
          <ac:chgData name="Giusti, Gianluca (PG/R - Sch of Biosci &amp; Med)" userId="cd89f1a1-d897-4e8b-bf98-1ba19356bc61" providerId="ADAL" clId="{FD45938E-BB37-4A3C-A54D-9AB801E667ED}" dt="2022-11-21T13:03:16.570" v="219"/>
          <ac:picMkLst>
            <pc:docMk/>
            <pc:sldMk cId="2002544924" sldId="336"/>
            <ac:picMk id="6" creationId="{5E780965-C481-9BD4-9598-134C82AA17ED}"/>
          </ac:picMkLst>
        </pc:picChg>
        <pc:picChg chg="add mod">
          <ac:chgData name="Giusti, Gianluca (PG/R - Sch of Biosci &amp; Med)" userId="cd89f1a1-d897-4e8b-bf98-1ba19356bc61" providerId="ADAL" clId="{FD45938E-BB37-4A3C-A54D-9AB801E667ED}" dt="2022-11-22T17:44:52.509" v="2655" actId="1076"/>
          <ac:picMkLst>
            <pc:docMk/>
            <pc:sldMk cId="2002544924" sldId="336"/>
            <ac:picMk id="13" creationId="{654FA425-5C3F-299D-C406-73ECD4A3F159}"/>
          </ac:picMkLst>
        </pc:picChg>
        <pc:cxnChg chg="add mod">
          <ac:chgData name="Giusti, Gianluca (PG/R - Sch of Biosci &amp; Med)" userId="cd89f1a1-d897-4e8b-bf98-1ba19356bc61" providerId="ADAL" clId="{FD45938E-BB37-4A3C-A54D-9AB801E667ED}" dt="2022-11-22T17:06:48.732" v="2363" actId="14100"/>
          <ac:cxnSpMkLst>
            <pc:docMk/>
            <pc:sldMk cId="2002544924" sldId="336"/>
            <ac:cxnSpMk id="8" creationId="{7C090E80-72B1-5D03-B523-812CAA70EF45}"/>
          </ac:cxnSpMkLst>
        </pc:cxnChg>
      </pc:sldChg>
      <pc:sldChg chg="addSp modSp del mod modClrScheme chgLayout">
        <pc:chgData name="Giusti, Gianluca (PG/R - Sch of Biosci &amp; Med)" userId="cd89f1a1-d897-4e8b-bf98-1ba19356bc61" providerId="ADAL" clId="{FD45938E-BB37-4A3C-A54D-9AB801E667ED}" dt="2022-11-22T14:04:26.789" v="1541" actId="47"/>
        <pc:sldMkLst>
          <pc:docMk/>
          <pc:sldMk cId="3002730465" sldId="475"/>
        </pc:sldMkLst>
        <pc:spChg chg="add mod">
          <ac:chgData name="Giusti, Gianluca (PG/R - Sch of Biosci &amp; Med)" userId="cd89f1a1-d897-4e8b-bf98-1ba19356bc61" providerId="ADAL" clId="{FD45938E-BB37-4A3C-A54D-9AB801E667ED}" dt="2022-11-22T12:10:32.713" v="1321"/>
          <ac:spMkLst>
            <pc:docMk/>
            <pc:sldMk cId="3002730465" sldId="475"/>
            <ac:spMk id="2" creationId="{9A18674B-74AB-B1BB-B145-F7C8011B61CF}"/>
          </ac:spMkLst>
        </pc:spChg>
        <pc:picChg chg="add mod">
          <ac:chgData name="Giusti, Gianluca (PG/R - Sch of Biosci &amp; Med)" userId="cd89f1a1-d897-4e8b-bf98-1ba19356bc61" providerId="ADAL" clId="{FD45938E-BB37-4A3C-A54D-9AB801E667ED}" dt="2022-11-22T12:10:32.713" v="1321"/>
          <ac:picMkLst>
            <pc:docMk/>
            <pc:sldMk cId="3002730465" sldId="475"/>
            <ac:picMk id="3" creationId="{2736A873-8851-01F5-EB12-7F29EFF8804A}"/>
          </ac:picMkLst>
        </pc:picChg>
        <pc:cxnChg chg="add mod">
          <ac:chgData name="Giusti, Gianluca (PG/R - Sch of Biosci &amp; Med)" userId="cd89f1a1-d897-4e8b-bf98-1ba19356bc61" providerId="ADAL" clId="{FD45938E-BB37-4A3C-A54D-9AB801E667ED}" dt="2022-11-22T12:10:32.713" v="1321"/>
          <ac:cxnSpMkLst>
            <pc:docMk/>
            <pc:sldMk cId="3002730465" sldId="475"/>
            <ac:cxnSpMk id="4" creationId="{2DBB0E34-FF99-F1BA-3E6B-3CD9D067DDD1}"/>
          </ac:cxnSpMkLst>
        </pc:cxnChg>
      </pc:sldChg>
      <pc:sldChg chg="addSp delSp modSp del mod modClrScheme modShow chgLayout modNotesTx">
        <pc:chgData name="Giusti, Gianluca (PG/R - Sch of Biosci &amp; Med)" userId="cd89f1a1-d897-4e8b-bf98-1ba19356bc61" providerId="ADAL" clId="{FD45938E-BB37-4A3C-A54D-9AB801E667ED}" dt="2022-11-25T17:31:02.266" v="7344" actId="729"/>
        <pc:sldMkLst>
          <pc:docMk/>
          <pc:sldMk cId="3754378848" sldId="478"/>
        </pc:sldMkLst>
        <pc:spChg chg="del">
          <ac:chgData name="Giusti, Gianluca (PG/R - Sch of Biosci &amp; Med)" userId="cd89f1a1-d897-4e8b-bf98-1ba19356bc61" providerId="ADAL" clId="{FD45938E-BB37-4A3C-A54D-9AB801E667ED}" dt="2022-11-23T16:29:08.159" v="4458" actId="478"/>
          <ac:spMkLst>
            <pc:docMk/>
            <pc:sldMk cId="3754378848" sldId="478"/>
            <ac:spMk id="5" creationId="{49A6B9C6-9275-3443-836D-BE1A5CBD50F7}"/>
          </ac:spMkLst>
        </pc:spChg>
        <pc:spChg chg="add mod">
          <ac:chgData name="Giusti, Gianluca (PG/R - Sch of Biosci &amp; Med)" userId="cd89f1a1-d897-4e8b-bf98-1ba19356bc61" providerId="ADAL" clId="{FD45938E-BB37-4A3C-A54D-9AB801E667ED}" dt="2022-11-24T12:43:48.156" v="4703" actId="1076"/>
          <ac:spMkLst>
            <pc:docMk/>
            <pc:sldMk cId="3754378848" sldId="478"/>
            <ac:spMk id="5" creationId="{D104FE50-4830-360F-E32E-C5D880BCF9E2}"/>
          </ac:spMkLst>
        </pc:spChg>
        <pc:spChg chg="add mod">
          <ac:chgData name="Giusti, Gianluca (PG/R - Sch of Biosci &amp; Med)" userId="cd89f1a1-d897-4e8b-bf98-1ba19356bc61" providerId="ADAL" clId="{FD45938E-BB37-4A3C-A54D-9AB801E667ED}" dt="2022-11-24T12:43:45.902" v="4702" actId="1076"/>
          <ac:spMkLst>
            <pc:docMk/>
            <pc:sldMk cId="3754378848" sldId="478"/>
            <ac:spMk id="6" creationId="{3AA51182-2AD2-71EC-079B-3FAAC4B6993C}"/>
          </ac:spMkLst>
        </pc:spChg>
        <pc:spChg chg="add mod">
          <ac:chgData name="Giusti, Gianluca (PG/R - Sch of Biosci &amp; Med)" userId="cd89f1a1-d897-4e8b-bf98-1ba19356bc61" providerId="ADAL" clId="{FD45938E-BB37-4A3C-A54D-9AB801E667ED}" dt="2022-11-24T12:43:43.798" v="4701" actId="1076"/>
          <ac:spMkLst>
            <pc:docMk/>
            <pc:sldMk cId="3754378848" sldId="478"/>
            <ac:spMk id="7" creationId="{6122EB35-3942-0F52-B2AF-67FC86EE4A80}"/>
          </ac:spMkLst>
        </pc:spChg>
        <pc:spChg chg="del">
          <ac:chgData name="Giusti, Gianluca (PG/R - Sch of Biosci &amp; Med)" userId="cd89f1a1-d897-4e8b-bf98-1ba19356bc61" providerId="ADAL" clId="{FD45938E-BB37-4A3C-A54D-9AB801E667ED}" dt="2022-11-23T16:29:11.703" v="4460" actId="478"/>
          <ac:spMkLst>
            <pc:docMk/>
            <pc:sldMk cId="3754378848" sldId="478"/>
            <ac:spMk id="10" creationId="{BDA471D8-509D-7E4C-9FC1-DAE02178BA3D}"/>
          </ac:spMkLst>
        </pc:spChg>
        <pc:spChg chg="del">
          <ac:chgData name="Giusti, Gianluca (PG/R - Sch of Biosci &amp; Med)" userId="cd89f1a1-d897-4e8b-bf98-1ba19356bc61" providerId="ADAL" clId="{FD45938E-BB37-4A3C-A54D-9AB801E667ED}" dt="2022-11-23T16:29:07.407" v="4457" actId="478"/>
          <ac:spMkLst>
            <pc:docMk/>
            <pc:sldMk cId="3754378848" sldId="478"/>
            <ac:spMk id="11" creationId="{6A2C0D86-5C7F-8C46-88BC-063EBE4B8C10}"/>
          </ac:spMkLst>
        </pc:spChg>
        <pc:picChg chg="del">
          <ac:chgData name="Giusti, Gianluca (PG/R - Sch of Biosci &amp; Med)" userId="cd89f1a1-d897-4e8b-bf98-1ba19356bc61" providerId="ADAL" clId="{FD45938E-BB37-4A3C-A54D-9AB801E667ED}" dt="2022-11-23T16:29:08.894" v="4459" actId="478"/>
          <ac:picMkLst>
            <pc:docMk/>
            <pc:sldMk cId="3754378848" sldId="478"/>
            <ac:picMk id="2" creationId="{255B0C53-4B45-7946-A855-9F836F9F1113}"/>
          </ac:picMkLst>
        </pc:picChg>
        <pc:picChg chg="add mod">
          <ac:chgData name="Giusti, Gianluca (PG/R - Sch of Biosci &amp; Med)" userId="cd89f1a1-d897-4e8b-bf98-1ba19356bc61" providerId="ADAL" clId="{FD45938E-BB37-4A3C-A54D-9AB801E667ED}" dt="2022-11-24T12:43:30.535" v="4698" actId="1076"/>
          <ac:picMkLst>
            <pc:docMk/>
            <pc:sldMk cId="3754378848" sldId="478"/>
            <ac:picMk id="2" creationId="{E6EA25F5-4F5F-B85D-41DE-C04BF45FEC96}"/>
          </ac:picMkLst>
        </pc:picChg>
        <pc:picChg chg="add mod">
          <ac:chgData name="Giusti, Gianluca (PG/R - Sch of Biosci &amp; Med)" userId="cd89f1a1-d897-4e8b-bf98-1ba19356bc61" providerId="ADAL" clId="{FD45938E-BB37-4A3C-A54D-9AB801E667ED}" dt="2022-11-23T16:21:41.819" v="4358"/>
          <ac:picMkLst>
            <pc:docMk/>
            <pc:sldMk cId="3754378848" sldId="478"/>
            <ac:picMk id="3" creationId="{3805173E-A4F0-E809-0068-FB53454B2600}"/>
          </ac:picMkLst>
        </pc:picChg>
        <pc:picChg chg="del">
          <ac:chgData name="Giusti, Gianluca (PG/R - Sch of Biosci &amp; Med)" userId="cd89f1a1-d897-4e8b-bf98-1ba19356bc61" providerId="ADAL" clId="{FD45938E-BB37-4A3C-A54D-9AB801E667ED}" dt="2022-11-23T16:29:06.016" v="4456" actId="478"/>
          <ac:picMkLst>
            <pc:docMk/>
            <pc:sldMk cId="3754378848" sldId="478"/>
            <ac:picMk id="6" creationId="{2ADFB7A9-404C-7F45-87C5-5F70B674EC58}"/>
          </ac:picMkLst>
        </pc:picChg>
        <pc:picChg chg="add del mod modCrop">
          <ac:chgData name="Giusti, Gianluca (PG/R - Sch of Biosci &amp; Med)" userId="cd89f1a1-d897-4e8b-bf98-1ba19356bc61" providerId="ADAL" clId="{FD45938E-BB37-4A3C-A54D-9AB801E667ED}" dt="2022-11-23T16:30:57.896" v="4486" actId="21"/>
          <ac:picMkLst>
            <pc:docMk/>
            <pc:sldMk cId="3754378848" sldId="478"/>
            <ac:picMk id="7" creationId="{B8EBA6F3-86C5-CB54-10D7-03CFC1411A37}"/>
          </ac:picMkLst>
        </pc:picChg>
        <pc:picChg chg="add del mod">
          <ac:chgData name="Giusti, Gianluca (PG/R - Sch of Biosci &amp; Med)" userId="cd89f1a1-d897-4e8b-bf98-1ba19356bc61" providerId="ADAL" clId="{FD45938E-BB37-4A3C-A54D-9AB801E667ED}" dt="2022-11-23T16:41:06.615" v="4535" actId="478"/>
          <ac:picMkLst>
            <pc:docMk/>
            <pc:sldMk cId="3754378848" sldId="478"/>
            <ac:picMk id="8" creationId="{2130AE66-A549-114A-0B97-E350FA511F7B}"/>
          </ac:picMkLst>
        </pc:picChg>
        <pc:picChg chg="add mod">
          <ac:chgData name="Giusti, Gianluca (PG/R - Sch of Biosci &amp; Med)" userId="cd89f1a1-d897-4e8b-bf98-1ba19356bc61" providerId="ADAL" clId="{FD45938E-BB37-4A3C-A54D-9AB801E667ED}" dt="2022-11-24T12:43:38.986" v="4700" actId="1076"/>
          <ac:picMkLst>
            <pc:docMk/>
            <pc:sldMk cId="3754378848" sldId="478"/>
            <ac:picMk id="8" creationId="{5F8C1A30-C790-D04B-E606-1DF64B548845}"/>
          </ac:picMkLst>
        </pc:picChg>
        <pc:picChg chg="add mod modCrop">
          <ac:chgData name="Giusti, Gianluca (PG/R - Sch of Biosci &amp; Med)" userId="cd89f1a1-d897-4e8b-bf98-1ba19356bc61" providerId="ADAL" clId="{FD45938E-BB37-4A3C-A54D-9AB801E667ED}" dt="2022-11-24T12:43:56.828" v="4704" actId="732"/>
          <ac:picMkLst>
            <pc:docMk/>
            <pc:sldMk cId="3754378848" sldId="478"/>
            <ac:picMk id="14" creationId="{A6168D1B-3BE3-B262-6B18-23BEB4A94EB7}"/>
          </ac:picMkLst>
        </pc:picChg>
        <pc:cxnChg chg="add mod">
          <ac:chgData name="Giusti, Gianluca (PG/R - Sch of Biosci &amp; Med)" userId="cd89f1a1-d897-4e8b-bf98-1ba19356bc61" providerId="ADAL" clId="{FD45938E-BB37-4A3C-A54D-9AB801E667ED}" dt="2022-11-23T16:21:41.819" v="4358"/>
          <ac:cxnSpMkLst>
            <pc:docMk/>
            <pc:sldMk cId="3754378848" sldId="478"/>
            <ac:cxnSpMk id="4" creationId="{3C08D0B8-17F9-466B-19CB-940AE656D723}"/>
          </ac:cxnSpMkLst>
        </pc:cxnChg>
        <pc:cxnChg chg="add del">
          <ac:chgData name="Giusti, Gianluca (PG/R - Sch of Biosci &amp; Med)" userId="cd89f1a1-d897-4e8b-bf98-1ba19356bc61" providerId="ADAL" clId="{FD45938E-BB37-4A3C-A54D-9AB801E667ED}" dt="2022-11-24T12:46:10.032" v="4739" actId="478"/>
          <ac:cxnSpMkLst>
            <pc:docMk/>
            <pc:sldMk cId="3754378848" sldId="478"/>
            <ac:cxnSpMk id="11" creationId="{EC288E07-FA74-3726-54CB-A2ECB8D48628}"/>
          </ac:cxnSpMkLst>
        </pc:cxnChg>
        <pc:cxnChg chg="add del mod">
          <ac:chgData name="Giusti, Gianluca (PG/R - Sch of Biosci &amp; Med)" userId="cd89f1a1-d897-4e8b-bf98-1ba19356bc61" providerId="ADAL" clId="{FD45938E-BB37-4A3C-A54D-9AB801E667ED}" dt="2022-11-23T16:30:57.896" v="4486" actId="21"/>
          <ac:cxnSpMkLst>
            <pc:docMk/>
            <pc:sldMk cId="3754378848" sldId="478"/>
            <ac:cxnSpMk id="13" creationId="{77A338E6-324A-6422-5023-ED051A8E478D}"/>
          </ac:cxnSpMkLst>
        </pc:cxnChg>
      </pc:sldChg>
      <pc:sldChg chg="addSp modSp del mod modClrScheme chgLayout">
        <pc:chgData name="Giusti, Gianluca (PG/R - Sch of Biosci &amp; Med)" userId="cd89f1a1-d897-4e8b-bf98-1ba19356bc61" providerId="ADAL" clId="{FD45938E-BB37-4A3C-A54D-9AB801E667ED}" dt="2022-11-22T14:04:26.789" v="1541" actId="47"/>
        <pc:sldMkLst>
          <pc:docMk/>
          <pc:sldMk cId="2148863680" sldId="484"/>
        </pc:sldMkLst>
        <pc:spChg chg="add mod">
          <ac:chgData name="Giusti, Gianluca (PG/R - Sch of Biosci &amp; Med)" userId="cd89f1a1-d897-4e8b-bf98-1ba19356bc61" providerId="ADAL" clId="{FD45938E-BB37-4A3C-A54D-9AB801E667ED}" dt="2022-11-22T12:10:34.470" v="1322"/>
          <ac:spMkLst>
            <pc:docMk/>
            <pc:sldMk cId="2148863680" sldId="484"/>
            <ac:spMk id="2" creationId="{DD5CF2FF-2BA4-E8F4-4219-4B8392E41401}"/>
          </ac:spMkLst>
        </pc:spChg>
        <pc:picChg chg="add mod">
          <ac:chgData name="Giusti, Gianluca (PG/R - Sch of Biosci &amp; Med)" userId="cd89f1a1-d897-4e8b-bf98-1ba19356bc61" providerId="ADAL" clId="{FD45938E-BB37-4A3C-A54D-9AB801E667ED}" dt="2022-11-22T12:10:34.470" v="1322"/>
          <ac:picMkLst>
            <pc:docMk/>
            <pc:sldMk cId="2148863680" sldId="484"/>
            <ac:picMk id="3" creationId="{E8AE222E-FC32-4443-2ABE-69F57ECEC40D}"/>
          </ac:picMkLst>
        </pc:picChg>
        <pc:cxnChg chg="add mod">
          <ac:chgData name="Giusti, Gianluca (PG/R - Sch of Biosci &amp; Med)" userId="cd89f1a1-d897-4e8b-bf98-1ba19356bc61" providerId="ADAL" clId="{FD45938E-BB37-4A3C-A54D-9AB801E667ED}" dt="2022-11-22T12:10:34.470" v="1322"/>
          <ac:cxnSpMkLst>
            <pc:docMk/>
            <pc:sldMk cId="2148863680" sldId="484"/>
            <ac:cxnSpMk id="7" creationId="{4862A0FE-B45D-9E3D-3D0B-60C516F8E78D}"/>
          </ac:cxnSpMkLst>
        </pc:cxnChg>
      </pc:sldChg>
      <pc:sldChg chg="addSp delSp modSp del mod modClrScheme chgLayout">
        <pc:chgData name="Giusti, Gianluca (PG/R - Sch of Biosci &amp; Med)" userId="cd89f1a1-d897-4e8b-bf98-1ba19356bc61" providerId="ADAL" clId="{FD45938E-BB37-4A3C-A54D-9AB801E667ED}" dt="2022-11-22T12:13:49.508" v="1342" actId="2696"/>
        <pc:sldMkLst>
          <pc:docMk/>
          <pc:sldMk cId="511521900" sldId="489"/>
        </pc:sldMkLst>
        <pc:spChg chg="add mod">
          <ac:chgData name="Giusti, Gianluca (PG/R - Sch of Biosci &amp; Med)" userId="cd89f1a1-d897-4e8b-bf98-1ba19356bc61" providerId="ADAL" clId="{FD45938E-BB37-4A3C-A54D-9AB801E667ED}" dt="2022-11-22T12:10:24.687" v="1317"/>
          <ac:spMkLst>
            <pc:docMk/>
            <pc:sldMk cId="511521900" sldId="489"/>
            <ac:spMk id="3" creationId="{4853C411-2FEC-89F7-8AAD-2E5730C18AA3}"/>
          </ac:spMkLst>
        </pc:spChg>
        <pc:graphicFrameChg chg="del">
          <ac:chgData name="Giusti, Gianluca (PG/R - Sch of Biosci &amp; Med)" userId="cd89f1a1-d897-4e8b-bf98-1ba19356bc61" providerId="ADAL" clId="{FD45938E-BB37-4A3C-A54D-9AB801E667ED}" dt="2022-11-22T12:11:25.911" v="1325" actId="21"/>
          <ac:graphicFrameMkLst>
            <pc:docMk/>
            <pc:sldMk cId="511521900" sldId="489"/>
            <ac:graphicFrameMk id="2" creationId="{94CCA235-B6C2-EB4F-9898-0CA608CA3F6A}"/>
          </ac:graphicFrameMkLst>
        </pc:graphicFrameChg>
        <pc:picChg chg="add mod">
          <ac:chgData name="Giusti, Gianluca (PG/R - Sch of Biosci &amp; Med)" userId="cd89f1a1-d897-4e8b-bf98-1ba19356bc61" providerId="ADAL" clId="{FD45938E-BB37-4A3C-A54D-9AB801E667ED}" dt="2022-11-22T12:10:24.687" v="1317"/>
          <ac:picMkLst>
            <pc:docMk/>
            <pc:sldMk cId="511521900" sldId="489"/>
            <ac:picMk id="4" creationId="{F47E1EE1-8B04-2481-EAFC-E75CD3F9E861}"/>
          </ac:picMkLst>
        </pc:picChg>
        <pc:cxnChg chg="add mod">
          <ac:chgData name="Giusti, Gianluca (PG/R - Sch of Biosci &amp; Med)" userId="cd89f1a1-d897-4e8b-bf98-1ba19356bc61" providerId="ADAL" clId="{FD45938E-BB37-4A3C-A54D-9AB801E667ED}" dt="2022-11-22T12:10:24.687" v="1317"/>
          <ac:cxnSpMkLst>
            <pc:docMk/>
            <pc:sldMk cId="511521900" sldId="489"/>
            <ac:cxnSpMk id="6" creationId="{D513081D-793C-1034-E114-A735FA9DEAD2}"/>
          </ac:cxnSpMkLst>
        </pc:cxnChg>
      </pc:sldChg>
      <pc:sldChg chg="addSp modSp del mod modClrScheme chgLayout">
        <pc:chgData name="Giusti, Gianluca (PG/R - Sch of Biosci &amp; Med)" userId="cd89f1a1-d897-4e8b-bf98-1ba19356bc61" providerId="ADAL" clId="{FD45938E-BB37-4A3C-A54D-9AB801E667ED}" dt="2022-11-22T14:04:26.789" v="1541" actId="47"/>
        <pc:sldMkLst>
          <pc:docMk/>
          <pc:sldMk cId="2200689873" sldId="491"/>
        </pc:sldMkLst>
        <pc:spChg chg="add mod">
          <ac:chgData name="Giusti, Gianluca (PG/R - Sch of Biosci &amp; Med)" userId="cd89f1a1-d897-4e8b-bf98-1ba19356bc61" providerId="ADAL" clId="{FD45938E-BB37-4A3C-A54D-9AB801E667ED}" dt="2022-11-22T12:10:31.209" v="1320"/>
          <ac:spMkLst>
            <pc:docMk/>
            <pc:sldMk cId="2200689873" sldId="491"/>
            <ac:spMk id="3" creationId="{C6612A79-5689-57A5-D771-E7450057D1D3}"/>
          </ac:spMkLst>
        </pc:spChg>
        <pc:spChg chg="mod">
          <ac:chgData name="Giusti, Gianluca (PG/R - Sch of Biosci &amp; Med)" userId="cd89f1a1-d897-4e8b-bf98-1ba19356bc61" providerId="ADAL" clId="{FD45938E-BB37-4A3C-A54D-9AB801E667ED}" dt="2022-11-22T12:24:22.528" v="1451" actId="207"/>
          <ac:spMkLst>
            <pc:docMk/>
            <pc:sldMk cId="2200689873" sldId="491"/>
            <ac:spMk id="13" creationId="{E61211D4-7E0D-A640-899C-9371C4CFB670}"/>
          </ac:spMkLst>
        </pc:spChg>
        <pc:picChg chg="add mod">
          <ac:chgData name="Giusti, Gianluca (PG/R - Sch of Biosci &amp; Med)" userId="cd89f1a1-d897-4e8b-bf98-1ba19356bc61" providerId="ADAL" clId="{FD45938E-BB37-4A3C-A54D-9AB801E667ED}" dt="2022-11-22T12:10:31.209" v="1320"/>
          <ac:picMkLst>
            <pc:docMk/>
            <pc:sldMk cId="2200689873" sldId="491"/>
            <ac:picMk id="4" creationId="{AA5E3E5F-6132-F972-DCD7-5C43061DEC42}"/>
          </ac:picMkLst>
        </pc:picChg>
        <pc:cxnChg chg="add mod">
          <ac:chgData name="Giusti, Gianluca (PG/R - Sch of Biosci &amp; Med)" userId="cd89f1a1-d897-4e8b-bf98-1ba19356bc61" providerId="ADAL" clId="{FD45938E-BB37-4A3C-A54D-9AB801E667ED}" dt="2022-11-22T12:10:31.209" v="1320"/>
          <ac:cxnSpMkLst>
            <pc:docMk/>
            <pc:sldMk cId="2200689873" sldId="491"/>
            <ac:cxnSpMk id="5" creationId="{E11634C1-1CC7-8FC5-7D34-21A2B56A3D0C}"/>
          </ac:cxnSpMkLst>
        </pc:cxnChg>
      </pc:sldChg>
      <pc:sldChg chg="addSp modSp del mod modClrScheme chgLayout">
        <pc:chgData name="Giusti, Gianluca (PG/R - Sch of Biosci &amp; Med)" userId="cd89f1a1-d897-4e8b-bf98-1ba19356bc61" providerId="ADAL" clId="{FD45938E-BB37-4A3C-A54D-9AB801E667ED}" dt="2022-11-22T14:04:26.789" v="1541" actId="47"/>
        <pc:sldMkLst>
          <pc:docMk/>
          <pc:sldMk cId="900743738" sldId="493"/>
        </pc:sldMkLst>
        <pc:spChg chg="add mod">
          <ac:chgData name="Giusti, Gianluca (PG/R - Sch of Biosci &amp; Med)" userId="cd89f1a1-d897-4e8b-bf98-1ba19356bc61" providerId="ADAL" clId="{FD45938E-BB37-4A3C-A54D-9AB801E667ED}" dt="2022-11-22T12:10:36.190" v="1323"/>
          <ac:spMkLst>
            <pc:docMk/>
            <pc:sldMk cId="900743738" sldId="493"/>
            <ac:spMk id="3" creationId="{C4BFE529-B704-785D-B332-6C17C331E901}"/>
          </ac:spMkLst>
        </pc:spChg>
        <pc:picChg chg="add mod">
          <ac:chgData name="Giusti, Gianluca (PG/R - Sch of Biosci &amp; Med)" userId="cd89f1a1-d897-4e8b-bf98-1ba19356bc61" providerId="ADAL" clId="{FD45938E-BB37-4A3C-A54D-9AB801E667ED}" dt="2022-11-22T12:10:36.190" v="1323"/>
          <ac:picMkLst>
            <pc:docMk/>
            <pc:sldMk cId="900743738" sldId="493"/>
            <ac:picMk id="6" creationId="{021C3DD6-B24C-A12F-03E5-6EA5AB14B26C}"/>
          </ac:picMkLst>
        </pc:picChg>
        <pc:cxnChg chg="add mod">
          <ac:chgData name="Giusti, Gianluca (PG/R - Sch of Biosci &amp; Med)" userId="cd89f1a1-d897-4e8b-bf98-1ba19356bc61" providerId="ADAL" clId="{FD45938E-BB37-4A3C-A54D-9AB801E667ED}" dt="2022-11-22T12:10:36.190" v="1323"/>
          <ac:cxnSpMkLst>
            <pc:docMk/>
            <pc:sldMk cId="900743738" sldId="493"/>
            <ac:cxnSpMk id="7" creationId="{54333061-527E-A638-5B1B-48CBA841200E}"/>
          </ac:cxnSpMkLst>
        </pc:cxnChg>
      </pc:sldChg>
      <pc:sldChg chg="addSp delSp modSp add del mod modClrScheme modAnim modShow chgLayout">
        <pc:chgData name="Giusti, Gianluca (PG/R - Sch of Biosci &amp; Med)" userId="cd89f1a1-d897-4e8b-bf98-1ba19356bc61" providerId="ADAL" clId="{FD45938E-BB37-4A3C-A54D-9AB801E667ED}" dt="2022-11-25T17:46:43.280" v="7537" actId="2696"/>
        <pc:sldMkLst>
          <pc:docMk/>
          <pc:sldMk cId="600609355" sldId="496"/>
        </pc:sldMkLst>
        <pc:spChg chg="add mod">
          <ac:chgData name="Giusti, Gianluca (PG/R - Sch of Biosci &amp; Med)" userId="cd89f1a1-d897-4e8b-bf98-1ba19356bc61" providerId="ADAL" clId="{FD45938E-BB37-4A3C-A54D-9AB801E667ED}" dt="2022-11-22T12:10:26.705" v="1318"/>
          <ac:spMkLst>
            <pc:docMk/>
            <pc:sldMk cId="600609355" sldId="496"/>
            <ac:spMk id="3" creationId="{2E5D98FF-6B4D-3685-7619-D4EB7454CB92}"/>
          </ac:spMkLst>
        </pc:spChg>
        <pc:spChg chg="mod">
          <ac:chgData name="Giusti, Gianluca (PG/R - Sch of Biosci &amp; Med)" userId="cd89f1a1-d897-4e8b-bf98-1ba19356bc61" providerId="ADAL" clId="{FD45938E-BB37-4A3C-A54D-9AB801E667ED}" dt="2022-11-25T17:45:50.412" v="7531" actId="1076"/>
          <ac:spMkLst>
            <pc:docMk/>
            <pc:sldMk cId="600609355" sldId="496"/>
            <ac:spMk id="4" creationId="{D9766C61-CA07-B34B-8E6C-C8F90382FFE5}"/>
          </ac:spMkLst>
        </pc:spChg>
        <pc:spChg chg="mod">
          <ac:chgData name="Giusti, Gianluca (PG/R - Sch of Biosci &amp; Med)" userId="cd89f1a1-d897-4e8b-bf98-1ba19356bc61" providerId="ADAL" clId="{FD45938E-BB37-4A3C-A54D-9AB801E667ED}" dt="2022-11-25T17:46:24.901" v="7535" actId="13822"/>
          <ac:spMkLst>
            <pc:docMk/>
            <pc:sldMk cId="600609355" sldId="496"/>
            <ac:spMk id="6" creationId="{1D1E6193-8245-064C-B7B3-35F7F3626EA5}"/>
          </ac:spMkLst>
        </pc:spChg>
        <pc:spChg chg="del mod">
          <ac:chgData name="Giusti, Gianluca (PG/R - Sch of Biosci &amp; Med)" userId="cd89f1a1-d897-4e8b-bf98-1ba19356bc61" providerId="ADAL" clId="{FD45938E-BB37-4A3C-A54D-9AB801E667ED}" dt="2022-11-25T17:45:39.855" v="7528" actId="478"/>
          <ac:spMkLst>
            <pc:docMk/>
            <pc:sldMk cId="600609355" sldId="496"/>
            <ac:spMk id="7" creationId="{C152448B-77F2-1C48-960B-0429C0DD3782}"/>
          </ac:spMkLst>
        </pc:spChg>
        <pc:spChg chg="del mod">
          <ac:chgData name="Giusti, Gianluca (PG/R - Sch of Biosci &amp; Med)" userId="cd89f1a1-d897-4e8b-bf98-1ba19356bc61" providerId="ADAL" clId="{FD45938E-BB37-4A3C-A54D-9AB801E667ED}" dt="2022-11-25T17:45:57.867" v="7533" actId="478"/>
          <ac:spMkLst>
            <pc:docMk/>
            <pc:sldMk cId="600609355" sldId="496"/>
            <ac:spMk id="9" creationId="{0C133223-AC49-E740-8E51-2942D790A673}"/>
          </ac:spMkLst>
        </pc:spChg>
        <pc:graphicFrameChg chg="mod modGraphic">
          <ac:chgData name="Giusti, Gianluca (PG/R - Sch of Biosci &amp; Med)" userId="cd89f1a1-d897-4e8b-bf98-1ba19356bc61" providerId="ADAL" clId="{FD45938E-BB37-4A3C-A54D-9AB801E667ED}" dt="2022-11-25T17:46:18.525" v="7534" actId="12385"/>
          <ac:graphicFrameMkLst>
            <pc:docMk/>
            <pc:sldMk cId="600609355" sldId="496"/>
            <ac:graphicFrameMk id="2" creationId="{94CCA235-B6C2-EB4F-9898-0CA608CA3F6A}"/>
          </ac:graphicFrameMkLst>
        </pc:graphicFrameChg>
        <pc:graphicFrameChg chg="add mod modGraphic">
          <ac:chgData name="Giusti, Gianluca (PG/R - Sch of Biosci &amp; Med)" userId="cd89f1a1-d897-4e8b-bf98-1ba19356bc61" providerId="ADAL" clId="{FD45938E-BB37-4A3C-A54D-9AB801E667ED}" dt="2022-11-22T12:27:03.654" v="1471" actId="1035"/>
          <ac:graphicFrameMkLst>
            <pc:docMk/>
            <pc:sldMk cId="600609355" sldId="496"/>
            <ac:graphicFrameMk id="10" creationId="{D6A4EFD0-FB9E-501E-0CBE-D11381CAD200}"/>
          </ac:graphicFrameMkLst>
        </pc:graphicFrameChg>
        <pc:graphicFrameChg chg="add del">
          <ac:chgData name="Giusti, Gianluca (PG/R - Sch of Biosci &amp; Med)" userId="cd89f1a1-d897-4e8b-bf98-1ba19356bc61" providerId="ADAL" clId="{FD45938E-BB37-4A3C-A54D-9AB801E667ED}" dt="2022-11-22T12:14:40.189" v="1348" actId="478"/>
          <ac:graphicFrameMkLst>
            <pc:docMk/>
            <pc:sldMk cId="600609355" sldId="496"/>
            <ac:graphicFrameMk id="11" creationId="{DB4A6275-7DA3-A5E8-5319-66B6FBC7BCFA}"/>
          </ac:graphicFrameMkLst>
        </pc:graphicFrameChg>
        <pc:picChg chg="add mod">
          <ac:chgData name="Giusti, Gianluca (PG/R - Sch of Biosci &amp; Med)" userId="cd89f1a1-d897-4e8b-bf98-1ba19356bc61" providerId="ADAL" clId="{FD45938E-BB37-4A3C-A54D-9AB801E667ED}" dt="2022-11-22T12:10:26.705" v="1318"/>
          <ac:picMkLst>
            <pc:docMk/>
            <pc:sldMk cId="600609355" sldId="496"/>
            <ac:picMk id="5" creationId="{53284D5B-9480-75B1-7043-C17A8BCC8DD7}"/>
          </ac:picMkLst>
        </pc:picChg>
        <pc:cxnChg chg="add mod">
          <ac:chgData name="Giusti, Gianluca (PG/R - Sch of Biosci &amp; Med)" userId="cd89f1a1-d897-4e8b-bf98-1ba19356bc61" providerId="ADAL" clId="{FD45938E-BB37-4A3C-A54D-9AB801E667ED}" dt="2022-11-22T12:10:26.705" v="1318"/>
          <ac:cxnSpMkLst>
            <pc:docMk/>
            <pc:sldMk cId="600609355" sldId="496"/>
            <ac:cxnSpMk id="8" creationId="{555A97D4-5690-557B-633D-E4A98C25171C}"/>
          </ac:cxnSpMkLst>
        </pc:cxnChg>
      </pc:sldChg>
      <pc:sldChg chg="addSp modSp add mod modNotesTx">
        <pc:chgData name="Giusti, Gianluca (PG/R - Sch of Biosci &amp; Med)" userId="cd89f1a1-d897-4e8b-bf98-1ba19356bc61" providerId="ADAL" clId="{FD45938E-BB37-4A3C-A54D-9AB801E667ED}" dt="2022-11-25T17:48:38.146" v="7612"/>
        <pc:sldMkLst>
          <pc:docMk/>
          <pc:sldMk cId="991014195" sldId="496"/>
        </pc:sldMkLst>
        <pc:spChg chg="mod">
          <ac:chgData name="Giusti, Gianluca (PG/R - Sch of Biosci &amp; Med)" userId="cd89f1a1-d897-4e8b-bf98-1ba19356bc61" providerId="ADAL" clId="{FD45938E-BB37-4A3C-A54D-9AB801E667ED}" dt="2022-11-25T17:48:32.052" v="7611" actId="1076"/>
          <ac:spMkLst>
            <pc:docMk/>
            <pc:sldMk cId="991014195" sldId="496"/>
            <ac:spMk id="4" creationId="{D9766C61-CA07-B34B-8E6C-C8F90382FFE5}"/>
          </ac:spMkLst>
        </pc:spChg>
        <pc:spChg chg="mod">
          <ac:chgData name="Giusti, Gianluca (PG/R - Sch of Biosci &amp; Med)" userId="cd89f1a1-d897-4e8b-bf98-1ba19356bc61" providerId="ADAL" clId="{FD45938E-BB37-4A3C-A54D-9AB801E667ED}" dt="2022-11-25T17:48:32.052" v="7611" actId="1076"/>
          <ac:spMkLst>
            <pc:docMk/>
            <pc:sldMk cId="991014195" sldId="496"/>
            <ac:spMk id="6" creationId="{1D1E6193-8245-064C-B7B3-35F7F3626EA5}"/>
          </ac:spMkLst>
        </pc:spChg>
        <pc:graphicFrameChg chg="mod">
          <ac:chgData name="Giusti, Gianluca (PG/R - Sch of Biosci &amp; Med)" userId="cd89f1a1-d897-4e8b-bf98-1ba19356bc61" providerId="ADAL" clId="{FD45938E-BB37-4A3C-A54D-9AB801E667ED}" dt="2022-11-25T17:48:32.052" v="7611" actId="1076"/>
          <ac:graphicFrameMkLst>
            <pc:docMk/>
            <pc:sldMk cId="991014195" sldId="496"/>
            <ac:graphicFrameMk id="2" creationId="{94CCA235-B6C2-EB4F-9898-0CA608CA3F6A}"/>
          </ac:graphicFrameMkLst>
        </pc:graphicFrameChg>
        <pc:picChg chg="add mod">
          <ac:chgData name="Giusti, Gianluca (PG/R - Sch of Biosci &amp; Med)" userId="cd89f1a1-d897-4e8b-bf98-1ba19356bc61" providerId="ADAL" clId="{FD45938E-BB37-4A3C-A54D-9AB801E667ED}" dt="2022-11-25T17:48:38.146" v="7612"/>
          <ac:picMkLst>
            <pc:docMk/>
            <pc:sldMk cId="991014195" sldId="496"/>
            <ac:picMk id="3" creationId="{83170206-B970-177D-A30E-47E3A54413C0}"/>
          </ac:picMkLst>
        </pc:picChg>
        <pc:cxnChg chg="add mod">
          <ac:chgData name="Giusti, Gianluca (PG/R - Sch of Biosci &amp; Med)" userId="cd89f1a1-d897-4e8b-bf98-1ba19356bc61" providerId="ADAL" clId="{FD45938E-BB37-4A3C-A54D-9AB801E667ED}" dt="2022-11-25T17:48:38.146" v="7612"/>
          <ac:cxnSpMkLst>
            <pc:docMk/>
            <pc:sldMk cId="991014195" sldId="496"/>
            <ac:cxnSpMk id="5" creationId="{4E53B59F-3C67-846F-7606-D5474FD8CFF0}"/>
          </ac:cxnSpMkLst>
        </pc:cxnChg>
      </pc:sldChg>
      <pc:sldChg chg="addSp delSp modSp del mod modClrScheme chgLayout">
        <pc:chgData name="Giusti, Gianluca (PG/R - Sch of Biosci &amp; Med)" userId="cd89f1a1-d897-4e8b-bf98-1ba19356bc61" providerId="ADAL" clId="{FD45938E-BB37-4A3C-A54D-9AB801E667ED}" dt="2022-11-22T14:04:26.789" v="1541" actId="47"/>
        <pc:sldMkLst>
          <pc:docMk/>
          <pc:sldMk cId="4077681599" sldId="497"/>
        </pc:sldMkLst>
        <pc:spChg chg="add del">
          <ac:chgData name="Giusti, Gianluca (PG/R - Sch of Biosci &amp; Med)" userId="cd89f1a1-d897-4e8b-bf98-1ba19356bc61" providerId="ADAL" clId="{FD45938E-BB37-4A3C-A54D-9AB801E667ED}" dt="2022-11-22T12:10:01.480" v="1306" actId="478"/>
          <ac:spMkLst>
            <pc:docMk/>
            <pc:sldMk cId="4077681599" sldId="497"/>
            <ac:spMk id="4" creationId="{B7BDE69C-5D4F-2B43-1F7A-9168CEB4D391}"/>
          </ac:spMkLst>
        </pc:spChg>
        <pc:spChg chg="add mod">
          <ac:chgData name="Giusti, Gianluca (PG/R - Sch of Biosci &amp; Med)" userId="cd89f1a1-d897-4e8b-bf98-1ba19356bc61" providerId="ADAL" clId="{FD45938E-BB37-4A3C-A54D-9AB801E667ED}" dt="2022-11-22T12:10:16.412" v="1316" actId="20577"/>
          <ac:spMkLst>
            <pc:docMk/>
            <pc:sldMk cId="4077681599" sldId="497"/>
            <ac:spMk id="5" creationId="{60190807-5DAF-E567-2AAD-8578C2EA74A9}"/>
          </ac:spMkLst>
        </pc:spChg>
        <pc:spChg chg="del mod">
          <ac:chgData name="Giusti, Gianluca (PG/R - Sch of Biosci &amp; Med)" userId="cd89f1a1-d897-4e8b-bf98-1ba19356bc61" providerId="ADAL" clId="{FD45938E-BB37-4A3C-A54D-9AB801E667ED}" dt="2022-11-22T12:09:43.288" v="1302" actId="478"/>
          <ac:spMkLst>
            <pc:docMk/>
            <pc:sldMk cId="4077681599" sldId="497"/>
            <ac:spMk id="6" creationId="{5C9D12C3-2E8A-8441-9EB5-7FD9F94A6074}"/>
          </ac:spMkLst>
        </pc:spChg>
        <pc:spChg chg="del mod">
          <ac:chgData name="Giusti, Gianluca (PG/R - Sch of Biosci &amp; Med)" userId="cd89f1a1-d897-4e8b-bf98-1ba19356bc61" providerId="ADAL" clId="{FD45938E-BB37-4A3C-A54D-9AB801E667ED}" dt="2022-11-21T16:45:55.245" v="1081" actId="478"/>
          <ac:spMkLst>
            <pc:docMk/>
            <pc:sldMk cId="4077681599" sldId="497"/>
            <ac:spMk id="7" creationId="{0CC86668-DBD3-E64A-8E2B-B869A9952F25}"/>
          </ac:spMkLst>
        </pc:spChg>
        <pc:spChg chg="add mod">
          <ac:chgData name="Giusti, Gianluca (PG/R - Sch of Biosci &amp; Med)" userId="cd89f1a1-d897-4e8b-bf98-1ba19356bc61" providerId="ADAL" clId="{FD45938E-BB37-4A3C-A54D-9AB801E667ED}" dt="2022-11-22T12:23:05.223" v="1447" actId="1076"/>
          <ac:spMkLst>
            <pc:docMk/>
            <pc:sldMk cId="4077681599" sldId="497"/>
            <ac:spMk id="9" creationId="{2B4FB4E7-C0FF-2339-302E-7E2490AD5DEF}"/>
          </ac:spMkLst>
        </pc:spChg>
        <pc:graphicFrameChg chg="mod modGraphic">
          <ac:chgData name="Giusti, Gianluca (PG/R - Sch of Biosci &amp; Med)" userId="cd89f1a1-d897-4e8b-bf98-1ba19356bc61" providerId="ADAL" clId="{FD45938E-BB37-4A3C-A54D-9AB801E667ED}" dt="2022-11-22T12:22:58.404" v="1446" actId="14100"/>
          <ac:graphicFrameMkLst>
            <pc:docMk/>
            <pc:sldMk cId="4077681599" sldId="497"/>
            <ac:graphicFrameMk id="3" creationId="{000FA9AE-BBC1-5046-889B-1290E9F96EAA}"/>
          </ac:graphicFrameMkLst>
        </pc:graphicFrameChg>
        <pc:picChg chg="add mod">
          <ac:chgData name="Giusti, Gianluca (PG/R - Sch of Biosci &amp; Med)" userId="cd89f1a1-d897-4e8b-bf98-1ba19356bc61" providerId="ADAL" clId="{FD45938E-BB37-4A3C-A54D-9AB801E667ED}" dt="2022-11-22T12:10:09.380" v="1307"/>
          <ac:picMkLst>
            <pc:docMk/>
            <pc:sldMk cId="4077681599" sldId="497"/>
            <ac:picMk id="7" creationId="{35196A5B-B789-94C0-BFAB-B6E22FA98014}"/>
          </ac:picMkLst>
        </pc:picChg>
        <pc:cxnChg chg="add mod">
          <ac:chgData name="Giusti, Gianluca (PG/R - Sch of Biosci &amp; Med)" userId="cd89f1a1-d897-4e8b-bf98-1ba19356bc61" providerId="ADAL" clId="{FD45938E-BB37-4A3C-A54D-9AB801E667ED}" dt="2022-11-22T12:10:09.380" v="1307"/>
          <ac:cxnSpMkLst>
            <pc:docMk/>
            <pc:sldMk cId="4077681599" sldId="497"/>
            <ac:cxnSpMk id="8" creationId="{7484B077-8E13-7468-CF31-0275E2DE6E19}"/>
          </ac:cxnSpMkLst>
        </pc:cxnChg>
      </pc:sldChg>
      <pc:sldChg chg="del">
        <pc:chgData name="Giusti, Gianluca (PG/R - Sch of Biosci &amp; Med)" userId="cd89f1a1-d897-4e8b-bf98-1ba19356bc61" providerId="ADAL" clId="{FD45938E-BB37-4A3C-A54D-9AB801E667ED}" dt="2022-11-22T12:28:07.994" v="1474" actId="47"/>
        <pc:sldMkLst>
          <pc:docMk/>
          <pc:sldMk cId="2334025636" sldId="503"/>
        </pc:sldMkLst>
      </pc:sldChg>
      <pc:sldChg chg="del mod modClrScheme chgLayout">
        <pc:chgData name="Giusti, Gianluca (PG/R - Sch of Biosci &amp; Med)" userId="cd89f1a1-d897-4e8b-bf98-1ba19356bc61" providerId="ADAL" clId="{FD45938E-BB37-4A3C-A54D-9AB801E667ED}" dt="2022-11-22T14:04:26.789" v="1541" actId="47"/>
        <pc:sldMkLst>
          <pc:docMk/>
          <pc:sldMk cId="2132296952" sldId="505"/>
        </pc:sldMkLst>
      </pc:sldChg>
      <pc:sldChg chg="addSp delSp modSp del mod modClrScheme chgLayout">
        <pc:chgData name="Giusti, Gianluca (PG/R - Sch of Biosci &amp; Med)" userId="cd89f1a1-d897-4e8b-bf98-1ba19356bc61" providerId="ADAL" clId="{FD45938E-BB37-4A3C-A54D-9AB801E667ED}" dt="2022-11-24T12:44:19.888" v="4707" actId="47"/>
        <pc:sldMkLst>
          <pc:docMk/>
          <pc:sldMk cId="1200173659" sldId="506"/>
        </pc:sldMkLst>
        <pc:spChg chg="del">
          <ac:chgData name="Giusti, Gianluca (PG/R - Sch of Biosci &amp; Med)" userId="cd89f1a1-d897-4e8b-bf98-1ba19356bc61" providerId="ADAL" clId="{FD45938E-BB37-4A3C-A54D-9AB801E667ED}" dt="2022-11-24T12:35:26.654" v="4653" actId="21"/>
          <ac:spMkLst>
            <pc:docMk/>
            <pc:sldMk cId="1200173659" sldId="506"/>
            <ac:spMk id="2" creationId="{C27CB45F-FB57-E744-81A8-9C0F72C39CB2}"/>
          </ac:spMkLst>
        </pc:spChg>
        <pc:spChg chg="del">
          <ac:chgData name="Giusti, Gianluca (PG/R - Sch of Biosci &amp; Med)" userId="cd89f1a1-d897-4e8b-bf98-1ba19356bc61" providerId="ADAL" clId="{FD45938E-BB37-4A3C-A54D-9AB801E667ED}" dt="2022-11-24T12:42:26.534" v="4684" actId="21"/>
          <ac:spMkLst>
            <pc:docMk/>
            <pc:sldMk cId="1200173659" sldId="506"/>
            <ac:spMk id="4" creationId="{456E3688-9FA4-FD46-B9A3-BF1112CD5915}"/>
          </ac:spMkLst>
        </pc:spChg>
        <pc:spChg chg="mod">
          <ac:chgData name="Giusti, Gianluca (PG/R - Sch of Biosci &amp; Med)" userId="cd89f1a1-d897-4e8b-bf98-1ba19356bc61" providerId="ADAL" clId="{FD45938E-BB37-4A3C-A54D-9AB801E667ED}" dt="2022-11-23T16:26:32.724" v="4449" actId="2711"/>
          <ac:spMkLst>
            <pc:docMk/>
            <pc:sldMk cId="1200173659" sldId="506"/>
            <ac:spMk id="7" creationId="{FE5B334F-EA9D-D34A-B596-2E510D222161}"/>
          </ac:spMkLst>
        </pc:spChg>
        <pc:spChg chg="del">
          <ac:chgData name="Giusti, Gianluca (PG/R - Sch of Biosci &amp; Med)" userId="cd89f1a1-d897-4e8b-bf98-1ba19356bc61" providerId="ADAL" clId="{FD45938E-BB37-4A3C-A54D-9AB801E667ED}" dt="2022-11-24T12:35:26.654" v="4653" actId="21"/>
          <ac:spMkLst>
            <pc:docMk/>
            <pc:sldMk cId="1200173659" sldId="506"/>
            <ac:spMk id="9" creationId="{1949CC17-8C58-2E4A-A219-CB25CA040D36}"/>
          </ac:spMkLst>
        </pc:spChg>
        <pc:spChg chg="del">
          <ac:chgData name="Giusti, Gianluca (PG/R - Sch of Biosci &amp; Med)" userId="cd89f1a1-d897-4e8b-bf98-1ba19356bc61" providerId="ADAL" clId="{FD45938E-BB37-4A3C-A54D-9AB801E667ED}" dt="2022-11-23T16:26:41.119" v="4450" actId="478"/>
          <ac:spMkLst>
            <pc:docMk/>
            <pc:sldMk cId="1200173659" sldId="506"/>
            <ac:spMk id="10" creationId="{B64CB2DE-D62E-7847-BBAD-CC4F53793BEF}"/>
          </ac:spMkLst>
        </pc:spChg>
        <pc:spChg chg="add del mod">
          <ac:chgData name="Giusti, Gianluca (PG/R - Sch of Biosci &amp; Med)" userId="cd89f1a1-d897-4e8b-bf98-1ba19356bc61" providerId="ADAL" clId="{FD45938E-BB37-4A3C-A54D-9AB801E667ED}" dt="2022-11-24T12:38:23.647" v="4661"/>
          <ac:spMkLst>
            <pc:docMk/>
            <pc:sldMk cId="1200173659" sldId="506"/>
            <ac:spMk id="10" creationId="{C03C6C7B-42D4-D91A-4174-D763D600344D}"/>
          </ac:spMkLst>
        </pc:spChg>
        <pc:spChg chg="add del mod">
          <ac:chgData name="Giusti, Gianluca (PG/R - Sch of Biosci &amp; Med)" userId="cd89f1a1-d897-4e8b-bf98-1ba19356bc61" providerId="ADAL" clId="{FD45938E-BB37-4A3C-A54D-9AB801E667ED}" dt="2022-11-24T12:38:23.647" v="4661"/>
          <ac:spMkLst>
            <pc:docMk/>
            <pc:sldMk cId="1200173659" sldId="506"/>
            <ac:spMk id="13" creationId="{D295D993-D437-3F02-9C16-80D2567773B2}"/>
          </ac:spMkLst>
        </pc:spChg>
        <pc:picChg chg="add mod">
          <ac:chgData name="Giusti, Gianluca (PG/R - Sch of Biosci &amp; Med)" userId="cd89f1a1-d897-4e8b-bf98-1ba19356bc61" providerId="ADAL" clId="{FD45938E-BB37-4A3C-A54D-9AB801E667ED}" dt="2022-11-23T16:21:40.715" v="4357"/>
          <ac:picMkLst>
            <pc:docMk/>
            <pc:sldMk cId="1200173659" sldId="506"/>
            <ac:picMk id="3" creationId="{D980C10C-AE04-6B54-7312-0E399AB2C652}"/>
          </ac:picMkLst>
        </pc:picChg>
        <pc:picChg chg="add del mod">
          <ac:chgData name="Giusti, Gianluca (PG/R - Sch of Biosci &amp; Med)" userId="cd89f1a1-d897-4e8b-bf98-1ba19356bc61" providerId="ADAL" clId="{FD45938E-BB37-4A3C-A54D-9AB801E667ED}" dt="2022-11-24T12:38:23.647" v="4661"/>
          <ac:picMkLst>
            <pc:docMk/>
            <pc:sldMk cId="1200173659" sldId="506"/>
            <ac:picMk id="6" creationId="{DA609C42-2DCC-CB68-E799-2E1BDB5C14BA}"/>
          </ac:picMkLst>
        </pc:picChg>
        <pc:picChg chg="del">
          <ac:chgData name="Giusti, Gianluca (PG/R - Sch of Biosci &amp; Med)" userId="cd89f1a1-d897-4e8b-bf98-1ba19356bc61" providerId="ADAL" clId="{FD45938E-BB37-4A3C-A54D-9AB801E667ED}" dt="2022-11-24T12:35:26.654" v="4653" actId="21"/>
          <ac:picMkLst>
            <pc:docMk/>
            <pc:sldMk cId="1200173659" sldId="506"/>
            <ac:picMk id="11" creationId="{DCB49CF8-502A-BF4C-AD0D-B66E4C8962D5}"/>
          </ac:picMkLst>
        </pc:picChg>
        <pc:cxnChg chg="add mod">
          <ac:chgData name="Giusti, Gianluca (PG/R - Sch of Biosci &amp; Med)" userId="cd89f1a1-d897-4e8b-bf98-1ba19356bc61" providerId="ADAL" clId="{FD45938E-BB37-4A3C-A54D-9AB801E667ED}" dt="2022-11-23T16:21:40.715" v="4357"/>
          <ac:cxnSpMkLst>
            <pc:docMk/>
            <pc:sldMk cId="1200173659" sldId="506"/>
            <ac:cxnSpMk id="5" creationId="{7C1E14BF-F427-B495-40FE-75EE4C612E63}"/>
          </ac:cxnSpMkLst>
        </pc:cxnChg>
      </pc:sldChg>
      <pc:sldChg chg="del mod modClrScheme chgLayout">
        <pc:chgData name="Giusti, Gianluca (PG/R - Sch of Biosci &amp; Med)" userId="cd89f1a1-d897-4e8b-bf98-1ba19356bc61" providerId="ADAL" clId="{FD45938E-BB37-4A3C-A54D-9AB801E667ED}" dt="2022-11-22T14:04:26.789" v="1541" actId="47"/>
        <pc:sldMkLst>
          <pc:docMk/>
          <pc:sldMk cId="1207871427" sldId="507"/>
        </pc:sldMkLst>
      </pc:sldChg>
      <pc:sldChg chg="del">
        <pc:chgData name="Giusti, Gianluca (PG/R - Sch of Biosci &amp; Med)" userId="cd89f1a1-d897-4e8b-bf98-1ba19356bc61" providerId="ADAL" clId="{FD45938E-BB37-4A3C-A54D-9AB801E667ED}" dt="2022-11-22T12:28:09.182" v="1475" actId="47"/>
        <pc:sldMkLst>
          <pc:docMk/>
          <pc:sldMk cId="3087330737" sldId="511"/>
        </pc:sldMkLst>
      </pc:sldChg>
      <pc:sldChg chg="addSp modSp del mod modClrScheme chgLayout">
        <pc:chgData name="Giusti, Gianluca (PG/R - Sch of Biosci &amp; Med)" userId="cd89f1a1-d897-4e8b-bf98-1ba19356bc61" providerId="ADAL" clId="{FD45938E-BB37-4A3C-A54D-9AB801E667ED}" dt="2022-11-22T14:04:26.789" v="1541" actId="47"/>
        <pc:sldMkLst>
          <pc:docMk/>
          <pc:sldMk cId="670431681" sldId="514"/>
        </pc:sldMkLst>
        <pc:spChg chg="add mod">
          <ac:chgData name="Giusti, Gianluca (PG/R - Sch of Biosci &amp; Med)" userId="cd89f1a1-d897-4e8b-bf98-1ba19356bc61" providerId="ADAL" clId="{FD45938E-BB37-4A3C-A54D-9AB801E667ED}" dt="2022-11-22T12:10:29.426" v="1319"/>
          <ac:spMkLst>
            <pc:docMk/>
            <pc:sldMk cId="670431681" sldId="514"/>
            <ac:spMk id="2" creationId="{8FC01451-016B-6CBD-49A0-E12B48CF03F0}"/>
          </ac:spMkLst>
        </pc:spChg>
        <pc:spChg chg="mod">
          <ac:chgData name="Giusti, Gianluca (PG/R - Sch of Biosci &amp; Med)" userId="cd89f1a1-d897-4e8b-bf98-1ba19356bc61" providerId="ADAL" clId="{FD45938E-BB37-4A3C-A54D-9AB801E667ED}" dt="2022-11-22T12:24:19.096" v="1450" actId="207"/>
          <ac:spMkLst>
            <pc:docMk/>
            <pc:sldMk cId="670431681" sldId="514"/>
            <ac:spMk id="9" creationId="{27E13641-7728-EC4A-B41E-0880C4EEE2D5}"/>
          </ac:spMkLst>
        </pc:spChg>
        <pc:picChg chg="add mod">
          <ac:chgData name="Giusti, Gianluca (PG/R - Sch of Biosci &amp; Med)" userId="cd89f1a1-d897-4e8b-bf98-1ba19356bc61" providerId="ADAL" clId="{FD45938E-BB37-4A3C-A54D-9AB801E667ED}" dt="2022-11-22T12:10:29.426" v="1319"/>
          <ac:picMkLst>
            <pc:docMk/>
            <pc:sldMk cId="670431681" sldId="514"/>
            <ac:picMk id="4" creationId="{55D77158-6395-7AE0-DDB7-83B8C7B1CE09}"/>
          </ac:picMkLst>
        </pc:picChg>
        <pc:cxnChg chg="add mod">
          <ac:chgData name="Giusti, Gianluca (PG/R - Sch of Biosci &amp; Med)" userId="cd89f1a1-d897-4e8b-bf98-1ba19356bc61" providerId="ADAL" clId="{FD45938E-BB37-4A3C-A54D-9AB801E667ED}" dt="2022-11-22T12:10:29.426" v="1319"/>
          <ac:cxnSpMkLst>
            <pc:docMk/>
            <pc:sldMk cId="670431681" sldId="514"/>
            <ac:cxnSpMk id="5" creationId="{80B8289E-64DE-6976-436A-734BE030DB13}"/>
          </ac:cxnSpMkLst>
        </pc:cxnChg>
      </pc:sldChg>
      <pc:sldChg chg="addSp delSp modSp del mod modClrScheme chgLayout">
        <pc:chgData name="Giusti, Gianluca (PG/R - Sch of Biosci &amp; Med)" userId="cd89f1a1-d897-4e8b-bf98-1ba19356bc61" providerId="ADAL" clId="{FD45938E-BB37-4A3C-A54D-9AB801E667ED}" dt="2022-11-24T12:44:17.126" v="4706" actId="47"/>
        <pc:sldMkLst>
          <pc:docMk/>
          <pc:sldMk cId="4263773124" sldId="525"/>
        </pc:sldMkLst>
        <pc:spChg chg="add del mod">
          <ac:chgData name="Giusti, Gianluca (PG/R - Sch of Biosci &amp; Med)" userId="cd89f1a1-d897-4e8b-bf98-1ba19356bc61" providerId="ADAL" clId="{FD45938E-BB37-4A3C-A54D-9AB801E667ED}" dt="2022-11-23T16:23:03.395" v="4387" actId="21"/>
          <ac:spMkLst>
            <pc:docMk/>
            <pc:sldMk cId="4263773124" sldId="525"/>
            <ac:spMk id="4" creationId="{EC61E561-7B43-C8B7-BB40-B862FCABBF86}"/>
          </ac:spMkLst>
        </pc:spChg>
        <pc:spChg chg="add del mod">
          <ac:chgData name="Giusti, Gianluca (PG/R - Sch of Biosci &amp; Med)" userId="cd89f1a1-d897-4e8b-bf98-1ba19356bc61" providerId="ADAL" clId="{FD45938E-BB37-4A3C-A54D-9AB801E667ED}" dt="2022-11-24T12:35:54.992" v="4656" actId="478"/>
          <ac:spMkLst>
            <pc:docMk/>
            <pc:sldMk cId="4263773124" sldId="525"/>
            <ac:spMk id="8" creationId="{47B44CE4-881D-6610-F1CE-6196F81D2E28}"/>
          </ac:spMkLst>
        </pc:spChg>
        <pc:spChg chg="add del mod">
          <ac:chgData name="Giusti, Gianluca (PG/R - Sch of Biosci &amp; Med)" userId="cd89f1a1-d897-4e8b-bf98-1ba19356bc61" providerId="ADAL" clId="{FD45938E-BB37-4A3C-A54D-9AB801E667ED}" dt="2022-11-24T12:35:54.992" v="4656" actId="478"/>
          <ac:spMkLst>
            <pc:docMk/>
            <pc:sldMk cId="4263773124" sldId="525"/>
            <ac:spMk id="10" creationId="{178389F7-C7E0-6347-1677-7D4FB01423F7}"/>
          </ac:spMkLst>
        </pc:spChg>
        <pc:spChg chg="add del mod">
          <ac:chgData name="Giusti, Gianluca (PG/R - Sch of Biosci &amp; Med)" userId="cd89f1a1-d897-4e8b-bf98-1ba19356bc61" providerId="ADAL" clId="{FD45938E-BB37-4A3C-A54D-9AB801E667ED}" dt="2022-11-24T12:38:37.480" v="4663" actId="21"/>
          <ac:spMkLst>
            <pc:docMk/>
            <pc:sldMk cId="4263773124" sldId="525"/>
            <ac:spMk id="11" creationId="{6B4A3388-6C83-6004-D4FF-805596EBB279}"/>
          </ac:spMkLst>
        </pc:spChg>
        <pc:spChg chg="mod">
          <ac:chgData name="Giusti, Gianluca (PG/R - Sch of Biosci &amp; Med)" userId="cd89f1a1-d897-4e8b-bf98-1ba19356bc61" providerId="ADAL" clId="{FD45938E-BB37-4A3C-A54D-9AB801E667ED}" dt="2022-11-23T16:24:00.271" v="4400" actId="14100"/>
          <ac:spMkLst>
            <pc:docMk/>
            <pc:sldMk cId="4263773124" sldId="525"/>
            <ac:spMk id="13" creationId="{79A967EC-B3E4-714F-9375-4D54C5A099BA}"/>
          </ac:spMkLst>
        </pc:spChg>
        <pc:spChg chg="del mod">
          <ac:chgData name="Giusti, Gianluca (PG/R - Sch of Biosci &amp; Med)" userId="cd89f1a1-d897-4e8b-bf98-1ba19356bc61" providerId="ADAL" clId="{FD45938E-BB37-4A3C-A54D-9AB801E667ED}" dt="2022-11-23T16:24:07.112" v="4401" actId="478"/>
          <ac:spMkLst>
            <pc:docMk/>
            <pc:sldMk cId="4263773124" sldId="525"/>
            <ac:spMk id="14" creationId="{004A2116-126C-CC4B-820E-4212E84BA116}"/>
          </ac:spMkLst>
        </pc:spChg>
        <pc:spChg chg="del mod">
          <ac:chgData name="Giusti, Gianluca (PG/R - Sch of Biosci &amp; Med)" userId="cd89f1a1-d897-4e8b-bf98-1ba19356bc61" providerId="ADAL" clId="{FD45938E-BB37-4A3C-A54D-9AB801E667ED}" dt="2022-11-23T16:23:03.395" v="4387" actId="21"/>
          <ac:spMkLst>
            <pc:docMk/>
            <pc:sldMk cId="4263773124" sldId="525"/>
            <ac:spMk id="15" creationId="{AF8C4D3A-BDAE-6C4D-A347-A7781CDAA2DC}"/>
          </ac:spMkLst>
        </pc:spChg>
        <pc:spChg chg="del mod">
          <ac:chgData name="Giusti, Gianluca (PG/R - Sch of Biosci &amp; Med)" userId="cd89f1a1-d897-4e8b-bf98-1ba19356bc61" providerId="ADAL" clId="{FD45938E-BB37-4A3C-A54D-9AB801E667ED}" dt="2022-11-23T16:23:03.395" v="4387" actId="21"/>
          <ac:spMkLst>
            <pc:docMk/>
            <pc:sldMk cId="4263773124" sldId="525"/>
            <ac:spMk id="16" creationId="{CC353E26-95FF-CB47-AB9F-1ADB53FA3A13}"/>
          </ac:spMkLst>
        </pc:spChg>
        <pc:spChg chg="add del mod">
          <ac:chgData name="Giusti, Gianluca (PG/R - Sch of Biosci &amp; Med)" userId="cd89f1a1-d897-4e8b-bf98-1ba19356bc61" providerId="ADAL" clId="{FD45938E-BB37-4A3C-A54D-9AB801E667ED}" dt="2022-11-24T12:38:37.480" v="4663" actId="21"/>
          <ac:spMkLst>
            <pc:docMk/>
            <pc:sldMk cId="4263773124" sldId="525"/>
            <ac:spMk id="17" creationId="{3AE4233B-D77D-323B-EA28-F75BB5D17202}"/>
          </ac:spMkLst>
        </pc:spChg>
        <pc:graphicFrameChg chg="del mod">
          <ac:chgData name="Giusti, Gianluca (PG/R - Sch of Biosci &amp; Med)" userId="cd89f1a1-d897-4e8b-bf98-1ba19356bc61" providerId="ADAL" clId="{FD45938E-BB37-4A3C-A54D-9AB801E667ED}" dt="2022-11-23T16:23:03.395" v="4387" actId="21"/>
          <ac:graphicFrameMkLst>
            <pc:docMk/>
            <pc:sldMk cId="4263773124" sldId="525"/>
            <ac:graphicFrameMk id="10" creationId="{CB6FEAE1-10A4-1645-A29C-7FE9B96D5BF0}"/>
          </ac:graphicFrameMkLst>
        </pc:graphicFrameChg>
        <pc:picChg chg="add mod">
          <ac:chgData name="Giusti, Gianluca (PG/R - Sch of Biosci &amp; Med)" userId="cd89f1a1-d897-4e8b-bf98-1ba19356bc61" providerId="ADAL" clId="{FD45938E-BB37-4A3C-A54D-9AB801E667ED}" dt="2022-11-23T16:21:38.259" v="4355"/>
          <ac:picMkLst>
            <pc:docMk/>
            <pc:sldMk cId="4263773124" sldId="525"/>
            <ac:picMk id="2" creationId="{12026CCB-D9F7-22CA-18CB-416B9127B79D}"/>
          </ac:picMkLst>
        </pc:picChg>
        <pc:picChg chg="add del mod">
          <ac:chgData name="Giusti, Gianluca (PG/R - Sch of Biosci &amp; Med)" userId="cd89f1a1-d897-4e8b-bf98-1ba19356bc61" providerId="ADAL" clId="{FD45938E-BB37-4A3C-A54D-9AB801E667ED}" dt="2022-11-24T12:35:54.992" v="4656" actId="478"/>
          <ac:picMkLst>
            <pc:docMk/>
            <pc:sldMk cId="4263773124" sldId="525"/>
            <ac:picMk id="4" creationId="{8FC70992-E9CE-30E2-3DE0-07EF67BA6C79}"/>
          </ac:picMkLst>
        </pc:picChg>
        <pc:picChg chg="add mod">
          <ac:chgData name="Giusti, Gianluca (PG/R - Sch of Biosci &amp; Med)" userId="cd89f1a1-d897-4e8b-bf98-1ba19356bc61" providerId="ADAL" clId="{FD45938E-BB37-4A3C-A54D-9AB801E667ED}" dt="2022-11-23T16:31:31.110" v="4491" actId="1076"/>
          <ac:picMkLst>
            <pc:docMk/>
            <pc:sldMk cId="4263773124" sldId="525"/>
            <ac:picMk id="5" creationId="{FCCA90B0-D289-D832-4BC5-6F1991A0038A}"/>
          </ac:picMkLst>
        </pc:picChg>
        <pc:picChg chg="add del mod">
          <ac:chgData name="Giusti, Gianluca (PG/R - Sch of Biosci &amp; Med)" userId="cd89f1a1-d897-4e8b-bf98-1ba19356bc61" providerId="ADAL" clId="{FD45938E-BB37-4A3C-A54D-9AB801E667ED}" dt="2022-11-24T12:38:37.480" v="4663" actId="21"/>
          <ac:picMkLst>
            <pc:docMk/>
            <pc:sldMk cId="4263773124" sldId="525"/>
            <ac:picMk id="9" creationId="{8121B562-47C5-0084-E886-45474DB10786}"/>
          </ac:picMkLst>
        </pc:picChg>
        <pc:picChg chg="add mod modCrop">
          <ac:chgData name="Giusti, Gianluca (PG/R - Sch of Biosci &amp; Med)" userId="cd89f1a1-d897-4e8b-bf98-1ba19356bc61" providerId="ADAL" clId="{FD45938E-BB37-4A3C-A54D-9AB801E667ED}" dt="2022-11-23T16:33:41.838" v="4520" actId="1076"/>
          <ac:picMkLst>
            <pc:docMk/>
            <pc:sldMk cId="4263773124" sldId="525"/>
            <ac:picMk id="12" creationId="{A58D6544-72C1-9286-A559-81A293036534}"/>
          </ac:picMkLst>
        </pc:picChg>
        <pc:picChg chg="add del mod modCrop">
          <ac:chgData name="Giusti, Gianluca (PG/R - Sch of Biosci &amp; Med)" userId="cd89f1a1-d897-4e8b-bf98-1ba19356bc61" providerId="ADAL" clId="{FD45938E-BB37-4A3C-A54D-9AB801E667ED}" dt="2022-11-24T12:42:02.138" v="4680" actId="21"/>
          <ac:picMkLst>
            <pc:docMk/>
            <pc:sldMk cId="4263773124" sldId="525"/>
            <ac:picMk id="14" creationId="{5FE948F1-0693-1B44-A7EF-4E36EC52D91F}"/>
          </ac:picMkLst>
        </pc:picChg>
        <pc:cxnChg chg="add mod">
          <ac:chgData name="Giusti, Gianluca (PG/R - Sch of Biosci &amp; Med)" userId="cd89f1a1-d897-4e8b-bf98-1ba19356bc61" providerId="ADAL" clId="{FD45938E-BB37-4A3C-A54D-9AB801E667ED}" dt="2022-11-23T16:21:38.259" v="4355"/>
          <ac:cxnSpMkLst>
            <pc:docMk/>
            <pc:sldMk cId="4263773124" sldId="525"/>
            <ac:cxnSpMk id="3" creationId="{CA19D396-F7B1-E53E-1E12-6FCDFA619D7A}"/>
          </ac:cxnSpMkLst>
        </pc:cxnChg>
        <pc:cxnChg chg="add mod">
          <ac:chgData name="Giusti, Gianluca (PG/R - Sch of Biosci &amp; Med)" userId="cd89f1a1-d897-4e8b-bf98-1ba19356bc61" providerId="ADAL" clId="{FD45938E-BB37-4A3C-A54D-9AB801E667ED}" dt="2022-11-23T16:24:26.503" v="4406" actId="14100"/>
          <ac:cxnSpMkLst>
            <pc:docMk/>
            <pc:sldMk cId="4263773124" sldId="525"/>
            <ac:cxnSpMk id="7" creationId="{AA30024B-CCC0-01CA-98D5-42B223F6D757}"/>
          </ac:cxnSpMkLst>
        </pc:cxnChg>
        <pc:cxnChg chg="add del mod">
          <ac:chgData name="Giusti, Gianluca (PG/R - Sch of Biosci &amp; Med)" userId="cd89f1a1-d897-4e8b-bf98-1ba19356bc61" providerId="ADAL" clId="{FD45938E-BB37-4A3C-A54D-9AB801E667ED}" dt="2022-11-24T12:38:37.480" v="4663" actId="21"/>
          <ac:cxnSpMkLst>
            <pc:docMk/>
            <pc:sldMk cId="4263773124" sldId="525"/>
            <ac:cxnSpMk id="19" creationId="{7B530ECC-390D-2EF2-0D78-65C108C0EB5C}"/>
          </ac:cxnSpMkLst>
        </pc:cxnChg>
      </pc:sldChg>
      <pc:sldChg chg="del mod modClrScheme chgLayout">
        <pc:chgData name="Giusti, Gianluca (PG/R - Sch of Biosci &amp; Med)" userId="cd89f1a1-d897-4e8b-bf98-1ba19356bc61" providerId="ADAL" clId="{FD45938E-BB37-4A3C-A54D-9AB801E667ED}" dt="2022-11-22T14:04:26.789" v="1541" actId="47"/>
        <pc:sldMkLst>
          <pc:docMk/>
          <pc:sldMk cId="2366158452" sldId="527"/>
        </pc:sldMkLst>
      </pc:sldChg>
      <pc:sldChg chg="del mod modClrScheme chgLayout">
        <pc:chgData name="Giusti, Gianluca (PG/R - Sch of Biosci &amp; Med)" userId="cd89f1a1-d897-4e8b-bf98-1ba19356bc61" providerId="ADAL" clId="{FD45938E-BB37-4A3C-A54D-9AB801E667ED}" dt="2022-11-22T14:04:26.789" v="1541" actId="47"/>
        <pc:sldMkLst>
          <pc:docMk/>
          <pc:sldMk cId="2072243283" sldId="528"/>
        </pc:sldMkLst>
      </pc:sldChg>
      <pc:sldChg chg="addSp delSp modSp del mod modClrScheme chgLayout">
        <pc:chgData name="Giusti, Gianluca (PG/R - Sch of Biosci &amp; Med)" userId="cd89f1a1-d897-4e8b-bf98-1ba19356bc61" providerId="ADAL" clId="{FD45938E-BB37-4A3C-A54D-9AB801E667ED}" dt="2022-11-23T16:24:38.947" v="4409" actId="47"/>
        <pc:sldMkLst>
          <pc:docMk/>
          <pc:sldMk cId="1055944379" sldId="536"/>
        </pc:sldMkLst>
        <pc:picChg chg="add mod">
          <ac:chgData name="Giusti, Gianluca (PG/R - Sch of Biosci &amp; Med)" userId="cd89f1a1-d897-4e8b-bf98-1ba19356bc61" providerId="ADAL" clId="{FD45938E-BB37-4A3C-A54D-9AB801E667ED}" dt="2022-11-23T16:21:39.524" v="4356"/>
          <ac:picMkLst>
            <pc:docMk/>
            <pc:sldMk cId="1055944379" sldId="536"/>
            <ac:picMk id="2" creationId="{127BBB5A-D097-8F46-03E0-5663221B561E}"/>
          </ac:picMkLst>
        </pc:picChg>
        <pc:cxnChg chg="add del">
          <ac:chgData name="Giusti, Gianluca (PG/R - Sch of Biosci &amp; Med)" userId="cd89f1a1-d897-4e8b-bf98-1ba19356bc61" providerId="ADAL" clId="{FD45938E-BB37-4A3C-A54D-9AB801E667ED}" dt="2022-11-23T16:24:16.896" v="4403" actId="21"/>
          <ac:cxnSpMkLst>
            <pc:docMk/>
            <pc:sldMk cId="1055944379" sldId="536"/>
            <ac:cxnSpMk id="3" creationId="{CD0A6849-69F2-6C4E-A329-A1B91A267B5A}"/>
          </ac:cxnSpMkLst>
        </pc:cxnChg>
        <pc:cxnChg chg="add mod">
          <ac:chgData name="Giusti, Gianluca (PG/R - Sch of Biosci &amp; Med)" userId="cd89f1a1-d897-4e8b-bf98-1ba19356bc61" providerId="ADAL" clId="{FD45938E-BB37-4A3C-A54D-9AB801E667ED}" dt="2022-11-23T16:21:39.524" v="4356"/>
          <ac:cxnSpMkLst>
            <pc:docMk/>
            <pc:sldMk cId="1055944379" sldId="536"/>
            <ac:cxnSpMk id="4" creationId="{6C6CDF82-937B-5CC3-0387-4DB40826631F}"/>
          </ac:cxnSpMkLst>
        </pc:cxnChg>
      </pc:sldChg>
      <pc:sldChg chg="del">
        <pc:chgData name="Giusti, Gianluca (PG/R - Sch of Biosci &amp; Med)" userId="cd89f1a1-d897-4e8b-bf98-1ba19356bc61" providerId="ADAL" clId="{FD45938E-BB37-4A3C-A54D-9AB801E667ED}" dt="2022-11-21T12:47:30.562" v="76" actId="47"/>
        <pc:sldMkLst>
          <pc:docMk/>
          <pc:sldMk cId="2158373084" sldId="543"/>
        </pc:sldMkLst>
      </pc:sldChg>
      <pc:sldChg chg="addSp delSp modSp del mod">
        <pc:chgData name="Giusti, Gianluca (PG/R - Sch of Biosci &amp; Med)" userId="cd89f1a1-d897-4e8b-bf98-1ba19356bc61" providerId="ADAL" clId="{FD45938E-BB37-4A3C-A54D-9AB801E667ED}" dt="2022-11-21T12:48:21.274" v="87" actId="47"/>
        <pc:sldMkLst>
          <pc:docMk/>
          <pc:sldMk cId="791022519" sldId="544"/>
        </pc:sldMkLst>
        <pc:spChg chg="del">
          <ac:chgData name="Giusti, Gianluca (PG/R - Sch of Biosci &amp; Med)" userId="cd89f1a1-d897-4e8b-bf98-1ba19356bc61" providerId="ADAL" clId="{FD45938E-BB37-4A3C-A54D-9AB801E667ED}" dt="2022-11-21T12:47:34.135" v="77" actId="478"/>
          <ac:spMkLst>
            <pc:docMk/>
            <pc:sldMk cId="791022519" sldId="544"/>
            <ac:spMk id="13" creationId="{C59296AA-9826-B640-B6D1-3ABAA8C9A0F7}"/>
          </ac:spMkLst>
        </pc:spChg>
        <pc:graphicFrameChg chg="add mod">
          <ac:chgData name="Giusti, Gianluca (PG/R - Sch of Biosci &amp; Med)" userId="cd89f1a1-d897-4e8b-bf98-1ba19356bc61" providerId="ADAL" clId="{FD45938E-BB37-4A3C-A54D-9AB801E667ED}" dt="2022-11-21T12:47:45.879" v="78" actId="571"/>
          <ac:graphicFrameMkLst>
            <pc:docMk/>
            <pc:sldMk cId="791022519" sldId="544"/>
            <ac:graphicFrameMk id="2" creationId="{7850DF52-F2C6-5A35-2873-88238E7F7210}"/>
          </ac:graphicFrameMkLst>
        </pc:graphicFrameChg>
        <pc:graphicFrameChg chg="add mod">
          <ac:chgData name="Giusti, Gianluca (PG/R - Sch of Biosci &amp; Med)" userId="cd89f1a1-d897-4e8b-bf98-1ba19356bc61" providerId="ADAL" clId="{FD45938E-BB37-4A3C-A54D-9AB801E667ED}" dt="2022-11-21T12:47:45.879" v="78" actId="571"/>
          <ac:graphicFrameMkLst>
            <pc:docMk/>
            <pc:sldMk cId="791022519" sldId="544"/>
            <ac:graphicFrameMk id="3" creationId="{B652159B-D699-C374-BC53-93ABE9371D72}"/>
          </ac:graphicFrameMkLst>
        </pc:graphicFrameChg>
        <pc:graphicFrameChg chg="add mod">
          <ac:chgData name="Giusti, Gianluca (PG/R - Sch of Biosci &amp; Med)" userId="cd89f1a1-d897-4e8b-bf98-1ba19356bc61" providerId="ADAL" clId="{FD45938E-BB37-4A3C-A54D-9AB801E667ED}" dt="2022-11-21T12:47:45.879" v="78" actId="571"/>
          <ac:graphicFrameMkLst>
            <pc:docMk/>
            <pc:sldMk cId="791022519" sldId="544"/>
            <ac:graphicFrameMk id="5" creationId="{ECA97415-03EF-AADD-6705-A4CA76C61606}"/>
          </ac:graphicFrameMkLst>
        </pc:graphicFrameChg>
        <pc:graphicFrameChg chg="add del mod">
          <ac:chgData name="Giusti, Gianluca (PG/R - Sch of Biosci &amp; Med)" userId="cd89f1a1-d897-4e8b-bf98-1ba19356bc61" providerId="ADAL" clId="{FD45938E-BB37-4A3C-A54D-9AB801E667ED}" dt="2022-11-21T12:47:51.399" v="82" actId="21"/>
          <ac:graphicFrameMkLst>
            <pc:docMk/>
            <pc:sldMk cId="791022519" sldId="544"/>
            <ac:graphicFrameMk id="7" creationId="{93F54480-BE66-7FC9-68D9-1203E6A40026}"/>
          </ac:graphicFrameMkLst>
        </pc:graphicFrameChg>
        <pc:graphicFrameChg chg="add del mod">
          <ac:chgData name="Giusti, Gianluca (PG/R - Sch of Biosci &amp; Med)" userId="cd89f1a1-d897-4e8b-bf98-1ba19356bc61" providerId="ADAL" clId="{FD45938E-BB37-4A3C-A54D-9AB801E667ED}" dt="2022-11-21T12:47:51.399" v="82" actId="21"/>
          <ac:graphicFrameMkLst>
            <pc:docMk/>
            <pc:sldMk cId="791022519" sldId="544"/>
            <ac:graphicFrameMk id="9" creationId="{77E8BFF0-1DCE-7AA7-95A0-61CF72BFB655}"/>
          </ac:graphicFrameMkLst>
        </pc:graphicFrameChg>
        <pc:graphicFrameChg chg="add del mod">
          <ac:chgData name="Giusti, Gianluca (PG/R - Sch of Biosci &amp; Med)" userId="cd89f1a1-d897-4e8b-bf98-1ba19356bc61" providerId="ADAL" clId="{FD45938E-BB37-4A3C-A54D-9AB801E667ED}" dt="2022-11-21T12:47:51.399" v="82" actId="21"/>
          <ac:graphicFrameMkLst>
            <pc:docMk/>
            <pc:sldMk cId="791022519" sldId="544"/>
            <ac:graphicFrameMk id="14" creationId="{DFDC4AB1-0B33-293E-1BC8-087EBC414CA4}"/>
          </ac:graphicFrameMkLst>
        </pc:graphicFrameChg>
        <pc:picChg chg="add mod">
          <ac:chgData name="Giusti, Gianluca (PG/R - Sch of Biosci &amp; Med)" userId="cd89f1a1-d897-4e8b-bf98-1ba19356bc61" providerId="ADAL" clId="{FD45938E-BB37-4A3C-A54D-9AB801E667ED}" dt="2022-11-21T12:47:45.879" v="78" actId="571"/>
          <ac:picMkLst>
            <pc:docMk/>
            <pc:sldMk cId="791022519" sldId="544"/>
            <ac:picMk id="4" creationId="{FCAEB3F1-CDF9-C449-D02A-A959619E7106}"/>
          </ac:picMkLst>
        </pc:picChg>
        <pc:picChg chg="add del mod">
          <ac:chgData name="Giusti, Gianluca (PG/R - Sch of Biosci &amp; Med)" userId="cd89f1a1-d897-4e8b-bf98-1ba19356bc61" providerId="ADAL" clId="{FD45938E-BB37-4A3C-A54D-9AB801E667ED}" dt="2022-11-21T12:47:51.399" v="82" actId="21"/>
          <ac:picMkLst>
            <pc:docMk/>
            <pc:sldMk cId="791022519" sldId="544"/>
            <ac:picMk id="6" creationId="{C72E885B-B0DB-32D4-02AA-49B5AE2FA504}"/>
          </ac:picMkLst>
        </pc:picChg>
        <pc:picChg chg="add del mod">
          <ac:chgData name="Giusti, Gianluca (PG/R - Sch of Biosci &amp; Med)" userId="cd89f1a1-d897-4e8b-bf98-1ba19356bc61" providerId="ADAL" clId="{FD45938E-BB37-4A3C-A54D-9AB801E667ED}" dt="2022-11-21T12:47:51.399" v="82" actId="21"/>
          <ac:picMkLst>
            <pc:docMk/>
            <pc:sldMk cId="791022519" sldId="544"/>
            <ac:picMk id="10" creationId="{563E32D8-DD42-AA00-DCA1-711505AE44B8}"/>
          </ac:picMkLst>
        </pc:picChg>
        <pc:picChg chg="add del">
          <ac:chgData name="Giusti, Gianluca (PG/R - Sch of Biosci &amp; Med)" userId="cd89f1a1-d897-4e8b-bf98-1ba19356bc61" providerId="ADAL" clId="{FD45938E-BB37-4A3C-A54D-9AB801E667ED}" dt="2022-11-21T12:47:51.399" v="82" actId="21"/>
          <ac:picMkLst>
            <pc:docMk/>
            <pc:sldMk cId="791022519" sldId="544"/>
            <ac:picMk id="50201" creationId="{69D580CD-5263-994F-AB01-C66216F4458D}"/>
          </ac:picMkLst>
        </pc:picChg>
      </pc:sldChg>
      <pc:sldChg chg="addSp delSp modSp new mod modAnim modNotesTx">
        <pc:chgData name="Giusti, Gianluca (PG/R - Sch of Biosci &amp; Med)" userId="cd89f1a1-d897-4e8b-bf98-1ba19356bc61" providerId="ADAL" clId="{FD45938E-BB37-4A3C-A54D-9AB801E667ED}" dt="2022-11-25T12:38:56.622" v="7052" actId="20577"/>
        <pc:sldMkLst>
          <pc:docMk/>
          <pc:sldMk cId="3409128972" sldId="545"/>
        </pc:sldMkLst>
        <pc:spChg chg="add del mod">
          <ac:chgData name="Giusti, Gianluca (PG/R - Sch of Biosci &amp; Med)" userId="cd89f1a1-d897-4e8b-bf98-1ba19356bc61" providerId="ADAL" clId="{FD45938E-BB37-4A3C-A54D-9AB801E667ED}" dt="2022-11-22T12:06:43.616" v="1267" actId="478"/>
          <ac:spMkLst>
            <pc:docMk/>
            <pc:sldMk cId="3409128972" sldId="545"/>
            <ac:spMk id="9" creationId="{C9EAC93E-7D2D-3264-DD59-6C00212E9862}"/>
          </ac:spMkLst>
        </pc:spChg>
        <pc:spChg chg="add del mod">
          <ac:chgData name="Giusti, Gianluca (PG/R - Sch of Biosci &amp; Med)" userId="cd89f1a1-d897-4e8b-bf98-1ba19356bc61" providerId="ADAL" clId="{FD45938E-BB37-4A3C-A54D-9AB801E667ED}" dt="2022-11-22T17:07:46.403" v="2408" actId="478"/>
          <ac:spMkLst>
            <pc:docMk/>
            <pc:sldMk cId="3409128972" sldId="545"/>
            <ac:spMk id="11" creationId="{A6A5CA03-3686-4BB9-D8DB-A19F054BCFEE}"/>
          </ac:spMkLst>
        </pc:spChg>
        <pc:graphicFrameChg chg="add mod modGraphic">
          <ac:chgData name="Giusti, Gianluca (PG/R - Sch of Biosci &amp; Med)" userId="cd89f1a1-d897-4e8b-bf98-1ba19356bc61" providerId="ADAL" clId="{FD45938E-BB37-4A3C-A54D-9AB801E667ED}" dt="2022-11-22T15:06:43.479" v="1597" actId="1037"/>
          <ac:graphicFrameMkLst>
            <pc:docMk/>
            <pc:sldMk cId="3409128972" sldId="545"/>
            <ac:graphicFrameMk id="4" creationId="{A44E24CE-766E-7856-37D6-04F2E2F987A1}"/>
          </ac:graphicFrameMkLst>
        </pc:graphicFrameChg>
        <pc:graphicFrameChg chg="add mod modGraphic">
          <ac:chgData name="Giusti, Gianluca (PG/R - Sch of Biosci &amp; Med)" userId="cd89f1a1-d897-4e8b-bf98-1ba19356bc61" providerId="ADAL" clId="{FD45938E-BB37-4A3C-A54D-9AB801E667ED}" dt="2022-11-22T15:06:43.479" v="1597" actId="1037"/>
          <ac:graphicFrameMkLst>
            <pc:docMk/>
            <pc:sldMk cId="3409128972" sldId="545"/>
            <ac:graphicFrameMk id="5" creationId="{5ACA6E0C-4ADC-E593-31C1-E86B0B028F0E}"/>
          </ac:graphicFrameMkLst>
        </pc:graphicFrameChg>
        <pc:graphicFrameChg chg="add mod modGraphic">
          <ac:chgData name="Giusti, Gianluca (PG/R - Sch of Biosci &amp; Med)" userId="cd89f1a1-d897-4e8b-bf98-1ba19356bc61" providerId="ADAL" clId="{FD45938E-BB37-4A3C-A54D-9AB801E667ED}" dt="2022-11-22T15:06:43.479" v="1597" actId="1037"/>
          <ac:graphicFrameMkLst>
            <pc:docMk/>
            <pc:sldMk cId="3409128972" sldId="545"/>
            <ac:graphicFrameMk id="7" creationId="{445EF21D-99F2-42B8-3672-3B9C07A1A1F3}"/>
          </ac:graphicFrameMkLst>
        </pc:graphicFrameChg>
        <pc:picChg chg="add del mod">
          <ac:chgData name="Giusti, Gianluca (PG/R - Sch of Biosci &amp; Med)" userId="cd89f1a1-d897-4e8b-bf98-1ba19356bc61" providerId="ADAL" clId="{FD45938E-BB37-4A3C-A54D-9AB801E667ED}" dt="2022-11-22T12:02:13.243" v="1180" actId="478"/>
          <ac:picMkLst>
            <pc:docMk/>
            <pc:sldMk cId="3409128972" sldId="545"/>
            <ac:picMk id="2" creationId="{D8C436D7-0ADD-EC17-0E07-9F836E795EAD}"/>
          </ac:picMkLst>
        </pc:picChg>
        <pc:picChg chg="add mod">
          <ac:chgData name="Giusti, Gianluca (PG/R - Sch of Biosci &amp; Med)" userId="cd89f1a1-d897-4e8b-bf98-1ba19356bc61" providerId="ADAL" clId="{FD45938E-BB37-4A3C-A54D-9AB801E667ED}" dt="2022-11-23T10:52:52.667" v="3636" actId="1076"/>
          <ac:picMkLst>
            <pc:docMk/>
            <pc:sldMk cId="3409128972" sldId="545"/>
            <ac:picMk id="2" creationId="{DC870FA2-7066-5243-F4CD-00CBBDA0EDB9}"/>
          </ac:picMkLst>
        </pc:picChg>
        <pc:picChg chg="add del mod">
          <ac:chgData name="Giusti, Gianluca (PG/R - Sch of Biosci &amp; Med)" userId="cd89f1a1-d897-4e8b-bf98-1ba19356bc61" providerId="ADAL" clId="{FD45938E-BB37-4A3C-A54D-9AB801E667ED}" dt="2022-11-22T12:01:18.486" v="1175" actId="478"/>
          <ac:picMkLst>
            <pc:docMk/>
            <pc:sldMk cId="3409128972" sldId="545"/>
            <ac:picMk id="3" creationId="{5E1C46F4-DA80-8B49-2EAD-326E6558E95A}"/>
          </ac:picMkLst>
        </pc:picChg>
        <pc:picChg chg="add del mod">
          <ac:chgData name="Giusti, Gianluca (PG/R - Sch of Biosci &amp; Med)" userId="cd89f1a1-d897-4e8b-bf98-1ba19356bc61" providerId="ADAL" clId="{FD45938E-BB37-4A3C-A54D-9AB801E667ED}" dt="2022-11-22T11:52:54.382" v="1167" actId="478"/>
          <ac:picMkLst>
            <pc:docMk/>
            <pc:sldMk cId="3409128972" sldId="545"/>
            <ac:picMk id="6" creationId="{0A37EB70-7DA4-75D6-A21F-A6195EA4CEA9}"/>
          </ac:picMkLst>
        </pc:picChg>
        <pc:picChg chg="add del mod modCrop">
          <ac:chgData name="Giusti, Gianluca (PG/R - Sch of Biosci &amp; Med)" userId="cd89f1a1-d897-4e8b-bf98-1ba19356bc61" providerId="ADAL" clId="{FD45938E-BB37-4A3C-A54D-9AB801E667ED}" dt="2022-11-22T12:03:33.619" v="1203" actId="21"/>
          <ac:picMkLst>
            <pc:docMk/>
            <pc:sldMk cId="3409128972" sldId="545"/>
            <ac:picMk id="8" creationId="{9FA2F65C-7E49-81A4-1554-022B0BCF1E2C}"/>
          </ac:picMkLst>
        </pc:picChg>
        <pc:picChg chg="add mod">
          <ac:chgData name="Giusti, Gianluca (PG/R - Sch of Biosci &amp; Med)" userId="cd89f1a1-d897-4e8b-bf98-1ba19356bc61" providerId="ADAL" clId="{FD45938E-BB37-4A3C-A54D-9AB801E667ED}" dt="2022-11-21T13:28:32.384" v="1000" actId="1036"/>
          <ac:picMkLst>
            <pc:docMk/>
            <pc:sldMk cId="3409128972" sldId="545"/>
            <ac:picMk id="10" creationId="{E8095809-24EA-2339-8383-03998256D862}"/>
          </ac:picMkLst>
        </pc:picChg>
        <pc:picChg chg="add mod">
          <ac:chgData name="Giusti, Gianluca (PG/R - Sch of Biosci &amp; Med)" userId="cd89f1a1-d897-4e8b-bf98-1ba19356bc61" providerId="ADAL" clId="{FD45938E-BB37-4A3C-A54D-9AB801E667ED}" dt="2022-11-23T12:13:55.018" v="4227" actId="1076"/>
          <ac:picMkLst>
            <pc:docMk/>
            <pc:sldMk cId="3409128972" sldId="545"/>
            <ac:picMk id="13" creationId="{AEA28F06-4061-6D39-BE3C-CD3BDEE2FCEB}"/>
          </ac:picMkLst>
        </pc:picChg>
        <pc:picChg chg="add del mod modCrop">
          <ac:chgData name="Giusti, Gianluca (PG/R - Sch of Biosci &amp; Med)" userId="cd89f1a1-d897-4e8b-bf98-1ba19356bc61" providerId="ADAL" clId="{FD45938E-BB37-4A3C-A54D-9AB801E667ED}" dt="2022-11-23T10:52:47.323" v="3634" actId="478"/>
          <ac:picMkLst>
            <pc:docMk/>
            <pc:sldMk cId="3409128972" sldId="545"/>
            <ac:picMk id="14" creationId="{493A484C-387E-86E8-004E-D55751B0A30D}"/>
          </ac:picMkLst>
        </pc:picChg>
        <pc:picChg chg="add del mod">
          <ac:chgData name="Giusti, Gianluca (PG/R - Sch of Biosci &amp; Med)" userId="cd89f1a1-d897-4e8b-bf98-1ba19356bc61" providerId="ADAL" clId="{FD45938E-BB37-4A3C-A54D-9AB801E667ED}" dt="2022-11-22T12:03:33.619" v="1203" actId="21"/>
          <ac:picMkLst>
            <pc:docMk/>
            <pc:sldMk cId="3409128972" sldId="545"/>
            <ac:picMk id="15" creationId="{255444DA-B7FD-9C76-8383-831C6BD31AC8}"/>
          </ac:picMkLst>
        </pc:picChg>
        <pc:picChg chg="add mod">
          <ac:chgData name="Giusti, Gianluca (PG/R - Sch of Biosci &amp; Med)" userId="cd89f1a1-d897-4e8b-bf98-1ba19356bc61" providerId="ADAL" clId="{FD45938E-BB37-4A3C-A54D-9AB801E667ED}" dt="2022-11-22T15:06:43.479" v="1597" actId="1037"/>
          <ac:picMkLst>
            <pc:docMk/>
            <pc:sldMk cId="3409128972" sldId="545"/>
            <ac:picMk id="16" creationId="{135B889A-9B12-0234-438A-79D0110F2890}"/>
          </ac:picMkLst>
        </pc:picChg>
        <pc:cxnChg chg="add mod">
          <ac:chgData name="Giusti, Gianluca (PG/R - Sch of Biosci &amp; Med)" userId="cd89f1a1-d897-4e8b-bf98-1ba19356bc61" providerId="ADAL" clId="{FD45938E-BB37-4A3C-A54D-9AB801E667ED}" dt="2022-11-22T17:07:45.734" v="2407" actId="14100"/>
          <ac:cxnSpMkLst>
            <pc:docMk/>
            <pc:sldMk cId="3409128972" sldId="545"/>
            <ac:cxnSpMk id="12" creationId="{2923CCA2-F0BC-D1D2-1B38-9C1EDDAE41E6}"/>
          </ac:cxnSpMkLst>
        </pc:cxnChg>
      </pc:sldChg>
      <pc:sldChg chg="addSp delSp modSp new mod ord modClrScheme chgLayout">
        <pc:chgData name="Giusti, Gianluca (PG/R - Sch of Biosci &amp; Med)" userId="cd89f1a1-d897-4e8b-bf98-1ba19356bc61" providerId="ADAL" clId="{FD45938E-BB37-4A3C-A54D-9AB801E667ED}" dt="2022-11-25T12:54:09.317" v="7208" actId="404"/>
        <pc:sldMkLst>
          <pc:docMk/>
          <pc:sldMk cId="2452532724" sldId="546"/>
        </pc:sldMkLst>
        <pc:spChg chg="add mod">
          <ac:chgData name="Giusti, Gianluca (PG/R - Sch of Biosci &amp; Med)" userId="cd89f1a1-d897-4e8b-bf98-1ba19356bc61" providerId="ADAL" clId="{FD45938E-BB37-4A3C-A54D-9AB801E667ED}" dt="2022-11-25T12:54:09.317" v="7208" actId="404"/>
          <ac:spMkLst>
            <pc:docMk/>
            <pc:sldMk cId="2452532724" sldId="546"/>
            <ac:spMk id="3" creationId="{B16F0F50-2071-2E38-1936-49E25479A1EC}"/>
          </ac:spMkLst>
        </pc:spChg>
        <pc:spChg chg="add del mod">
          <ac:chgData name="Giusti, Gianluca (PG/R - Sch of Biosci &amp; Med)" userId="cd89f1a1-d897-4e8b-bf98-1ba19356bc61" providerId="ADAL" clId="{FD45938E-BB37-4A3C-A54D-9AB801E667ED}" dt="2022-11-21T12:51:48.083" v="113" actId="26606"/>
          <ac:spMkLst>
            <pc:docMk/>
            <pc:sldMk cId="2452532724" sldId="546"/>
            <ac:spMk id="8" creationId="{A36A8809-5D25-6935-D4FD-F0D410856BD5}"/>
          </ac:spMkLst>
        </pc:spChg>
        <pc:spChg chg="add del">
          <ac:chgData name="Giusti, Gianluca (PG/R - Sch of Biosci &amp; Med)" userId="cd89f1a1-d897-4e8b-bf98-1ba19356bc61" providerId="ADAL" clId="{FD45938E-BB37-4A3C-A54D-9AB801E667ED}" dt="2022-11-21T13:00:16.894" v="190" actId="478"/>
          <ac:spMkLst>
            <pc:docMk/>
            <pc:sldMk cId="2452532724" sldId="546"/>
            <ac:spMk id="9" creationId="{1624028A-B7FF-4825-1C28-1A826939F821}"/>
          </ac:spMkLst>
        </pc:spChg>
        <pc:spChg chg="add del mod">
          <ac:chgData name="Giusti, Gianluca (PG/R - Sch of Biosci &amp; Med)" userId="cd89f1a1-d897-4e8b-bf98-1ba19356bc61" providerId="ADAL" clId="{FD45938E-BB37-4A3C-A54D-9AB801E667ED}" dt="2022-11-21T12:51:48.881" v="115" actId="26606"/>
          <ac:spMkLst>
            <pc:docMk/>
            <pc:sldMk cId="2452532724" sldId="546"/>
            <ac:spMk id="10" creationId="{777EBE19-83A4-65BB-CAD1-04AE9AF6B53D}"/>
          </ac:spMkLst>
        </pc:spChg>
        <pc:spChg chg="add del mod">
          <ac:chgData name="Giusti, Gianluca (PG/R - Sch of Biosci &amp; Med)" userId="cd89f1a1-d897-4e8b-bf98-1ba19356bc61" providerId="ADAL" clId="{FD45938E-BB37-4A3C-A54D-9AB801E667ED}" dt="2022-11-21T12:51:50.474" v="117" actId="26606"/>
          <ac:spMkLst>
            <pc:docMk/>
            <pc:sldMk cId="2452532724" sldId="546"/>
            <ac:spMk id="12" creationId="{B92B682C-9EAC-B673-11D3-CFC6DC302690}"/>
          </ac:spMkLst>
        </pc:spChg>
        <pc:spChg chg="add del mod">
          <ac:chgData name="Giusti, Gianluca (PG/R - Sch of Biosci &amp; Med)" userId="cd89f1a1-d897-4e8b-bf98-1ba19356bc61" providerId="ADAL" clId="{FD45938E-BB37-4A3C-A54D-9AB801E667ED}" dt="2022-11-22T17:06:44.285" v="2362" actId="478"/>
          <ac:spMkLst>
            <pc:docMk/>
            <pc:sldMk cId="2452532724" sldId="546"/>
            <ac:spMk id="13" creationId="{D37D551C-2651-D08E-8D2B-F531DA0102DD}"/>
          </ac:spMkLst>
        </pc:spChg>
        <pc:spChg chg="add del mod">
          <ac:chgData name="Giusti, Gianluca (PG/R - Sch of Biosci &amp; Med)" userId="cd89f1a1-d897-4e8b-bf98-1ba19356bc61" providerId="ADAL" clId="{FD45938E-BB37-4A3C-A54D-9AB801E667ED}" dt="2022-11-21T12:51:50.978" v="119" actId="26606"/>
          <ac:spMkLst>
            <pc:docMk/>
            <pc:sldMk cId="2452532724" sldId="546"/>
            <ac:spMk id="14" creationId="{AFBEE14B-C7BA-9E13-8309-ED5B6C1EC150}"/>
          </ac:spMkLst>
        </pc:spChg>
        <pc:spChg chg="add del mod">
          <ac:chgData name="Giusti, Gianluca (PG/R - Sch of Biosci &amp; Med)" userId="cd89f1a1-d897-4e8b-bf98-1ba19356bc61" providerId="ADAL" clId="{FD45938E-BB37-4A3C-A54D-9AB801E667ED}" dt="2022-11-21T12:51:50.978" v="119" actId="26606"/>
          <ac:spMkLst>
            <pc:docMk/>
            <pc:sldMk cId="2452532724" sldId="546"/>
            <ac:spMk id="15" creationId="{0AE8C145-0A67-8E93-CB94-2276F008D974}"/>
          </ac:spMkLst>
        </pc:spChg>
        <pc:spChg chg="add del mod">
          <ac:chgData name="Giusti, Gianluca (PG/R - Sch of Biosci &amp; Med)" userId="cd89f1a1-d897-4e8b-bf98-1ba19356bc61" providerId="ADAL" clId="{FD45938E-BB37-4A3C-A54D-9AB801E667ED}" dt="2022-11-21T12:51:50.978" v="119" actId="26606"/>
          <ac:spMkLst>
            <pc:docMk/>
            <pc:sldMk cId="2452532724" sldId="546"/>
            <ac:spMk id="16" creationId="{8B01EDDA-A958-D5E6-57D9-BB1672CFA3A6}"/>
          </ac:spMkLst>
        </pc:spChg>
        <pc:spChg chg="add del mod">
          <ac:chgData name="Giusti, Gianluca (PG/R - Sch of Biosci &amp; Med)" userId="cd89f1a1-d897-4e8b-bf98-1ba19356bc61" providerId="ADAL" clId="{FD45938E-BB37-4A3C-A54D-9AB801E667ED}" dt="2022-11-21T12:51:52.202" v="121" actId="26606"/>
          <ac:spMkLst>
            <pc:docMk/>
            <pc:sldMk cId="2452532724" sldId="546"/>
            <ac:spMk id="18" creationId="{B7B7EDD7-BABF-DC7C-46FD-5DEDA1654F0A}"/>
          </ac:spMkLst>
        </pc:spChg>
        <pc:spChg chg="add del mod">
          <ac:chgData name="Giusti, Gianluca (PG/R - Sch of Biosci &amp; Med)" userId="cd89f1a1-d897-4e8b-bf98-1ba19356bc61" providerId="ADAL" clId="{FD45938E-BB37-4A3C-A54D-9AB801E667ED}" dt="2022-11-21T12:51:52.202" v="121" actId="26606"/>
          <ac:spMkLst>
            <pc:docMk/>
            <pc:sldMk cId="2452532724" sldId="546"/>
            <ac:spMk id="19" creationId="{D7C8C7BE-949F-0463-4863-C6D129FE3390}"/>
          </ac:spMkLst>
        </pc:spChg>
        <pc:spChg chg="add del mod">
          <ac:chgData name="Giusti, Gianluca (PG/R - Sch of Biosci &amp; Med)" userId="cd89f1a1-d897-4e8b-bf98-1ba19356bc61" providerId="ADAL" clId="{FD45938E-BB37-4A3C-A54D-9AB801E667ED}" dt="2022-11-21T12:51:52.202" v="121" actId="26606"/>
          <ac:spMkLst>
            <pc:docMk/>
            <pc:sldMk cId="2452532724" sldId="546"/>
            <ac:spMk id="20" creationId="{D7362A45-9FF2-2A0E-F1F3-A7785C837A07}"/>
          </ac:spMkLst>
        </pc:spChg>
        <pc:spChg chg="add del mod">
          <ac:chgData name="Giusti, Gianluca (PG/R - Sch of Biosci &amp; Med)" userId="cd89f1a1-d897-4e8b-bf98-1ba19356bc61" providerId="ADAL" clId="{FD45938E-BB37-4A3C-A54D-9AB801E667ED}" dt="2022-11-21T12:55:42.587" v="178" actId="26606"/>
          <ac:spMkLst>
            <pc:docMk/>
            <pc:sldMk cId="2452532724" sldId="546"/>
            <ac:spMk id="22" creationId="{63FA668B-0E41-C3A8-7361-BDE6B08EAC8E}"/>
          </ac:spMkLst>
        </pc:spChg>
        <pc:spChg chg="add del">
          <ac:chgData name="Giusti, Gianluca (PG/R - Sch of Biosci &amp; Med)" userId="cd89f1a1-d897-4e8b-bf98-1ba19356bc61" providerId="ADAL" clId="{FD45938E-BB37-4A3C-A54D-9AB801E667ED}" dt="2022-11-21T12:58:43.242" v="182" actId="26606"/>
          <ac:spMkLst>
            <pc:docMk/>
            <pc:sldMk cId="2452532724" sldId="546"/>
            <ac:spMk id="27" creationId="{6BB7A483-AD31-79E5-F543-7C58147E0C78}"/>
          </ac:spMkLst>
        </pc:spChg>
        <pc:spChg chg="add del mod">
          <ac:chgData name="Giusti, Gianluca (PG/R - Sch of Biosci &amp; Med)" userId="cd89f1a1-d897-4e8b-bf98-1ba19356bc61" providerId="ADAL" clId="{FD45938E-BB37-4A3C-A54D-9AB801E667ED}" dt="2022-11-22T17:12:22.455" v="2507" actId="404"/>
          <ac:spMkLst>
            <pc:docMk/>
            <pc:sldMk cId="2452532724" sldId="546"/>
            <ac:spMk id="32" creationId="{33FDB813-9F88-7DC0-5C0A-21FCF05C97E3}"/>
          </ac:spMkLst>
        </pc:spChg>
        <pc:picChg chg="add del mod modCrop">
          <ac:chgData name="Giusti, Gianluca (PG/R - Sch of Biosci &amp; Med)" userId="cd89f1a1-d897-4e8b-bf98-1ba19356bc61" providerId="ADAL" clId="{FD45938E-BB37-4A3C-A54D-9AB801E667ED}" dt="2022-11-25T12:40:49.398" v="7056" actId="21"/>
          <ac:picMkLst>
            <pc:docMk/>
            <pc:sldMk cId="2452532724" sldId="546"/>
            <ac:picMk id="2" creationId="{4199DA5C-494F-DEAE-396F-FDE8322C05E3}"/>
          </ac:picMkLst>
        </pc:picChg>
        <pc:picChg chg="add del mod ord">
          <ac:chgData name="Giusti, Gianluca (PG/R - Sch of Biosci &amp; Med)" userId="cd89f1a1-d897-4e8b-bf98-1ba19356bc61" providerId="ADAL" clId="{FD45938E-BB37-4A3C-A54D-9AB801E667ED}" dt="2022-11-21T12:55:37.414" v="176" actId="478"/>
          <ac:picMkLst>
            <pc:docMk/>
            <pc:sldMk cId="2452532724" sldId="546"/>
            <ac:picMk id="2" creationId="{87685EC1-FB7C-A24C-E09D-6ABA736D1740}"/>
          </ac:picMkLst>
        </pc:picChg>
        <pc:picChg chg="add del mod">
          <ac:chgData name="Giusti, Gianluca (PG/R - Sch of Biosci &amp; Med)" userId="cd89f1a1-d897-4e8b-bf98-1ba19356bc61" providerId="ADAL" clId="{FD45938E-BB37-4A3C-A54D-9AB801E667ED}" dt="2022-11-21T12:58:40.631" v="180" actId="478"/>
          <ac:picMkLst>
            <pc:docMk/>
            <pc:sldMk cId="2452532724" sldId="546"/>
            <ac:picMk id="4" creationId="{C533F85D-26BE-0FA2-4B66-18A5606D1BAB}"/>
          </ac:picMkLst>
        </pc:picChg>
        <pc:picChg chg="add mod">
          <ac:chgData name="Giusti, Gianluca (PG/R - Sch of Biosci &amp; Med)" userId="cd89f1a1-d897-4e8b-bf98-1ba19356bc61" providerId="ADAL" clId="{FD45938E-BB37-4A3C-A54D-9AB801E667ED}" dt="2022-11-24T16:12:28.077" v="5629" actId="1076"/>
          <ac:picMkLst>
            <pc:docMk/>
            <pc:sldMk cId="2452532724" sldId="546"/>
            <ac:picMk id="6" creationId="{5C3F1685-6E3B-DEAB-FE0D-B2197306587A}"/>
          </ac:picMkLst>
        </pc:picChg>
        <pc:picChg chg="add mod">
          <ac:chgData name="Giusti, Gianluca (PG/R - Sch of Biosci &amp; Med)" userId="cd89f1a1-d897-4e8b-bf98-1ba19356bc61" providerId="ADAL" clId="{FD45938E-BB37-4A3C-A54D-9AB801E667ED}" dt="2022-11-21T13:03:00.234" v="216"/>
          <ac:picMkLst>
            <pc:docMk/>
            <pc:sldMk cId="2452532724" sldId="546"/>
            <ac:picMk id="11" creationId="{DFE3C530-B60A-EAEC-A8D5-E91B25D09D03}"/>
          </ac:picMkLst>
        </pc:picChg>
        <pc:picChg chg="add del">
          <ac:chgData name="Giusti, Gianluca (PG/R - Sch of Biosci &amp; Med)" userId="cd89f1a1-d897-4e8b-bf98-1ba19356bc61" providerId="ADAL" clId="{FD45938E-BB37-4A3C-A54D-9AB801E667ED}" dt="2022-11-21T12:55:37.414" v="176" actId="478"/>
          <ac:picMkLst>
            <pc:docMk/>
            <pc:sldMk cId="2452532724" sldId="546"/>
            <ac:picMk id="1026" creationId="{CFE78108-5A1E-129B-41F0-81A98764661C}"/>
          </ac:picMkLst>
        </pc:picChg>
        <pc:cxnChg chg="add mod">
          <ac:chgData name="Giusti, Gianluca (PG/R - Sch of Biosci &amp; Med)" userId="cd89f1a1-d897-4e8b-bf98-1ba19356bc61" providerId="ADAL" clId="{FD45938E-BB37-4A3C-A54D-9AB801E667ED}" dt="2022-11-22T17:06:43.421" v="2361" actId="14100"/>
          <ac:cxnSpMkLst>
            <pc:docMk/>
            <pc:sldMk cId="2452532724" sldId="546"/>
            <ac:cxnSpMk id="17" creationId="{DE7224A4-A13B-25E0-91F7-649498BCE2E3}"/>
          </ac:cxnSpMkLst>
        </pc:cxnChg>
      </pc:sldChg>
      <pc:sldChg chg="addSp delSp modSp new mod ord modClrScheme delAnim modAnim chgLayout modNotesTx">
        <pc:chgData name="Giusti, Gianluca (PG/R - Sch of Biosci &amp; Med)" userId="cd89f1a1-d897-4e8b-bf98-1ba19356bc61" providerId="ADAL" clId="{FD45938E-BB37-4A3C-A54D-9AB801E667ED}" dt="2022-11-25T12:53:40.814" v="7202" actId="1076"/>
        <pc:sldMkLst>
          <pc:docMk/>
          <pc:sldMk cId="1094659195" sldId="547"/>
        </pc:sldMkLst>
        <pc:spChg chg="add del mod">
          <ac:chgData name="Giusti, Gianluca (PG/R - Sch of Biosci &amp; Med)" userId="cd89f1a1-d897-4e8b-bf98-1ba19356bc61" providerId="ADAL" clId="{FD45938E-BB37-4A3C-A54D-9AB801E667ED}" dt="2022-11-22T17:06:24.507" v="2355" actId="478"/>
          <ac:spMkLst>
            <pc:docMk/>
            <pc:sldMk cId="1094659195" sldId="547"/>
            <ac:spMk id="4" creationId="{5E03724A-1F74-DDDE-C84B-D9B43A296456}"/>
          </ac:spMkLst>
        </pc:spChg>
        <pc:spChg chg="add mod">
          <ac:chgData name="Giusti, Gianluca (PG/R - Sch of Biosci &amp; Med)" userId="cd89f1a1-d897-4e8b-bf98-1ba19356bc61" providerId="ADAL" clId="{FD45938E-BB37-4A3C-A54D-9AB801E667ED}" dt="2022-11-25T12:53:40.814" v="7202" actId="1076"/>
          <ac:spMkLst>
            <pc:docMk/>
            <pc:sldMk cId="1094659195" sldId="547"/>
            <ac:spMk id="6" creationId="{BE312D32-3C51-D3EC-16F2-BD5E562B1B43}"/>
          </ac:spMkLst>
        </pc:spChg>
        <pc:spChg chg="add del mod">
          <ac:chgData name="Giusti, Gianluca (PG/R - Sch of Biosci &amp; Med)" userId="cd89f1a1-d897-4e8b-bf98-1ba19356bc61" providerId="ADAL" clId="{FD45938E-BB37-4A3C-A54D-9AB801E667ED}" dt="2022-11-24T16:18:57.927" v="5808" actId="21"/>
          <ac:spMkLst>
            <pc:docMk/>
            <pc:sldMk cId="1094659195" sldId="547"/>
            <ac:spMk id="11" creationId="{C0D935D7-469B-56BF-FC70-959D27ADA0AC}"/>
          </ac:spMkLst>
        </pc:spChg>
        <pc:spChg chg="add del mod ord">
          <ac:chgData name="Giusti, Gianluca (PG/R - Sch of Biosci &amp; Med)" userId="cd89f1a1-d897-4e8b-bf98-1ba19356bc61" providerId="ADAL" clId="{FD45938E-BB37-4A3C-A54D-9AB801E667ED}" dt="2022-11-24T16:18:57.927" v="5808" actId="21"/>
          <ac:spMkLst>
            <pc:docMk/>
            <pc:sldMk cId="1094659195" sldId="547"/>
            <ac:spMk id="12" creationId="{F2E1729D-1F1C-1515-2791-3DFCE69A2D52}"/>
          </ac:spMkLst>
        </pc:spChg>
        <pc:spChg chg="add del mod">
          <ac:chgData name="Giusti, Gianluca (PG/R - Sch of Biosci &amp; Med)" userId="cd89f1a1-d897-4e8b-bf98-1ba19356bc61" providerId="ADAL" clId="{FD45938E-BB37-4A3C-A54D-9AB801E667ED}" dt="2022-11-24T16:18:57.927" v="5808" actId="21"/>
          <ac:spMkLst>
            <pc:docMk/>
            <pc:sldMk cId="1094659195" sldId="547"/>
            <ac:spMk id="13" creationId="{BDFF7E41-814E-808A-6676-3B3EF599265F}"/>
          </ac:spMkLst>
        </pc:spChg>
        <pc:spChg chg="add del mod">
          <ac:chgData name="Giusti, Gianluca (PG/R - Sch of Biosci &amp; Med)" userId="cd89f1a1-d897-4e8b-bf98-1ba19356bc61" providerId="ADAL" clId="{FD45938E-BB37-4A3C-A54D-9AB801E667ED}" dt="2022-11-23T10:44:22.108" v="3139" actId="478"/>
          <ac:spMkLst>
            <pc:docMk/>
            <pc:sldMk cId="1094659195" sldId="547"/>
            <ac:spMk id="22" creationId="{8D822252-FD74-DF35-1776-AB908982D386}"/>
          </ac:spMkLst>
        </pc:spChg>
        <pc:spChg chg="add mod ord">
          <ac:chgData name="Giusti, Gianluca (PG/R - Sch of Biosci &amp; Med)" userId="cd89f1a1-d897-4e8b-bf98-1ba19356bc61" providerId="ADAL" clId="{FD45938E-BB37-4A3C-A54D-9AB801E667ED}" dt="2022-11-25T12:53:37.512" v="7201" actId="1036"/>
          <ac:spMkLst>
            <pc:docMk/>
            <pc:sldMk cId="1094659195" sldId="547"/>
            <ac:spMk id="23" creationId="{B2B972C2-1F26-4525-27FE-2695638340BF}"/>
          </ac:spMkLst>
        </pc:spChg>
        <pc:picChg chg="add del mod ord modCrop">
          <ac:chgData name="Giusti, Gianluca (PG/R - Sch of Biosci &amp; Med)" userId="cd89f1a1-d897-4e8b-bf98-1ba19356bc61" providerId="ADAL" clId="{FD45938E-BB37-4A3C-A54D-9AB801E667ED}" dt="2022-11-24T16:18:57.927" v="5808" actId="21"/>
          <ac:picMkLst>
            <pc:docMk/>
            <pc:sldMk cId="1094659195" sldId="547"/>
            <ac:picMk id="2" creationId="{59E5BBBF-5D4E-78FB-A9E0-3E2B6B8EC704}"/>
          </ac:picMkLst>
        </pc:picChg>
        <pc:picChg chg="add mod">
          <ac:chgData name="Giusti, Gianluca (PG/R - Sch of Biosci &amp; Med)" userId="cd89f1a1-d897-4e8b-bf98-1ba19356bc61" providerId="ADAL" clId="{FD45938E-BB37-4A3C-A54D-9AB801E667ED}" dt="2022-11-22T14:38:02.498" v="1585" actId="1036"/>
          <ac:picMkLst>
            <pc:docMk/>
            <pc:sldMk cId="1094659195" sldId="547"/>
            <ac:picMk id="3" creationId="{D1D04FF9-32AA-DA0B-2A62-B275376E446F}"/>
          </ac:picMkLst>
        </pc:picChg>
        <pc:picChg chg="add del mod">
          <ac:chgData name="Giusti, Gianluca (PG/R - Sch of Biosci &amp; Med)" userId="cd89f1a1-d897-4e8b-bf98-1ba19356bc61" providerId="ADAL" clId="{FD45938E-BB37-4A3C-A54D-9AB801E667ED}" dt="2022-11-24T16:18:57.927" v="5808" actId="21"/>
          <ac:picMkLst>
            <pc:docMk/>
            <pc:sldMk cId="1094659195" sldId="547"/>
            <ac:picMk id="4" creationId="{A9DF9A2E-AA80-A8D6-24F8-7EFF2FA64402}"/>
          </ac:picMkLst>
        </pc:picChg>
        <pc:picChg chg="add del mod">
          <ac:chgData name="Giusti, Gianluca (PG/R - Sch of Biosci &amp; Med)" userId="cd89f1a1-d897-4e8b-bf98-1ba19356bc61" providerId="ADAL" clId="{FD45938E-BB37-4A3C-A54D-9AB801E667ED}" dt="2022-11-24T16:18:57.927" v="5808" actId="21"/>
          <ac:picMkLst>
            <pc:docMk/>
            <pc:sldMk cId="1094659195" sldId="547"/>
            <ac:picMk id="7" creationId="{E7FDF0F0-E66D-D102-86F9-26141E421E24}"/>
          </ac:picMkLst>
        </pc:picChg>
        <pc:picChg chg="add del mod">
          <ac:chgData name="Giusti, Gianluca (PG/R - Sch of Biosci &amp; Med)" userId="cd89f1a1-d897-4e8b-bf98-1ba19356bc61" providerId="ADAL" clId="{FD45938E-BB37-4A3C-A54D-9AB801E667ED}" dt="2022-11-24T16:18:57.927" v="5808" actId="21"/>
          <ac:picMkLst>
            <pc:docMk/>
            <pc:sldMk cId="1094659195" sldId="547"/>
            <ac:picMk id="8" creationId="{6C01A6DC-656E-8417-EB3A-72D745EF6AAB}"/>
          </ac:picMkLst>
        </pc:picChg>
        <pc:picChg chg="add del mod">
          <ac:chgData name="Giusti, Gianluca (PG/R - Sch of Biosci &amp; Med)" userId="cd89f1a1-d897-4e8b-bf98-1ba19356bc61" providerId="ADAL" clId="{FD45938E-BB37-4A3C-A54D-9AB801E667ED}" dt="2022-11-24T16:18:57.927" v="5808" actId="21"/>
          <ac:picMkLst>
            <pc:docMk/>
            <pc:sldMk cId="1094659195" sldId="547"/>
            <ac:picMk id="9" creationId="{F06835C4-22FD-7D64-A2E6-C81C412F6ED0}"/>
          </ac:picMkLst>
        </pc:picChg>
        <pc:picChg chg="add del mod modCrop">
          <ac:chgData name="Giusti, Gianluca (PG/R - Sch of Biosci &amp; Med)" userId="cd89f1a1-d897-4e8b-bf98-1ba19356bc61" providerId="ADAL" clId="{FD45938E-BB37-4A3C-A54D-9AB801E667ED}" dt="2022-11-23T10:36:26.108" v="3024" actId="478"/>
          <ac:picMkLst>
            <pc:docMk/>
            <pc:sldMk cId="1094659195" sldId="547"/>
            <ac:picMk id="11" creationId="{D6226CC4-728C-CB87-74D1-0D38FD46FE32}"/>
          </ac:picMkLst>
        </pc:picChg>
        <pc:picChg chg="add del mod">
          <ac:chgData name="Giusti, Gianluca (PG/R - Sch of Biosci &amp; Med)" userId="cd89f1a1-d897-4e8b-bf98-1ba19356bc61" providerId="ADAL" clId="{FD45938E-BB37-4A3C-A54D-9AB801E667ED}" dt="2022-11-23T10:37:08.099" v="3040" actId="21"/>
          <ac:picMkLst>
            <pc:docMk/>
            <pc:sldMk cId="1094659195" sldId="547"/>
            <ac:picMk id="13" creationId="{A700B405-9115-7252-D760-92F6DF6D48DC}"/>
          </ac:picMkLst>
        </pc:picChg>
        <pc:picChg chg="add del mod">
          <ac:chgData name="Giusti, Gianluca (PG/R - Sch of Biosci &amp; Med)" userId="cd89f1a1-d897-4e8b-bf98-1ba19356bc61" providerId="ADAL" clId="{FD45938E-BB37-4A3C-A54D-9AB801E667ED}" dt="2022-11-23T10:37:08.099" v="3040" actId="21"/>
          <ac:picMkLst>
            <pc:docMk/>
            <pc:sldMk cId="1094659195" sldId="547"/>
            <ac:picMk id="14" creationId="{20DAE30E-ABD7-86DA-2272-9B79DABD2AD0}"/>
          </ac:picMkLst>
        </pc:picChg>
        <pc:picChg chg="add del mod ord">
          <ac:chgData name="Giusti, Gianluca (PG/R - Sch of Biosci &amp; Med)" userId="cd89f1a1-d897-4e8b-bf98-1ba19356bc61" providerId="ADAL" clId="{FD45938E-BB37-4A3C-A54D-9AB801E667ED}" dt="2022-11-25T12:53:37.512" v="7201" actId="1036"/>
          <ac:picMkLst>
            <pc:docMk/>
            <pc:sldMk cId="1094659195" sldId="547"/>
            <ac:picMk id="14" creationId="{3CB6E577-6DC6-697B-DB7B-D8C7C6C43467}"/>
          </ac:picMkLst>
        </pc:picChg>
        <pc:picChg chg="add del mod">
          <ac:chgData name="Giusti, Gianluca (PG/R - Sch of Biosci &amp; Med)" userId="cd89f1a1-d897-4e8b-bf98-1ba19356bc61" providerId="ADAL" clId="{FD45938E-BB37-4A3C-A54D-9AB801E667ED}" dt="2022-11-23T10:37:08.099" v="3040" actId="21"/>
          <ac:picMkLst>
            <pc:docMk/>
            <pc:sldMk cId="1094659195" sldId="547"/>
            <ac:picMk id="15" creationId="{78054429-9869-050C-37B3-FCE1E68C74A4}"/>
          </ac:picMkLst>
        </pc:picChg>
        <pc:picChg chg="add del mod">
          <ac:chgData name="Giusti, Gianluca (PG/R - Sch of Biosci &amp; Med)" userId="cd89f1a1-d897-4e8b-bf98-1ba19356bc61" providerId="ADAL" clId="{FD45938E-BB37-4A3C-A54D-9AB801E667ED}" dt="2022-11-23T10:37:08.099" v="3040" actId="21"/>
          <ac:picMkLst>
            <pc:docMk/>
            <pc:sldMk cId="1094659195" sldId="547"/>
            <ac:picMk id="16" creationId="{C350E602-7B11-6A83-E5AB-B8044D63A972}"/>
          </ac:picMkLst>
        </pc:picChg>
        <pc:picChg chg="add del mod modCrop">
          <ac:chgData name="Giusti, Gianluca (PG/R - Sch of Biosci &amp; Med)" userId="cd89f1a1-d897-4e8b-bf98-1ba19356bc61" providerId="ADAL" clId="{FD45938E-BB37-4A3C-A54D-9AB801E667ED}" dt="2022-11-23T10:41:37.483" v="3122" actId="478"/>
          <ac:picMkLst>
            <pc:docMk/>
            <pc:sldMk cId="1094659195" sldId="547"/>
            <ac:picMk id="17" creationId="{CE639F2E-1AC5-0249-6C39-0595DF387589}"/>
          </ac:picMkLst>
        </pc:picChg>
        <pc:picChg chg="add mod ord modCrop">
          <ac:chgData name="Giusti, Gianluca (PG/R - Sch of Biosci &amp; Med)" userId="cd89f1a1-d897-4e8b-bf98-1ba19356bc61" providerId="ADAL" clId="{FD45938E-BB37-4A3C-A54D-9AB801E667ED}" dt="2022-11-25T12:53:37.512" v="7201" actId="1036"/>
          <ac:picMkLst>
            <pc:docMk/>
            <pc:sldMk cId="1094659195" sldId="547"/>
            <ac:picMk id="27" creationId="{64930CEF-BFAF-8EEF-A918-FC5A2283E520}"/>
          </ac:picMkLst>
        </pc:picChg>
        <pc:cxnChg chg="add mod">
          <ac:chgData name="Giusti, Gianluca (PG/R - Sch of Biosci &amp; Med)" userId="cd89f1a1-d897-4e8b-bf98-1ba19356bc61" providerId="ADAL" clId="{FD45938E-BB37-4A3C-A54D-9AB801E667ED}" dt="2022-11-22T17:06:23.822" v="2354" actId="14100"/>
          <ac:cxnSpMkLst>
            <pc:docMk/>
            <pc:sldMk cId="1094659195" sldId="547"/>
            <ac:cxnSpMk id="5" creationId="{DA885529-E86C-A494-3DF2-D00C2AB2353B}"/>
          </ac:cxnSpMkLst>
        </pc:cxnChg>
        <pc:cxnChg chg="add del mod ord">
          <ac:chgData name="Giusti, Gianluca (PG/R - Sch of Biosci &amp; Med)" userId="cd89f1a1-d897-4e8b-bf98-1ba19356bc61" providerId="ADAL" clId="{FD45938E-BB37-4A3C-A54D-9AB801E667ED}" dt="2022-11-23T10:44:59.714" v="3168" actId="478"/>
          <ac:cxnSpMkLst>
            <pc:docMk/>
            <pc:sldMk cId="1094659195" sldId="547"/>
            <ac:cxnSpMk id="19" creationId="{A736D06B-9D1C-887F-5FCB-A6742FBD03A9}"/>
          </ac:cxnSpMkLst>
        </pc:cxnChg>
        <pc:cxnChg chg="add mod ord">
          <ac:chgData name="Giusti, Gianluca (PG/R - Sch of Biosci &amp; Med)" userId="cd89f1a1-d897-4e8b-bf98-1ba19356bc61" providerId="ADAL" clId="{FD45938E-BB37-4A3C-A54D-9AB801E667ED}" dt="2022-11-25T12:53:37.512" v="7201" actId="1036"/>
          <ac:cxnSpMkLst>
            <pc:docMk/>
            <pc:sldMk cId="1094659195" sldId="547"/>
            <ac:cxnSpMk id="21" creationId="{F0FF6031-F180-D916-12B2-98A0DA588619}"/>
          </ac:cxnSpMkLst>
        </pc:cxnChg>
        <pc:cxnChg chg="add mod">
          <ac:chgData name="Giusti, Gianluca (PG/R - Sch of Biosci &amp; Med)" userId="cd89f1a1-d897-4e8b-bf98-1ba19356bc61" providerId="ADAL" clId="{FD45938E-BB37-4A3C-A54D-9AB801E667ED}" dt="2022-11-25T12:53:37.512" v="7201" actId="1036"/>
          <ac:cxnSpMkLst>
            <pc:docMk/>
            <pc:sldMk cId="1094659195" sldId="547"/>
            <ac:cxnSpMk id="26" creationId="{4578C5AC-833F-4075-8C07-A95FF137FED6}"/>
          </ac:cxnSpMkLst>
        </pc:cxnChg>
        <pc:cxnChg chg="add mod ord">
          <ac:chgData name="Giusti, Gianluca (PG/R - Sch of Biosci &amp; Med)" userId="cd89f1a1-d897-4e8b-bf98-1ba19356bc61" providerId="ADAL" clId="{FD45938E-BB37-4A3C-A54D-9AB801E667ED}" dt="2022-11-25T12:53:37.512" v="7201" actId="1036"/>
          <ac:cxnSpMkLst>
            <pc:docMk/>
            <pc:sldMk cId="1094659195" sldId="547"/>
            <ac:cxnSpMk id="29" creationId="{9CBA22C1-6F5B-1479-FC65-C25A513F1E72}"/>
          </ac:cxnSpMkLst>
        </pc:cxnChg>
      </pc:sldChg>
      <pc:sldChg chg="addSp delSp modSp new mod ord modClrScheme modShow chgLayout">
        <pc:chgData name="Giusti, Gianluca (PG/R - Sch of Biosci &amp; Med)" userId="cd89f1a1-d897-4e8b-bf98-1ba19356bc61" providerId="ADAL" clId="{FD45938E-BB37-4A3C-A54D-9AB801E667ED}" dt="2022-11-24T12:50:36.963" v="4841" actId="1076"/>
        <pc:sldMkLst>
          <pc:docMk/>
          <pc:sldMk cId="539958809" sldId="548"/>
        </pc:sldMkLst>
        <pc:spChg chg="add mod ord">
          <ac:chgData name="Giusti, Gianluca (PG/R - Sch of Biosci &amp; Med)" userId="cd89f1a1-d897-4e8b-bf98-1ba19356bc61" providerId="ADAL" clId="{FD45938E-BB37-4A3C-A54D-9AB801E667ED}" dt="2022-11-21T13:08:12.737" v="244" actId="21"/>
          <ac:spMkLst>
            <pc:docMk/>
            <pc:sldMk cId="539958809" sldId="548"/>
            <ac:spMk id="3" creationId="{2D4B848F-7D84-B689-4547-7D65BCEB0E48}"/>
          </ac:spMkLst>
        </pc:spChg>
        <pc:spChg chg="add mod">
          <ac:chgData name="Giusti, Gianluca (PG/R - Sch of Biosci &amp; Med)" userId="cd89f1a1-d897-4e8b-bf98-1ba19356bc61" providerId="ADAL" clId="{FD45938E-BB37-4A3C-A54D-9AB801E667ED}" dt="2022-11-24T12:50:36.963" v="4841" actId="1076"/>
          <ac:spMkLst>
            <pc:docMk/>
            <pc:sldMk cId="539958809" sldId="548"/>
            <ac:spMk id="7" creationId="{C64238A4-6CAC-808C-CEF3-648D176634F8}"/>
          </ac:spMkLst>
        </pc:spChg>
        <pc:spChg chg="add del mod">
          <ac:chgData name="Giusti, Gianluca (PG/R - Sch of Biosci &amp; Med)" userId="cd89f1a1-d897-4e8b-bf98-1ba19356bc61" providerId="ADAL" clId="{FD45938E-BB37-4A3C-A54D-9AB801E667ED}" dt="2022-11-22T17:06:38.337" v="2360" actId="478"/>
          <ac:spMkLst>
            <pc:docMk/>
            <pc:sldMk cId="539958809" sldId="548"/>
            <ac:spMk id="8" creationId="{05AA4EFF-42FC-DB65-D644-4A5D909A9B36}"/>
          </ac:spMkLst>
        </pc:spChg>
        <pc:spChg chg="add del mod">
          <ac:chgData name="Giusti, Gianluca (PG/R - Sch of Biosci &amp; Med)" userId="cd89f1a1-d897-4e8b-bf98-1ba19356bc61" providerId="ADAL" clId="{FD45938E-BB37-4A3C-A54D-9AB801E667ED}" dt="2022-11-21T13:07:59.243" v="239" actId="26606"/>
          <ac:spMkLst>
            <pc:docMk/>
            <pc:sldMk cId="539958809" sldId="548"/>
            <ac:spMk id="10" creationId="{A43E9FB1-CC3D-E252-7D6B-664E618AA6EB}"/>
          </ac:spMkLst>
        </pc:spChg>
        <pc:picChg chg="add mod">
          <ac:chgData name="Giusti, Gianluca (PG/R - Sch of Biosci &amp; Med)" userId="cd89f1a1-d897-4e8b-bf98-1ba19356bc61" providerId="ADAL" clId="{FD45938E-BB37-4A3C-A54D-9AB801E667ED}" dt="2022-11-24T12:50:34.111" v="4840" actId="1076"/>
          <ac:picMkLst>
            <pc:docMk/>
            <pc:sldMk cId="539958809" sldId="548"/>
            <ac:picMk id="5" creationId="{D2DEC126-EC97-7CAA-618D-7CBA152F74EA}"/>
          </ac:picMkLst>
        </pc:picChg>
        <pc:picChg chg="add mod">
          <ac:chgData name="Giusti, Gianluca (PG/R - Sch of Biosci &amp; Med)" userId="cd89f1a1-d897-4e8b-bf98-1ba19356bc61" providerId="ADAL" clId="{FD45938E-BB37-4A3C-A54D-9AB801E667ED}" dt="2022-11-21T13:08:43.611" v="250"/>
          <ac:picMkLst>
            <pc:docMk/>
            <pc:sldMk cId="539958809" sldId="548"/>
            <ac:picMk id="6" creationId="{DD7DB247-E5C9-EA9D-701B-BBB370CEF744}"/>
          </ac:picMkLst>
        </pc:picChg>
        <pc:cxnChg chg="add mod">
          <ac:chgData name="Giusti, Gianluca (PG/R - Sch of Biosci &amp; Med)" userId="cd89f1a1-d897-4e8b-bf98-1ba19356bc61" providerId="ADAL" clId="{FD45938E-BB37-4A3C-A54D-9AB801E667ED}" dt="2022-11-22T17:06:37.666" v="2359" actId="14100"/>
          <ac:cxnSpMkLst>
            <pc:docMk/>
            <pc:sldMk cId="539958809" sldId="548"/>
            <ac:cxnSpMk id="9" creationId="{80C089D9-AE67-41F9-619E-73EBBE3286FC}"/>
          </ac:cxnSpMkLst>
        </pc:cxnChg>
      </pc:sldChg>
      <pc:sldChg chg="addSp delSp modSp new mod modAnim modNotesTx">
        <pc:chgData name="Giusti, Gianluca (PG/R - Sch of Biosci &amp; Med)" userId="cd89f1a1-d897-4e8b-bf98-1ba19356bc61" providerId="ADAL" clId="{FD45938E-BB37-4A3C-A54D-9AB801E667ED}" dt="2022-11-25T12:55:20.991" v="7227" actId="403"/>
        <pc:sldMkLst>
          <pc:docMk/>
          <pc:sldMk cId="809996417" sldId="549"/>
        </pc:sldMkLst>
        <pc:spChg chg="add mod ord">
          <ac:chgData name="Giusti, Gianluca (PG/R - Sch of Biosci &amp; Med)" userId="cd89f1a1-d897-4e8b-bf98-1ba19356bc61" providerId="ADAL" clId="{FD45938E-BB37-4A3C-A54D-9AB801E667ED}" dt="2022-11-23T11:31:53.098" v="3946" actId="14100"/>
          <ac:spMkLst>
            <pc:docMk/>
            <pc:sldMk cId="809996417" sldId="549"/>
            <ac:spMk id="3" creationId="{CDF8D4E1-A69F-9BEE-E681-CA46128C6204}"/>
          </ac:spMkLst>
        </pc:spChg>
        <pc:spChg chg="add mod ord">
          <ac:chgData name="Giusti, Gianluca (PG/R - Sch of Biosci &amp; Med)" userId="cd89f1a1-d897-4e8b-bf98-1ba19356bc61" providerId="ADAL" clId="{FD45938E-BB37-4A3C-A54D-9AB801E667ED}" dt="2022-11-23T12:12:20.628" v="4223" actId="20577"/>
          <ac:spMkLst>
            <pc:docMk/>
            <pc:sldMk cId="809996417" sldId="549"/>
            <ac:spMk id="5" creationId="{409A4552-4A0C-F4D0-25DD-30D94927071D}"/>
          </ac:spMkLst>
        </pc:spChg>
        <pc:spChg chg="add del mod">
          <ac:chgData name="Giusti, Gianluca (PG/R - Sch of Biosci &amp; Med)" userId="cd89f1a1-d897-4e8b-bf98-1ba19356bc61" providerId="ADAL" clId="{FD45938E-BB37-4A3C-A54D-9AB801E667ED}" dt="2022-11-22T12:06:10.279" v="1223" actId="478"/>
          <ac:spMkLst>
            <pc:docMk/>
            <pc:sldMk cId="809996417" sldId="549"/>
            <ac:spMk id="6" creationId="{CE41B7EB-F49C-17F8-9F9F-3F9D2BC58DD0}"/>
          </ac:spMkLst>
        </pc:spChg>
        <pc:spChg chg="add del mod">
          <ac:chgData name="Giusti, Gianluca (PG/R - Sch of Biosci &amp; Med)" userId="cd89f1a1-d897-4e8b-bf98-1ba19356bc61" providerId="ADAL" clId="{FD45938E-BB37-4A3C-A54D-9AB801E667ED}" dt="2022-11-22T17:07:41.323" v="2406" actId="478"/>
          <ac:spMkLst>
            <pc:docMk/>
            <pc:sldMk cId="809996417" sldId="549"/>
            <ac:spMk id="9" creationId="{A9019F8F-443D-BE3E-B209-D2498CB7EF75}"/>
          </ac:spMkLst>
        </pc:spChg>
        <pc:spChg chg="add del">
          <ac:chgData name="Giusti, Gianluca (PG/R - Sch of Biosci &amp; Med)" userId="cd89f1a1-d897-4e8b-bf98-1ba19356bc61" providerId="ADAL" clId="{FD45938E-BB37-4A3C-A54D-9AB801E667ED}" dt="2022-11-24T15:31:32.175" v="5017" actId="478"/>
          <ac:spMkLst>
            <pc:docMk/>
            <pc:sldMk cId="809996417" sldId="549"/>
            <ac:spMk id="9" creationId="{BAA64628-9048-BF84-DE2B-0C5E36C8CEF3}"/>
          </ac:spMkLst>
        </pc:spChg>
        <pc:spChg chg="add del mod">
          <ac:chgData name="Giusti, Gianluca (PG/R - Sch of Biosci &amp; Med)" userId="cd89f1a1-d897-4e8b-bf98-1ba19356bc61" providerId="ADAL" clId="{FD45938E-BB37-4A3C-A54D-9AB801E667ED}" dt="2022-11-24T15:34:11.377" v="5039" actId="21"/>
          <ac:spMkLst>
            <pc:docMk/>
            <pc:sldMk cId="809996417" sldId="549"/>
            <ac:spMk id="14" creationId="{74A6F066-9EEC-C682-56D0-F9105DA57813}"/>
          </ac:spMkLst>
        </pc:spChg>
        <pc:spChg chg="add mod">
          <ac:chgData name="Giusti, Gianluca (PG/R - Sch of Biosci &amp; Med)" userId="cd89f1a1-d897-4e8b-bf98-1ba19356bc61" providerId="ADAL" clId="{FD45938E-BB37-4A3C-A54D-9AB801E667ED}" dt="2022-11-25T12:55:20.991" v="7227" actId="403"/>
          <ac:spMkLst>
            <pc:docMk/>
            <pc:sldMk cId="809996417" sldId="549"/>
            <ac:spMk id="21" creationId="{49B922AB-1E0C-C966-3192-777A894C6DD2}"/>
          </ac:spMkLst>
        </pc:spChg>
        <pc:spChg chg="add del mod">
          <ac:chgData name="Giusti, Gianluca (PG/R - Sch of Biosci &amp; Med)" userId="cd89f1a1-d897-4e8b-bf98-1ba19356bc61" providerId="ADAL" clId="{FD45938E-BB37-4A3C-A54D-9AB801E667ED}" dt="2022-11-24T15:34:11.377" v="5039" actId="21"/>
          <ac:spMkLst>
            <pc:docMk/>
            <pc:sldMk cId="809996417" sldId="549"/>
            <ac:spMk id="22" creationId="{C9AB1665-296D-8817-4ECF-72195217C6C0}"/>
          </ac:spMkLst>
        </pc:spChg>
        <pc:spChg chg="add del mod">
          <ac:chgData name="Giusti, Gianluca (PG/R - Sch of Biosci &amp; Med)" userId="cd89f1a1-d897-4e8b-bf98-1ba19356bc61" providerId="ADAL" clId="{FD45938E-BB37-4A3C-A54D-9AB801E667ED}" dt="2022-11-23T11:51:26.187" v="3965" actId="478"/>
          <ac:spMkLst>
            <pc:docMk/>
            <pc:sldMk cId="809996417" sldId="549"/>
            <ac:spMk id="24" creationId="{466EA5A7-2F10-38D8-55EA-0510AEB21CF4}"/>
          </ac:spMkLst>
        </pc:spChg>
        <pc:spChg chg="add del mod">
          <ac:chgData name="Giusti, Gianluca (PG/R - Sch of Biosci &amp; Med)" userId="cd89f1a1-d897-4e8b-bf98-1ba19356bc61" providerId="ADAL" clId="{FD45938E-BB37-4A3C-A54D-9AB801E667ED}" dt="2022-11-24T15:35:23.840" v="5057" actId="21"/>
          <ac:spMkLst>
            <pc:docMk/>
            <pc:sldMk cId="809996417" sldId="549"/>
            <ac:spMk id="24" creationId="{DF07E1B4-1A6E-D8C8-70D5-07D3C3FFC6DA}"/>
          </ac:spMkLst>
        </pc:spChg>
        <pc:spChg chg="add del mod">
          <ac:chgData name="Giusti, Gianluca (PG/R - Sch of Biosci &amp; Med)" userId="cd89f1a1-d897-4e8b-bf98-1ba19356bc61" providerId="ADAL" clId="{FD45938E-BB37-4A3C-A54D-9AB801E667ED}" dt="2022-11-24T15:35:23.840" v="5057" actId="21"/>
          <ac:spMkLst>
            <pc:docMk/>
            <pc:sldMk cId="809996417" sldId="549"/>
            <ac:spMk id="25" creationId="{A3694FF7-9844-1F73-F61B-FAC59872871D}"/>
          </ac:spMkLst>
        </pc:spChg>
        <pc:spChg chg="add del mod">
          <ac:chgData name="Giusti, Gianluca (PG/R - Sch of Biosci &amp; Med)" userId="cd89f1a1-d897-4e8b-bf98-1ba19356bc61" providerId="ADAL" clId="{FD45938E-BB37-4A3C-A54D-9AB801E667ED}" dt="2022-11-23T11:29:49.507" v="3926" actId="21"/>
          <ac:spMkLst>
            <pc:docMk/>
            <pc:sldMk cId="809996417" sldId="549"/>
            <ac:spMk id="34" creationId="{45CE30E0-40D4-BBB6-3273-260774363588}"/>
          </ac:spMkLst>
        </pc:spChg>
        <pc:spChg chg="add del mod ord">
          <ac:chgData name="Giusti, Gianluca (PG/R - Sch of Biosci &amp; Med)" userId="cd89f1a1-d897-4e8b-bf98-1ba19356bc61" providerId="ADAL" clId="{FD45938E-BB37-4A3C-A54D-9AB801E667ED}" dt="2022-11-23T11:56:31.538" v="4039" actId="21"/>
          <ac:spMkLst>
            <pc:docMk/>
            <pc:sldMk cId="809996417" sldId="549"/>
            <ac:spMk id="54" creationId="{ED91B9C3-1BD1-8FA8-DF5F-00E994810242}"/>
          </ac:spMkLst>
        </pc:spChg>
        <pc:spChg chg="add del mod ord">
          <ac:chgData name="Giusti, Gianluca (PG/R - Sch of Biosci &amp; Med)" userId="cd89f1a1-d897-4e8b-bf98-1ba19356bc61" providerId="ADAL" clId="{FD45938E-BB37-4A3C-A54D-9AB801E667ED}" dt="2022-11-23T12:10:39.323" v="4209" actId="21"/>
          <ac:spMkLst>
            <pc:docMk/>
            <pc:sldMk cId="809996417" sldId="549"/>
            <ac:spMk id="66" creationId="{EE4DE798-7370-EFED-4824-D5842B5DC372}"/>
          </ac:spMkLst>
        </pc:spChg>
        <pc:picChg chg="add mod">
          <ac:chgData name="Giusti, Gianluca (PG/R - Sch of Biosci &amp; Med)" userId="cd89f1a1-d897-4e8b-bf98-1ba19356bc61" providerId="ADAL" clId="{FD45938E-BB37-4A3C-A54D-9AB801E667ED}" dt="2022-11-23T11:31:20.490" v="3936" actId="1076"/>
          <ac:picMkLst>
            <pc:docMk/>
            <pc:sldMk cId="809996417" sldId="549"/>
            <ac:picMk id="2" creationId="{02BDAE83-FD39-DCFC-1971-08C77DA0654D}"/>
          </ac:picMkLst>
        </pc:picChg>
        <pc:picChg chg="add del mod">
          <ac:chgData name="Giusti, Gianluca (PG/R - Sch of Biosci &amp; Med)" userId="cd89f1a1-d897-4e8b-bf98-1ba19356bc61" providerId="ADAL" clId="{FD45938E-BB37-4A3C-A54D-9AB801E667ED}" dt="2022-11-23T11:26:52.338" v="3848" actId="478"/>
          <ac:picMkLst>
            <pc:docMk/>
            <pc:sldMk cId="809996417" sldId="549"/>
            <ac:picMk id="4" creationId="{17E22C64-5E73-3BC6-BDA5-28D809956B69}"/>
          </ac:picMkLst>
        </pc:picChg>
        <pc:picChg chg="add del mod ord modCrop">
          <ac:chgData name="Giusti, Gianluca (PG/R - Sch of Biosci &amp; Med)" userId="cd89f1a1-d897-4e8b-bf98-1ba19356bc61" providerId="ADAL" clId="{FD45938E-BB37-4A3C-A54D-9AB801E667ED}" dt="2022-11-24T15:34:11.377" v="5039" actId="21"/>
          <ac:picMkLst>
            <pc:docMk/>
            <pc:sldMk cId="809996417" sldId="549"/>
            <ac:picMk id="6" creationId="{332B61B6-A9E1-EAF5-AD45-3C0917141211}"/>
          </ac:picMkLst>
        </pc:picChg>
        <pc:picChg chg="add mod modCrop">
          <ac:chgData name="Giusti, Gianluca (PG/R - Sch of Biosci &amp; Med)" userId="cd89f1a1-d897-4e8b-bf98-1ba19356bc61" providerId="ADAL" clId="{FD45938E-BB37-4A3C-A54D-9AB801E667ED}" dt="2022-11-24T15:32:22.926" v="5025" actId="1076"/>
          <ac:picMkLst>
            <pc:docMk/>
            <pc:sldMk cId="809996417" sldId="549"/>
            <ac:picMk id="7" creationId="{AA017EEA-1207-77B1-6FB7-0D5A8C705F29}"/>
          </ac:picMkLst>
        </pc:picChg>
        <pc:picChg chg="add mod">
          <ac:chgData name="Giusti, Gianluca (PG/R - Sch of Biosci &amp; Med)" userId="cd89f1a1-d897-4e8b-bf98-1ba19356bc61" providerId="ADAL" clId="{FD45938E-BB37-4A3C-A54D-9AB801E667ED}" dt="2022-11-21T13:22:07.513" v="743" actId="1037"/>
          <ac:picMkLst>
            <pc:docMk/>
            <pc:sldMk cId="809996417" sldId="549"/>
            <ac:picMk id="8" creationId="{40CE720D-CC42-FE2B-7725-E7173554FE99}"/>
          </ac:picMkLst>
        </pc:picChg>
        <pc:picChg chg="add del mod">
          <ac:chgData name="Giusti, Gianluca (PG/R - Sch of Biosci &amp; Med)" userId="cd89f1a1-d897-4e8b-bf98-1ba19356bc61" providerId="ADAL" clId="{FD45938E-BB37-4A3C-A54D-9AB801E667ED}" dt="2022-11-22T16:06:17.008" v="1940" actId="478"/>
          <ac:picMkLst>
            <pc:docMk/>
            <pc:sldMk cId="809996417" sldId="549"/>
            <ac:picMk id="11" creationId="{5CBA5CA0-8104-81B8-41D6-4E7B2EC3EFDA}"/>
          </ac:picMkLst>
        </pc:picChg>
        <pc:picChg chg="add mod modCrop">
          <ac:chgData name="Giusti, Gianluca (PG/R - Sch of Biosci &amp; Med)" userId="cd89f1a1-d897-4e8b-bf98-1ba19356bc61" providerId="ADAL" clId="{FD45938E-BB37-4A3C-A54D-9AB801E667ED}" dt="2022-11-24T15:33:49.919" v="5038" actId="1076"/>
          <ac:picMkLst>
            <pc:docMk/>
            <pc:sldMk cId="809996417" sldId="549"/>
            <ac:picMk id="12" creationId="{371F5173-333E-D8F7-3EB2-0C6131776E89}"/>
          </ac:picMkLst>
        </pc:picChg>
        <pc:picChg chg="add mod">
          <ac:chgData name="Giusti, Gianluca (PG/R - Sch of Biosci &amp; Med)" userId="cd89f1a1-d897-4e8b-bf98-1ba19356bc61" providerId="ADAL" clId="{FD45938E-BB37-4A3C-A54D-9AB801E667ED}" dt="2022-11-21T13:24:26.282" v="764" actId="571"/>
          <ac:picMkLst>
            <pc:docMk/>
            <pc:sldMk cId="809996417" sldId="549"/>
            <ac:picMk id="12" creationId="{66188B0F-1420-9E14-688E-C19047807ED0}"/>
          </ac:picMkLst>
        </pc:picChg>
        <pc:picChg chg="add del mod">
          <ac:chgData name="Giusti, Gianluca (PG/R - Sch of Biosci &amp; Med)" userId="cd89f1a1-d897-4e8b-bf98-1ba19356bc61" providerId="ADAL" clId="{FD45938E-BB37-4A3C-A54D-9AB801E667ED}" dt="2022-11-24T15:35:23.840" v="5057" actId="21"/>
          <ac:picMkLst>
            <pc:docMk/>
            <pc:sldMk cId="809996417" sldId="549"/>
            <ac:picMk id="23" creationId="{065495A2-5975-E4BD-D9ED-F6A6EB4EE9C9}"/>
          </ac:picMkLst>
        </pc:picChg>
        <pc:picChg chg="add del mod modCrop">
          <ac:chgData name="Giusti, Gianluca (PG/R - Sch of Biosci &amp; Med)" userId="cd89f1a1-d897-4e8b-bf98-1ba19356bc61" providerId="ADAL" clId="{FD45938E-BB37-4A3C-A54D-9AB801E667ED}" dt="2022-11-23T11:29:49.507" v="3926" actId="21"/>
          <ac:picMkLst>
            <pc:docMk/>
            <pc:sldMk cId="809996417" sldId="549"/>
            <ac:picMk id="23" creationId="{5DC12B12-ACC7-9ADC-2F30-00CA8946F8A0}"/>
          </ac:picMkLst>
        </pc:picChg>
        <pc:picChg chg="add del mod">
          <ac:chgData name="Giusti, Gianluca (PG/R - Sch of Biosci &amp; Med)" userId="cd89f1a1-d897-4e8b-bf98-1ba19356bc61" providerId="ADAL" clId="{FD45938E-BB37-4A3C-A54D-9AB801E667ED}" dt="2022-11-21T13:26:21.880" v="930" actId="478"/>
          <ac:picMkLst>
            <pc:docMk/>
            <pc:sldMk cId="809996417" sldId="549"/>
            <ac:picMk id="23" creationId="{DD330D90-094D-62D6-5FBC-D7EAD1223F31}"/>
          </ac:picMkLst>
        </pc:picChg>
        <pc:picChg chg="add del mod ord">
          <ac:chgData name="Giusti, Gianluca (PG/R - Sch of Biosci &amp; Med)" userId="cd89f1a1-d897-4e8b-bf98-1ba19356bc61" providerId="ADAL" clId="{FD45938E-BB37-4A3C-A54D-9AB801E667ED}" dt="2022-11-24T15:34:53.032" v="5049"/>
          <ac:picMkLst>
            <pc:docMk/>
            <pc:sldMk cId="809996417" sldId="549"/>
            <ac:picMk id="26" creationId="{41400D78-7022-B2A0-55B0-74BEC00A448A}"/>
          </ac:picMkLst>
        </pc:picChg>
        <pc:picChg chg="add mod ord">
          <ac:chgData name="Giusti, Gianluca (PG/R - Sch of Biosci &amp; Med)" userId="cd89f1a1-d897-4e8b-bf98-1ba19356bc61" providerId="ADAL" clId="{FD45938E-BB37-4A3C-A54D-9AB801E667ED}" dt="2022-11-24T15:35:31.338" v="5080" actId="1035"/>
          <ac:picMkLst>
            <pc:docMk/>
            <pc:sldMk cId="809996417" sldId="549"/>
            <ac:picMk id="27" creationId="{DB6B2328-779A-B560-0878-BA162B200960}"/>
          </ac:picMkLst>
        </pc:picChg>
        <pc:picChg chg="add del mod">
          <ac:chgData name="Giusti, Gianluca (PG/R - Sch of Biosci &amp; Med)" userId="cd89f1a1-d897-4e8b-bf98-1ba19356bc61" providerId="ADAL" clId="{FD45938E-BB37-4A3C-A54D-9AB801E667ED}" dt="2022-11-23T12:10:44.306" v="4211" actId="478"/>
          <ac:picMkLst>
            <pc:docMk/>
            <pc:sldMk cId="809996417" sldId="549"/>
            <ac:picMk id="35" creationId="{77B0CEF3-118E-38A1-5D7D-690DFB1420E8}"/>
          </ac:picMkLst>
        </pc:picChg>
        <pc:picChg chg="add del mod modCrop">
          <ac:chgData name="Giusti, Gianluca (PG/R - Sch of Biosci &amp; Med)" userId="cd89f1a1-d897-4e8b-bf98-1ba19356bc61" providerId="ADAL" clId="{FD45938E-BB37-4A3C-A54D-9AB801E667ED}" dt="2022-11-23T11:34:41.426" v="3960" actId="478"/>
          <ac:picMkLst>
            <pc:docMk/>
            <pc:sldMk cId="809996417" sldId="549"/>
            <ac:picMk id="50" creationId="{9E956C0D-FDC4-9575-BB13-42A3ED88B249}"/>
          </ac:picMkLst>
        </pc:picChg>
        <pc:picChg chg="add del mod ord modCrop">
          <ac:chgData name="Giusti, Gianluca (PG/R - Sch of Biosci &amp; Med)" userId="cd89f1a1-d897-4e8b-bf98-1ba19356bc61" providerId="ADAL" clId="{FD45938E-BB37-4A3C-A54D-9AB801E667ED}" dt="2022-11-23T11:53:15.338" v="3995" actId="21"/>
          <ac:picMkLst>
            <pc:docMk/>
            <pc:sldMk cId="809996417" sldId="549"/>
            <ac:picMk id="51" creationId="{4B028275-F23F-C369-DE93-53774B38506A}"/>
          </ac:picMkLst>
        </pc:picChg>
        <pc:picChg chg="add del mod">
          <ac:chgData name="Giusti, Gianluca (PG/R - Sch of Biosci &amp; Med)" userId="cd89f1a1-d897-4e8b-bf98-1ba19356bc61" providerId="ADAL" clId="{FD45938E-BB37-4A3C-A54D-9AB801E667ED}" dt="2022-11-23T11:53:15.338" v="3995" actId="21"/>
          <ac:picMkLst>
            <pc:docMk/>
            <pc:sldMk cId="809996417" sldId="549"/>
            <ac:picMk id="52" creationId="{988A4656-2DFF-4522-B871-AB9F8A04F796}"/>
          </ac:picMkLst>
        </pc:picChg>
        <pc:picChg chg="add del mod">
          <ac:chgData name="Giusti, Gianluca (PG/R - Sch of Biosci &amp; Med)" userId="cd89f1a1-d897-4e8b-bf98-1ba19356bc61" providerId="ADAL" clId="{FD45938E-BB37-4A3C-A54D-9AB801E667ED}" dt="2022-11-23T11:53:15.338" v="3995" actId="21"/>
          <ac:picMkLst>
            <pc:docMk/>
            <pc:sldMk cId="809996417" sldId="549"/>
            <ac:picMk id="53" creationId="{03895FF3-00A9-AF38-68FE-7E5271E17D46}"/>
          </ac:picMkLst>
        </pc:picChg>
        <pc:picChg chg="add del mod modCrop">
          <ac:chgData name="Giusti, Gianluca (PG/R - Sch of Biosci &amp; Med)" userId="cd89f1a1-d897-4e8b-bf98-1ba19356bc61" providerId="ADAL" clId="{FD45938E-BB37-4A3C-A54D-9AB801E667ED}" dt="2022-11-23T11:54:00.330" v="4008" actId="21"/>
          <ac:picMkLst>
            <pc:docMk/>
            <pc:sldMk cId="809996417" sldId="549"/>
            <ac:picMk id="55" creationId="{83D58F2B-8629-4D3F-8C80-BB5C01E53F1C}"/>
          </ac:picMkLst>
        </pc:picChg>
        <pc:picChg chg="add del mod">
          <ac:chgData name="Giusti, Gianluca (PG/R - Sch of Biosci &amp; Med)" userId="cd89f1a1-d897-4e8b-bf98-1ba19356bc61" providerId="ADAL" clId="{FD45938E-BB37-4A3C-A54D-9AB801E667ED}" dt="2022-11-23T11:54:00.330" v="4008" actId="21"/>
          <ac:picMkLst>
            <pc:docMk/>
            <pc:sldMk cId="809996417" sldId="549"/>
            <ac:picMk id="56" creationId="{DB9913AC-561E-5975-506D-BFE244A218A2}"/>
          </ac:picMkLst>
        </pc:picChg>
        <pc:picChg chg="add del mod modCrop">
          <ac:chgData name="Giusti, Gianluca (PG/R - Sch of Biosci &amp; Med)" userId="cd89f1a1-d897-4e8b-bf98-1ba19356bc61" providerId="ADAL" clId="{FD45938E-BB37-4A3C-A54D-9AB801E667ED}" dt="2022-11-23T11:56:31.538" v="4039" actId="21"/>
          <ac:picMkLst>
            <pc:docMk/>
            <pc:sldMk cId="809996417" sldId="549"/>
            <ac:picMk id="57" creationId="{C7A25C41-093F-BEF8-CFC3-AA52E31510EB}"/>
          </ac:picMkLst>
        </pc:picChg>
        <pc:picChg chg="add del mod">
          <ac:chgData name="Giusti, Gianluca (PG/R - Sch of Biosci &amp; Med)" userId="cd89f1a1-d897-4e8b-bf98-1ba19356bc61" providerId="ADAL" clId="{FD45938E-BB37-4A3C-A54D-9AB801E667ED}" dt="2022-11-23T11:56:31.538" v="4039" actId="21"/>
          <ac:picMkLst>
            <pc:docMk/>
            <pc:sldMk cId="809996417" sldId="549"/>
            <ac:picMk id="58" creationId="{99D125E3-14B8-0013-29BB-B635004CBAF7}"/>
          </ac:picMkLst>
        </pc:picChg>
        <pc:picChg chg="add mod">
          <ac:chgData name="Giusti, Gianluca (PG/R - Sch of Biosci &amp; Med)" userId="cd89f1a1-d897-4e8b-bf98-1ba19356bc61" providerId="ADAL" clId="{FD45938E-BB37-4A3C-A54D-9AB801E667ED}" dt="2022-11-24T15:31:03.382" v="5015" actId="1076"/>
          <ac:picMkLst>
            <pc:docMk/>
            <pc:sldMk cId="809996417" sldId="549"/>
            <ac:picMk id="59" creationId="{E70BB620-60A6-DC31-A4CE-6BBDE8774E84}"/>
          </ac:picMkLst>
        </pc:picChg>
        <pc:picChg chg="add del mod">
          <ac:chgData name="Giusti, Gianluca (PG/R - Sch of Biosci &amp; Med)" userId="cd89f1a1-d897-4e8b-bf98-1ba19356bc61" providerId="ADAL" clId="{FD45938E-BB37-4A3C-A54D-9AB801E667ED}" dt="2022-11-23T12:04:52.946" v="4077" actId="21"/>
          <ac:picMkLst>
            <pc:docMk/>
            <pc:sldMk cId="809996417" sldId="549"/>
            <ac:picMk id="60" creationId="{0C09203A-5B4B-E76A-10CA-A75141A91754}"/>
          </ac:picMkLst>
        </pc:picChg>
        <pc:picChg chg="add del mod modCrop">
          <ac:chgData name="Giusti, Gianluca (PG/R - Sch of Biosci &amp; Med)" userId="cd89f1a1-d897-4e8b-bf98-1ba19356bc61" providerId="ADAL" clId="{FD45938E-BB37-4A3C-A54D-9AB801E667ED}" dt="2022-11-23T12:01:18.705" v="4058" actId="478"/>
          <ac:picMkLst>
            <pc:docMk/>
            <pc:sldMk cId="809996417" sldId="549"/>
            <ac:picMk id="61" creationId="{1F0ED3FB-F0E1-5148-F516-D702893BAB27}"/>
          </ac:picMkLst>
        </pc:picChg>
        <pc:picChg chg="add del mod modCrop">
          <ac:chgData name="Giusti, Gianluca (PG/R - Sch of Biosci &amp; Med)" userId="cd89f1a1-d897-4e8b-bf98-1ba19356bc61" providerId="ADAL" clId="{FD45938E-BB37-4A3C-A54D-9AB801E667ED}" dt="2022-11-23T12:04:52.946" v="4077" actId="21"/>
          <ac:picMkLst>
            <pc:docMk/>
            <pc:sldMk cId="809996417" sldId="549"/>
            <ac:picMk id="62" creationId="{6CC5ABF6-6131-9EC8-C9E8-D02F39DCF338}"/>
          </ac:picMkLst>
        </pc:picChg>
        <pc:picChg chg="add del mod">
          <ac:chgData name="Giusti, Gianluca (PG/R - Sch of Biosci &amp; Med)" userId="cd89f1a1-d897-4e8b-bf98-1ba19356bc61" providerId="ADAL" clId="{FD45938E-BB37-4A3C-A54D-9AB801E667ED}" dt="2022-11-23T12:04:58.666" v="4079" actId="478"/>
          <ac:picMkLst>
            <pc:docMk/>
            <pc:sldMk cId="809996417" sldId="549"/>
            <ac:picMk id="63" creationId="{691C33EE-C51F-7396-B87C-F84D1B8E3C37}"/>
          </ac:picMkLst>
        </pc:picChg>
        <pc:picChg chg="add del mod">
          <ac:chgData name="Giusti, Gianluca (PG/R - Sch of Biosci &amp; Med)" userId="cd89f1a1-d897-4e8b-bf98-1ba19356bc61" providerId="ADAL" clId="{FD45938E-BB37-4A3C-A54D-9AB801E667ED}" dt="2022-11-23T12:04:58.666" v="4079" actId="478"/>
          <ac:picMkLst>
            <pc:docMk/>
            <pc:sldMk cId="809996417" sldId="549"/>
            <ac:picMk id="64" creationId="{F5E5D995-D0FE-B697-4585-B455D4F5EF9B}"/>
          </ac:picMkLst>
        </pc:picChg>
        <pc:picChg chg="add del mod modCrop">
          <ac:chgData name="Giusti, Gianluca (PG/R - Sch of Biosci &amp; Med)" userId="cd89f1a1-d897-4e8b-bf98-1ba19356bc61" providerId="ADAL" clId="{FD45938E-BB37-4A3C-A54D-9AB801E667ED}" dt="2022-11-23T12:10:39.323" v="4209" actId="21"/>
          <ac:picMkLst>
            <pc:docMk/>
            <pc:sldMk cId="809996417" sldId="549"/>
            <ac:picMk id="65" creationId="{C9E1B44E-166F-45F6-E926-29E6DCD7B1AD}"/>
          </ac:picMkLst>
        </pc:picChg>
        <pc:picChg chg="add del mod">
          <ac:chgData name="Giusti, Gianluca (PG/R - Sch of Biosci &amp; Med)" userId="cd89f1a1-d897-4e8b-bf98-1ba19356bc61" providerId="ADAL" clId="{FD45938E-BB37-4A3C-A54D-9AB801E667ED}" dt="2022-11-23T12:10:39.323" v="4209" actId="21"/>
          <ac:picMkLst>
            <pc:docMk/>
            <pc:sldMk cId="809996417" sldId="549"/>
            <ac:picMk id="67" creationId="{B300B025-7EC2-A883-6403-69D817E0E0D9}"/>
          </ac:picMkLst>
        </pc:picChg>
        <pc:picChg chg="add del mod">
          <ac:chgData name="Giusti, Gianluca (PG/R - Sch of Biosci &amp; Med)" userId="cd89f1a1-d897-4e8b-bf98-1ba19356bc61" providerId="ADAL" clId="{FD45938E-BB37-4A3C-A54D-9AB801E667ED}" dt="2022-11-23T12:10:39.323" v="4209" actId="21"/>
          <ac:picMkLst>
            <pc:docMk/>
            <pc:sldMk cId="809996417" sldId="549"/>
            <ac:picMk id="68" creationId="{EF8BD179-AD47-BF8B-6E75-D6C5A2827989}"/>
          </ac:picMkLst>
        </pc:picChg>
        <pc:picChg chg="add mod ord">
          <ac:chgData name="Giusti, Gianluca (PG/R - Sch of Biosci &amp; Med)" userId="cd89f1a1-d897-4e8b-bf98-1ba19356bc61" providerId="ADAL" clId="{FD45938E-BB37-4A3C-A54D-9AB801E667ED}" dt="2022-11-23T12:11:33.080" v="4218"/>
          <ac:picMkLst>
            <pc:docMk/>
            <pc:sldMk cId="809996417" sldId="549"/>
            <ac:picMk id="69" creationId="{63E6AED7-74FD-BFD1-E330-1056A77C5EB9}"/>
          </ac:picMkLst>
        </pc:picChg>
        <pc:cxnChg chg="add mod">
          <ac:chgData name="Giusti, Gianluca (PG/R - Sch of Biosci &amp; Med)" userId="cd89f1a1-d897-4e8b-bf98-1ba19356bc61" providerId="ADAL" clId="{FD45938E-BB37-4A3C-A54D-9AB801E667ED}" dt="2022-11-22T17:07:40.157" v="2405" actId="14100"/>
          <ac:cxnSpMkLst>
            <pc:docMk/>
            <pc:sldMk cId="809996417" sldId="549"/>
            <ac:cxnSpMk id="10" creationId="{DF6EFF09-6880-D79A-7953-D27E326AE2D9}"/>
          </ac:cxnSpMkLst>
        </pc:cxnChg>
        <pc:cxnChg chg="add mod">
          <ac:chgData name="Giusti, Gianluca (PG/R - Sch of Biosci &amp; Med)" userId="cd89f1a1-d897-4e8b-bf98-1ba19356bc61" providerId="ADAL" clId="{FD45938E-BB37-4A3C-A54D-9AB801E667ED}" dt="2022-11-24T16:26:20.006" v="6153" actId="1038"/>
          <ac:cxnSpMkLst>
            <pc:docMk/>
            <pc:sldMk cId="809996417" sldId="549"/>
            <ac:cxnSpMk id="11" creationId="{DEB8852C-D0C9-B0D2-2EE1-8A518D8A9D31}"/>
          </ac:cxnSpMkLst>
        </pc:cxnChg>
        <pc:cxnChg chg="add mod">
          <ac:chgData name="Giusti, Gianluca (PG/R - Sch of Biosci &amp; Med)" userId="cd89f1a1-d897-4e8b-bf98-1ba19356bc61" providerId="ADAL" clId="{FD45938E-BB37-4A3C-A54D-9AB801E667ED}" dt="2022-11-24T15:30:52.487" v="5013" actId="1076"/>
          <ac:cxnSpMkLst>
            <pc:docMk/>
            <pc:sldMk cId="809996417" sldId="549"/>
            <ac:cxnSpMk id="13" creationId="{5E3C9F9E-6698-C503-12FD-605E9D13087F}"/>
          </ac:cxnSpMkLst>
        </pc:cxnChg>
        <pc:cxnChg chg="add del mod">
          <ac:chgData name="Giusti, Gianluca (PG/R - Sch of Biosci &amp; Med)" userId="cd89f1a1-d897-4e8b-bf98-1ba19356bc61" providerId="ADAL" clId="{FD45938E-BB37-4A3C-A54D-9AB801E667ED}" dt="2022-11-23T11:31:28.650" v="3938" actId="478"/>
          <ac:cxnSpMkLst>
            <pc:docMk/>
            <pc:sldMk cId="809996417" sldId="549"/>
            <ac:cxnSpMk id="14" creationId="{8EED2EB4-5BA8-ED77-DF49-1FE0BEA5F108}"/>
          </ac:cxnSpMkLst>
        </pc:cxnChg>
        <pc:cxnChg chg="add mod">
          <ac:chgData name="Giusti, Gianluca (PG/R - Sch of Biosci &amp; Med)" userId="cd89f1a1-d897-4e8b-bf98-1ba19356bc61" providerId="ADAL" clId="{FD45938E-BB37-4A3C-A54D-9AB801E667ED}" dt="2022-11-23T11:31:32.514" v="3939" actId="1037"/>
          <ac:cxnSpMkLst>
            <pc:docMk/>
            <pc:sldMk cId="809996417" sldId="549"/>
            <ac:cxnSpMk id="15" creationId="{53080F66-76B0-0FF0-34C1-DD2B47898549}"/>
          </ac:cxnSpMkLst>
        </pc:cxnChg>
        <pc:cxnChg chg="add mod">
          <ac:chgData name="Giusti, Gianluca (PG/R - Sch of Biosci &amp; Med)" userId="cd89f1a1-d897-4e8b-bf98-1ba19356bc61" providerId="ADAL" clId="{FD45938E-BB37-4A3C-A54D-9AB801E667ED}" dt="2022-11-23T11:31:20.490" v="3936" actId="1076"/>
          <ac:cxnSpMkLst>
            <pc:docMk/>
            <pc:sldMk cId="809996417" sldId="549"/>
            <ac:cxnSpMk id="16" creationId="{5CBD36F5-E4B9-E002-E760-26732B4DD698}"/>
          </ac:cxnSpMkLst>
        </pc:cxnChg>
        <pc:cxnChg chg="add mod">
          <ac:chgData name="Giusti, Gianluca (PG/R - Sch of Biosci &amp; Med)" userId="cd89f1a1-d897-4e8b-bf98-1ba19356bc61" providerId="ADAL" clId="{FD45938E-BB37-4A3C-A54D-9AB801E667ED}" dt="2022-11-23T11:31:35.299" v="3940" actId="1037"/>
          <ac:cxnSpMkLst>
            <pc:docMk/>
            <pc:sldMk cId="809996417" sldId="549"/>
            <ac:cxnSpMk id="17" creationId="{4B214A60-91AD-8387-19A0-4FA5DBB328DA}"/>
          </ac:cxnSpMkLst>
        </pc:cxnChg>
        <pc:cxnChg chg="add mod">
          <ac:chgData name="Giusti, Gianluca (PG/R - Sch of Biosci &amp; Med)" userId="cd89f1a1-d897-4e8b-bf98-1ba19356bc61" providerId="ADAL" clId="{FD45938E-BB37-4A3C-A54D-9AB801E667ED}" dt="2022-11-23T11:31:45.299" v="3945" actId="1038"/>
          <ac:cxnSpMkLst>
            <pc:docMk/>
            <pc:sldMk cId="809996417" sldId="549"/>
            <ac:cxnSpMk id="18" creationId="{14FCC238-0CAF-E089-36EB-9EBB52B7DA6B}"/>
          </ac:cxnSpMkLst>
        </pc:cxnChg>
        <pc:cxnChg chg="add mod">
          <ac:chgData name="Giusti, Gianluca (PG/R - Sch of Biosci &amp; Med)" userId="cd89f1a1-d897-4e8b-bf98-1ba19356bc61" providerId="ADAL" clId="{FD45938E-BB37-4A3C-A54D-9AB801E667ED}" dt="2022-11-23T11:31:41.315" v="3943" actId="1038"/>
          <ac:cxnSpMkLst>
            <pc:docMk/>
            <pc:sldMk cId="809996417" sldId="549"/>
            <ac:cxnSpMk id="19" creationId="{3FDBAC63-3EB3-A7F8-5478-0AA34B4CD52E}"/>
          </ac:cxnSpMkLst>
        </pc:cxnChg>
        <pc:cxnChg chg="add mod">
          <ac:chgData name="Giusti, Gianluca (PG/R - Sch of Biosci &amp; Med)" userId="cd89f1a1-d897-4e8b-bf98-1ba19356bc61" providerId="ADAL" clId="{FD45938E-BB37-4A3C-A54D-9AB801E667ED}" dt="2022-11-23T11:31:43.267" v="3944" actId="1038"/>
          <ac:cxnSpMkLst>
            <pc:docMk/>
            <pc:sldMk cId="809996417" sldId="549"/>
            <ac:cxnSpMk id="20" creationId="{8FB999DB-0074-5883-A2F9-869740254790}"/>
          </ac:cxnSpMkLst>
        </pc:cxnChg>
        <pc:cxnChg chg="add del mod">
          <ac:chgData name="Giusti, Gianluca (PG/R - Sch of Biosci &amp; Med)" userId="cd89f1a1-d897-4e8b-bf98-1ba19356bc61" providerId="ADAL" clId="{FD45938E-BB37-4A3C-A54D-9AB801E667ED}" dt="2022-11-23T11:13:36.874" v="3780" actId="478"/>
          <ac:cxnSpMkLst>
            <pc:docMk/>
            <pc:sldMk cId="809996417" sldId="549"/>
            <ac:cxnSpMk id="22" creationId="{1A199A16-77E7-9D36-D259-E9266B9EFA89}"/>
          </ac:cxnSpMkLst>
        </pc:cxnChg>
        <pc:cxnChg chg="add del mod">
          <ac:chgData name="Giusti, Gianluca (PG/R - Sch of Biosci &amp; Med)" userId="cd89f1a1-d897-4e8b-bf98-1ba19356bc61" providerId="ADAL" clId="{FD45938E-BB37-4A3C-A54D-9AB801E667ED}" dt="2022-11-23T11:29:49.507" v="3926" actId="21"/>
          <ac:cxnSpMkLst>
            <pc:docMk/>
            <pc:sldMk cId="809996417" sldId="549"/>
            <ac:cxnSpMk id="27" creationId="{612F9C46-17D0-41EA-E923-CFCBCC352D2A}"/>
          </ac:cxnSpMkLst>
        </pc:cxnChg>
        <pc:cxnChg chg="add del mod">
          <ac:chgData name="Giusti, Gianluca (PG/R - Sch of Biosci &amp; Med)" userId="cd89f1a1-d897-4e8b-bf98-1ba19356bc61" providerId="ADAL" clId="{FD45938E-BB37-4A3C-A54D-9AB801E667ED}" dt="2022-11-23T11:29:49.507" v="3926" actId="21"/>
          <ac:cxnSpMkLst>
            <pc:docMk/>
            <pc:sldMk cId="809996417" sldId="549"/>
            <ac:cxnSpMk id="28" creationId="{B92099BA-0C14-86B7-7C26-17ED70ACBDD2}"/>
          </ac:cxnSpMkLst>
        </pc:cxnChg>
        <pc:cxnChg chg="add del mod">
          <ac:chgData name="Giusti, Gianluca (PG/R - Sch of Biosci &amp; Med)" userId="cd89f1a1-d897-4e8b-bf98-1ba19356bc61" providerId="ADAL" clId="{FD45938E-BB37-4A3C-A54D-9AB801E667ED}" dt="2022-11-23T11:29:49.507" v="3926" actId="21"/>
          <ac:cxnSpMkLst>
            <pc:docMk/>
            <pc:sldMk cId="809996417" sldId="549"/>
            <ac:cxnSpMk id="29" creationId="{7B44E377-9871-B673-B4D0-E8DA9E185408}"/>
          </ac:cxnSpMkLst>
        </pc:cxnChg>
      </pc:sldChg>
      <pc:sldChg chg="new del">
        <pc:chgData name="Giusti, Gianluca (PG/R - Sch of Biosci &amp; Med)" userId="cd89f1a1-d897-4e8b-bf98-1ba19356bc61" providerId="ADAL" clId="{FD45938E-BB37-4A3C-A54D-9AB801E667ED}" dt="2022-11-22T16:19:02.158" v="2020" actId="2696"/>
        <pc:sldMkLst>
          <pc:docMk/>
          <pc:sldMk cId="451684305" sldId="550"/>
        </pc:sldMkLst>
      </pc:sldChg>
      <pc:sldChg chg="new del">
        <pc:chgData name="Giusti, Gianluca (PG/R - Sch of Biosci &amp; Med)" userId="cd89f1a1-d897-4e8b-bf98-1ba19356bc61" providerId="ADAL" clId="{FD45938E-BB37-4A3C-A54D-9AB801E667ED}" dt="2022-11-22T11:46:05.622" v="1153" actId="47"/>
        <pc:sldMkLst>
          <pc:docMk/>
          <pc:sldMk cId="500443863" sldId="550"/>
        </pc:sldMkLst>
      </pc:sldChg>
      <pc:sldChg chg="addSp delSp modSp new mod ord modClrScheme chgLayout modNotesTx">
        <pc:chgData name="Giusti, Gianluca (PG/R - Sch of Biosci &amp; Med)" userId="cd89f1a1-d897-4e8b-bf98-1ba19356bc61" providerId="ADAL" clId="{FD45938E-BB37-4A3C-A54D-9AB801E667ED}" dt="2022-11-25T12:54:38.272" v="7215" actId="404"/>
        <pc:sldMkLst>
          <pc:docMk/>
          <pc:sldMk cId="632585350" sldId="551"/>
        </pc:sldMkLst>
        <pc:spChg chg="add del">
          <ac:chgData name="Giusti, Gianluca (PG/R - Sch of Biosci &amp; Med)" userId="cd89f1a1-d897-4e8b-bf98-1ba19356bc61" providerId="ADAL" clId="{FD45938E-BB37-4A3C-A54D-9AB801E667ED}" dt="2022-11-23T10:54:40.491" v="3642" actId="478"/>
          <ac:spMkLst>
            <pc:docMk/>
            <pc:sldMk cId="632585350" sldId="551"/>
            <ac:spMk id="3" creationId="{082EE435-28C0-BB36-EDE5-E88408940411}"/>
          </ac:spMkLst>
        </pc:spChg>
        <pc:spChg chg="add del mod">
          <ac:chgData name="Giusti, Gianluca (PG/R - Sch of Biosci &amp; Med)" userId="cd89f1a1-d897-4e8b-bf98-1ba19356bc61" providerId="ADAL" clId="{FD45938E-BB37-4A3C-A54D-9AB801E667ED}" dt="2022-11-22T15:50:17.747" v="1663"/>
          <ac:spMkLst>
            <pc:docMk/>
            <pc:sldMk cId="632585350" sldId="551"/>
            <ac:spMk id="6" creationId="{2ACA788C-A4A0-3A2B-6CF5-A1BD3E413CA5}"/>
          </ac:spMkLst>
        </pc:spChg>
        <pc:spChg chg="add mod ord">
          <ac:chgData name="Giusti, Gianluca (PG/R - Sch of Biosci &amp; Med)" userId="cd89f1a1-d897-4e8b-bf98-1ba19356bc61" providerId="ADAL" clId="{FD45938E-BB37-4A3C-A54D-9AB801E667ED}" dt="2022-11-23T12:15:26.042" v="4245" actId="1037"/>
          <ac:spMkLst>
            <pc:docMk/>
            <pc:sldMk cId="632585350" sldId="551"/>
            <ac:spMk id="8" creationId="{F7ACF881-BAD3-6C47-F792-29AA1FE68A64}"/>
          </ac:spMkLst>
        </pc:spChg>
        <pc:spChg chg="add del mod">
          <ac:chgData name="Giusti, Gianluca (PG/R - Sch of Biosci &amp; Med)" userId="cd89f1a1-d897-4e8b-bf98-1ba19356bc61" providerId="ADAL" clId="{FD45938E-BB37-4A3C-A54D-9AB801E667ED}" dt="2022-11-22T17:07:21.389" v="2400" actId="478"/>
          <ac:spMkLst>
            <pc:docMk/>
            <pc:sldMk cId="632585350" sldId="551"/>
            <ac:spMk id="17" creationId="{7F007BC0-83BA-2662-759B-E5A2D5B886BC}"/>
          </ac:spMkLst>
        </pc:spChg>
        <pc:spChg chg="add mod">
          <ac:chgData name="Giusti, Gianluca (PG/R - Sch of Biosci &amp; Med)" userId="cd89f1a1-d897-4e8b-bf98-1ba19356bc61" providerId="ADAL" clId="{FD45938E-BB37-4A3C-A54D-9AB801E667ED}" dt="2022-11-25T12:54:38.272" v="7215" actId="404"/>
          <ac:spMkLst>
            <pc:docMk/>
            <pc:sldMk cId="632585350" sldId="551"/>
            <ac:spMk id="20" creationId="{8BA6873F-5405-0A98-BEDB-158EC71567B9}"/>
          </ac:spMkLst>
        </pc:spChg>
        <pc:spChg chg="add del mod">
          <ac:chgData name="Giusti, Gianluca (PG/R - Sch of Biosci &amp; Med)" userId="cd89f1a1-d897-4e8b-bf98-1ba19356bc61" providerId="ADAL" clId="{FD45938E-BB37-4A3C-A54D-9AB801E667ED}" dt="2022-11-22T16:14:09.584" v="2004" actId="478"/>
          <ac:spMkLst>
            <pc:docMk/>
            <pc:sldMk cId="632585350" sldId="551"/>
            <ac:spMk id="21" creationId="{27FAD416-965D-958A-EFFE-CAE0156C1DBE}"/>
          </ac:spMkLst>
        </pc:spChg>
        <pc:picChg chg="add del mod modCrop">
          <ac:chgData name="Giusti, Gianluca (PG/R - Sch of Biosci &amp; Med)" userId="cd89f1a1-d897-4e8b-bf98-1ba19356bc61" providerId="ADAL" clId="{FD45938E-BB37-4A3C-A54D-9AB801E667ED}" dt="2022-11-22T15:50:39.218" v="1669" actId="478"/>
          <ac:picMkLst>
            <pc:docMk/>
            <pc:sldMk cId="632585350" sldId="551"/>
            <ac:picMk id="3" creationId="{E2C149B4-9AFA-0587-06E6-E0476489FB9F}"/>
          </ac:picMkLst>
        </pc:picChg>
        <pc:picChg chg="add del mod">
          <ac:chgData name="Giusti, Gianluca (PG/R - Sch of Biosci &amp; Med)" userId="cd89f1a1-d897-4e8b-bf98-1ba19356bc61" providerId="ADAL" clId="{FD45938E-BB37-4A3C-A54D-9AB801E667ED}" dt="2022-11-22T15:47:21.498" v="1650" actId="478"/>
          <ac:picMkLst>
            <pc:docMk/>
            <pc:sldMk cId="632585350" sldId="551"/>
            <ac:picMk id="4" creationId="{4AA41044-62C0-5781-EEB0-D10302529258}"/>
          </ac:picMkLst>
        </pc:picChg>
        <pc:picChg chg="add mod">
          <ac:chgData name="Giusti, Gianluca (PG/R - Sch of Biosci &amp; Med)" userId="cd89f1a1-d897-4e8b-bf98-1ba19356bc61" providerId="ADAL" clId="{FD45938E-BB37-4A3C-A54D-9AB801E667ED}" dt="2022-11-23T12:15:20.345" v="4232" actId="14100"/>
          <ac:picMkLst>
            <pc:docMk/>
            <pc:sldMk cId="632585350" sldId="551"/>
            <ac:picMk id="4" creationId="{A46F58D0-AB02-586B-DBDE-2C738E08DEE4}"/>
          </ac:picMkLst>
        </pc:picChg>
        <pc:picChg chg="add del mod modCrop">
          <ac:chgData name="Giusti, Gianluca (PG/R - Sch of Biosci &amp; Med)" userId="cd89f1a1-d897-4e8b-bf98-1ba19356bc61" providerId="ADAL" clId="{FD45938E-BB37-4A3C-A54D-9AB801E667ED}" dt="2022-11-22T15:53:34.682" v="1745" actId="21"/>
          <ac:picMkLst>
            <pc:docMk/>
            <pc:sldMk cId="632585350" sldId="551"/>
            <ac:picMk id="5" creationId="{835333DD-0696-DD5C-086D-AB14E855764B}"/>
          </ac:picMkLst>
        </pc:picChg>
        <pc:picChg chg="add del mod">
          <ac:chgData name="Giusti, Gianluca (PG/R - Sch of Biosci &amp; Med)" userId="cd89f1a1-d897-4e8b-bf98-1ba19356bc61" providerId="ADAL" clId="{FD45938E-BB37-4A3C-A54D-9AB801E667ED}" dt="2022-11-22T15:55:42.210" v="1764" actId="21"/>
          <ac:picMkLst>
            <pc:docMk/>
            <pc:sldMk cId="632585350" sldId="551"/>
            <ac:picMk id="10" creationId="{169497F4-0107-1476-7C7F-BE6F8091BF83}"/>
          </ac:picMkLst>
        </pc:picChg>
        <pc:picChg chg="add del mod">
          <ac:chgData name="Giusti, Gianluca (PG/R - Sch of Biosci &amp; Med)" userId="cd89f1a1-d897-4e8b-bf98-1ba19356bc61" providerId="ADAL" clId="{FD45938E-BB37-4A3C-A54D-9AB801E667ED}" dt="2022-11-22T15:53:34.682" v="1745" actId="21"/>
          <ac:picMkLst>
            <pc:docMk/>
            <pc:sldMk cId="632585350" sldId="551"/>
            <ac:picMk id="11" creationId="{15D4FF46-8EA1-78D3-6D21-A1CB030E0E0B}"/>
          </ac:picMkLst>
        </pc:picChg>
        <pc:picChg chg="add del mod modCrop">
          <ac:chgData name="Giusti, Gianluca (PG/R - Sch of Biosci &amp; Med)" userId="cd89f1a1-d897-4e8b-bf98-1ba19356bc61" providerId="ADAL" clId="{FD45938E-BB37-4A3C-A54D-9AB801E667ED}" dt="2022-11-22T15:54:22.840" v="1756" actId="21"/>
          <ac:picMkLst>
            <pc:docMk/>
            <pc:sldMk cId="632585350" sldId="551"/>
            <ac:picMk id="12" creationId="{3E6223F1-428F-D05B-A9AB-BD17F16EF31A}"/>
          </ac:picMkLst>
        </pc:picChg>
        <pc:picChg chg="add del mod">
          <ac:chgData name="Giusti, Gianluca (PG/R - Sch of Biosci &amp; Med)" userId="cd89f1a1-d897-4e8b-bf98-1ba19356bc61" providerId="ADAL" clId="{FD45938E-BB37-4A3C-A54D-9AB801E667ED}" dt="2022-11-22T15:54:22.840" v="1756" actId="21"/>
          <ac:picMkLst>
            <pc:docMk/>
            <pc:sldMk cId="632585350" sldId="551"/>
            <ac:picMk id="13" creationId="{36E4B588-D940-3610-A1C6-0331A92DCF0B}"/>
          </ac:picMkLst>
        </pc:picChg>
        <pc:picChg chg="add del mod modCrop">
          <ac:chgData name="Giusti, Gianluca (PG/R - Sch of Biosci &amp; Med)" userId="cd89f1a1-d897-4e8b-bf98-1ba19356bc61" providerId="ADAL" clId="{FD45938E-BB37-4A3C-A54D-9AB801E667ED}" dt="2022-11-22T15:55:42.210" v="1764" actId="21"/>
          <ac:picMkLst>
            <pc:docMk/>
            <pc:sldMk cId="632585350" sldId="551"/>
            <ac:picMk id="14" creationId="{5945C58C-5619-E494-3006-A12F58ADF37F}"/>
          </ac:picMkLst>
        </pc:picChg>
        <pc:picChg chg="add del mod">
          <ac:chgData name="Giusti, Gianluca (PG/R - Sch of Biosci &amp; Med)" userId="cd89f1a1-d897-4e8b-bf98-1ba19356bc61" providerId="ADAL" clId="{FD45938E-BB37-4A3C-A54D-9AB801E667ED}" dt="2022-11-23T10:57:31.658" v="3663" actId="478"/>
          <ac:picMkLst>
            <pc:docMk/>
            <pc:sldMk cId="632585350" sldId="551"/>
            <ac:picMk id="15" creationId="{CBD61FC9-F568-FC31-AD59-C25B843AAA38}"/>
          </ac:picMkLst>
        </pc:picChg>
        <pc:picChg chg="add mod">
          <ac:chgData name="Giusti, Gianluca (PG/R - Sch of Biosci &amp; Med)" userId="cd89f1a1-d897-4e8b-bf98-1ba19356bc61" providerId="ADAL" clId="{FD45938E-BB37-4A3C-A54D-9AB801E667ED}" dt="2022-11-22T16:02:12.356" v="1934"/>
          <ac:picMkLst>
            <pc:docMk/>
            <pc:sldMk cId="632585350" sldId="551"/>
            <ac:picMk id="16" creationId="{30677B7D-5722-B730-741D-25B7CD5CE35F}"/>
          </ac:picMkLst>
        </pc:picChg>
        <pc:cxnChg chg="add mod">
          <ac:chgData name="Giusti, Gianluca (PG/R - Sch of Biosci &amp; Med)" userId="cd89f1a1-d897-4e8b-bf98-1ba19356bc61" providerId="ADAL" clId="{FD45938E-BB37-4A3C-A54D-9AB801E667ED}" dt="2022-11-22T17:07:20.038" v="2399" actId="14100"/>
          <ac:cxnSpMkLst>
            <pc:docMk/>
            <pc:sldMk cId="632585350" sldId="551"/>
            <ac:cxnSpMk id="18" creationId="{60993366-F5CF-90DE-7967-ABCE3D4387CC}"/>
          </ac:cxnSpMkLst>
        </pc:cxnChg>
      </pc:sldChg>
      <pc:sldChg chg="addSp delSp modSp new mod">
        <pc:chgData name="Giusti, Gianluca (PG/R - Sch of Biosci &amp; Med)" userId="cd89f1a1-d897-4e8b-bf98-1ba19356bc61" providerId="ADAL" clId="{FD45938E-BB37-4A3C-A54D-9AB801E667ED}" dt="2022-11-25T16:48:28.223" v="7281" actId="20577"/>
        <pc:sldMkLst>
          <pc:docMk/>
          <pc:sldMk cId="3909640078" sldId="552"/>
        </pc:sldMkLst>
        <pc:spChg chg="add del mod">
          <ac:chgData name="Giusti, Gianluca (PG/R - Sch of Biosci &amp; Med)" userId="cd89f1a1-d897-4e8b-bf98-1ba19356bc61" providerId="ADAL" clId="{FD45938E-BB37-4A3C-A54D-9AB801E667ED}" dt="2022-11-22T17:07:27.037" v="2402" actId="478"/>
          <ac:spMkLst>
            <pc:docMk/>
            <pc:sldMk cId="3909640078" sldId="552"/>
            <ac:spMk id="3" creationId="{B7D20681-0193-5AC0-353B-12CC9BBE9537}"/>
          </ac:spMkLst>
        </pc:spChg>
        <pc:spChg chg="add del mod">
          <ac:chgData name="Giusti, Gianluca (PG/R - Sch of Biosci &amp; Med)" userId="cd89f1a1-d897-4e8b-bf98-1ba19356bc61" providerId="ADAL" clId="{FD45938E-BB37-4A3C-A54D-9AB801E667ED}" dt="2022-11-22T16:45:51.803" v="2239" actId="478"/>
          <ac:spMkLst>
            <pc:docMk/>
            <pc:sldMk cId="3909640078" sldId="552"/>
            <ac:spMk id="6" creationId="{4065CF48-9723-46D3-C84A-CEE701B042AB}"/>
          </ac:spMkLst>
        </pc:spChg>
        <pc:spChg chg="add mod">
          <ac:chgData name="Giusti, Gianluca (PG/R - Sch of Biosci &amp; Med)" userId="cd89f1a1-d897-4e8b-bf98-1ba19356bc61" providerId="ADAL" clId="{FD45938E-BB37-4A3C-A54D-9AB801E667ED}" dt="2022-11-25T16:48:28.223" v="7281" actId="20577"/>
          <ac:spMkLst>
            <pc:docMk/>
            <pc:sldMk cId="3909640078" sldId="552"/>
            <ac:spMk id="8" creationId="{E20ABBF1-7B6C-C1C5-28ED-A2399D831719}"/>
          </ac:spMkLst>
        </pc:spChg>
        <pc:spChg chg="add mod">
          <ac:chgData name="Giusti, Gianluca (PG/R - Sch of Biosci &amp; Med)" userId="cd89f1a1-d897-4e8b-bf98-1ba19356bc61" providerId="ADAL" clId="{FD45938E-BB37-4A3C-A54D-9AB801E667ED}" dt="2022-11-24T15:29:16.463" v="4954" actId="1037"/>
          <ac:spMkLst>
            <pc:docMk/>
            <pc:sldMk cId="3909640078" sldId="552"/>
            <ac:spMk id="12" creationId="{61E46836-75DD-E517-701E-692A6031D2FE}"/>
          </ac:spMkLst>
        </pc:spChg>
        <pc:spChg chg="add mod">
          <ac:chgData name="Giusti, Gianluca (PG/R - Sch of Biosci &amp; Med)" userId="cd89f1a1-d897-4e8b-bf98-1ba19356bc61" providerId="ADAL" clId="{FD45938E-BB37-4A3C-A54D-9AB801E667ED}" dt="2022-11-24T15:29:20.711" v="4955" actId="14100"/>
          <ac:spMkLst>
            <pc:docMk/>
            <pc:sldMk cId="3909640078" sldId="552"/>
            <ac:spMk id="14" creationId="{CB88938D-F429-3775-093E-0F26792D9AFE}"/>
          </ac:spMkLst>
        </pc:spChg>
        <pc:spChg chg="add mod">
          <ac:chgData name="Giusti, Gianluca (PG/R - Sch of Biosci &amp; Med)" userId="cd89f1a1-d897-4e8b-bf98-1ba19356bc61" providerId="ADAL" clId="{FD45938E-BB37-4A3C-A54D-9AB801E667ED}" dt="2022-11-25T12:54:43.544" v="7216" actId="403"/>
          <ac:spMkLst>
            <pc:docMk/>
            <pc:sldMk cId="3909640078" sldId="552"/>
            <ac:spMk id="16" creationId="{6EC74459-F04B-B846-1884-6D8E83D60771}"/>
          </ac:spMkLst>
        </pc:spChg>
        <pc:picChg chg="add mod">
          <ac:chgData name="Giusti, Gianluca (PG/R - Sch of Biosci &amp; Med)" userId="cd89f1a1-d897-4e8b-bf98-1ba19356bc61" providerId="ADAL" clId="{FD45938E-BB37-4A3C-A54D-9AB801E667ED}" dt="2022-11-22T16:43:08.035" v="2232"/>
          <ac:picMkLst>
            <pc:docMk/>
            <pc:sldMk cId="3909640078" sldId="552"/>
            <ac:picMk id="2" creationId="{F7F941E0-3D77-39EB-2E97-958B5F570604}"/>
          </ac:picMkLst>
        </pc:picChg>
        <pc:picChg chg="add del mod">
          <ac:chgData name="Giusti, Gianluca (PG/R - Sch of Biosci &amp; Med)" userId="cd89f1a1-d897-4e8b-bf98-1ba19356bc61" providerId="ADAL" clId="{FD45938E-BB37-4A3C-A54D-9AB801E667ED}" dt="2022-11-22T16:45:40.178" v="2237" actId="478"/>
          <ac:picMkLst>
            <pc:docMk/>
            <pc:sldMk cId="3909640078" sldId="552"/>
            <ac:picMk id="5" creationId="{9C35DC0C-85EC-FE45-3CBD-8ECB9934171F}"/>
          </ac:picMkLst>
        </pc:picChg>
        <pc:picChg chg="add mod">
          <ac:chgData name="Giusti, Gianluca (PG/R - Sch of Biosci &amp; Med)" userId="cd89f1a1-d897-4e8b-bf98-1ba19356bc61" providerId="ADAL" clId="{FD45938E-BB37-4A3C-A54D-9AB801E667ED}" dt="2022-11-24T15:29:16.463" v="4954" actId="1037"/>
          <ac:picMkLst>
            <pc:docMk/>
            <pc:sldMk cId="3909640078" sldId="552"/>
            <ac:picMk id="7" creationId="{2E3C3925-26B6-482E-7547-1224877730BD}"/>
          </ac:picMkLst>
        </pc:picChg>
        <pc:picChg chg="add del mod">
          <ac:chgData name="Giusti, Gianluca (PG/R - Sch of Biosci &amp; Med)" userId="cd89f1a1-d897-4e8b-bf98-1ba19356bc61" providerId="ADAL" clId="{FD45938E-BB37-4A3C-A54D-9AB801E667ED}" dt="2022-11-22T16:49:00.372" v="2255" actId="478"/>
          <ac:picMkLst>
            <pc:docMk/>
            <pc:sldMk cId="3909640078" sldId="552"/>
            <ac:picMk id="9" creationId="{3160D484-603E-482F-788E-F186581276E2}"/>
          </ac:picMkLst>
        </pc:picChg>
        <pc:picChg chg="add del mod">
          <ac:chgData name="Giusti, Gianluca (PG/R - Sch of Biosci &amp; Med)" userId="cd89f1a1-d897-4e8b-bf98-1ba19356bc61" providerId="ADAL" clId="{FD45938E-BB37-4A3C-A54D-9AB801E667ED}" dt="2022-11-24T15:29:16.463" v="4954" actId="1037"/>
          <ac:picMkLst>
            <pc:docMk/>
            <pc:sldMk cId="3909640078" sldId="552"/>
            <ac:picMk id="10" creationId="{CFE876DA-BC3D-B17E-1669-A733155266F7}"/>
          </ac:picMkLst>
        </pc:picChg>
        <pc:picChg chg="add mod modCrop">
          <ac:chgData name="Giusti, Gianluca (PG/R - Sch of Biosci &amp; Med)" userId="cd89f1a1-d897-4e8b-bf98-1ba19356bc61" providerId="ADAL" clId="{FD45938E-BB37-4A3C-A54D-9AB801E667ED}" dt="2022-11-24T15:29:16.463" v="4954" actId="1037"/>
          <ac:picMkLst>
            <pc:docMk/>
            <pc:sldMk cId="3909640078" sldId="552"/>
            <ac:picMk id="13" creationId="{EAE145CD-CD44-80D1-3AE3-6F7B1E6EC7AF}"/>
          </ac:picMkLst>
        </pc:picChg>
        <pc:picChg chg="add del">
          <ac:chgData name="Giusti, Gianluca (PG/R - Sch of Biosci &amp; Med)" userId="cd89f1a1-d897-4e8b-bf98-1ba19356bc61" providerId="ADAL" clId="{FD45938E-BB37-4A3C-A54D-9AB801E667ED}" dt="2022-11-22T16:49:54.627" v="2261" actId="478"/>
          <ac:picMkLst>
            <pc:docMk/>
            <pc:sldMk cId="3909640078" sldId="552"/>
            <ac:picMk id="1026" creationId="{EC86CEDB-41E7-D746-770A-E6DBB309DAFB}"/>
          </ac:picMkLst>
        </pc:picChg>
        <pc:cxnChg chg="add mod">
          <ac:chgData name="Giusti, Gianluca (PG/R - Sch of Biosci &amp; Med)" userId="cd89f1a1-d897-4e8b-bf98-1ba19356bc61" providerId="ADAL" clId="{FD45938E-BB37-4A3C-A54D-9AB801E667ED}" dt="2022-11-22T17:07:26.298" v="2401" actId="14100"/>
          <ac:cxnSpMkLst>
            <pc:docMk/>
            <pc:sldMk cId="3909640078" sldId="552"/>
            <ac:cxnSpMk id="4" creationId="{756B1080-F44D-980B-C24F-5ED95CB7BB67}"/>
          </ac:cxnSpMkLst>
        </pc:cxnChg>
        <pc:cxnChg chg="add mod">
          <ac:chgData name="Giusti, Gianluca (PG/R - Sch of Biosci &amp; Med)" userId="cd89f1a1-d897-4e8b-bf98-1ba19356bc61" providerId="ADAL" clId="{FD45938E-BB37-4A3C-A54D-9AB801E667ED}" dt="2022-11-24T15:29:16.463" v="4954" actId="1037"/>
          <ac:cxnSpMkLst>
            <pc:docMk/>
            <pc:sldMk cId="3909640078" sldId="552"/>
            <ac:cxnSpMk id="11" creationId="{4E3C36E3-BFDC-FA0E-E9D1-29808CFC6FF4}"/>
          </ac:cxnSpMkLst>
        </pc:cxnChg>
      </pc:sldChg>
      <pc:sldChg chg="addSp delSp modSp new mod ord modShow">
        <pc:chgData name="Giusti, Gianluca (PG/R - Sch of Biosci &amp; Med)" userId="cd89f1a1-d897-4e8b-bf98-1ba19356bc61" providerId="ADAL" clId="{FD45938E-BB37-4A3C-A54D-9AB801E667ED}" dt="2022-11-23T10:02:50.705" v="2703"/>
        <pc:sldMkLst>
          <pc:docMk/>
          <pc:sldMk cId="3654663408" sldId="553"/>
        </pc:sldMkLst>
        <pc:spChg chg="add del mod">
          <ac:chgData name="Giusti, Gianluca (PG/R - Sch of Biosci &amp; Med)" userId="cd89f1a1-d897-4e8b-bf98-1ba19356bc61" providerId="ADAL" clId="{FD45938E-BB37-4A3C-A54D-9AB801E667ED}" dt="2022-11-22T17:34:50.269" v="2552" actId="478"/>
          <ac:spMkLst>
            <pc:docMk/>
            <pc:sldMk cId="3654663408" sldId="553"/>
            <ac:spMk id="3" creationId="{2DA647D1-4C7D-1CA3-8FBA-B6868999D234}"/>
          </ac:spMkLst>
        </pc:spChg>
        <pc:spChg chg="add del mod">
          <ac:chgData name="Giusti, Gianluca (PG/R - Sch of Biosci &amp; Med)" userId="cd89f1a1-d897-4e8b-bf98-1ba19356bc61" providerId="ADAL" clId="{FD45938E-BB37-4A3C-A54D-9AB801E667ED}" dt="2022-11-22T17:34:51.710" v="2553" actId="478"/>
          <ac:spMkLst>
            <pc:docMk/>
            <pc:sldMk cId="3654663408" sldId="553"/>
            <ac:spMk id="4" creationId="{F619E26B-2580-5FF4-AE35-BEAEED380219}"/>
          </ac:spMkLst>
        </pc:spChg>
        <pc:spChg chg="add del mod">
          <ac:chgData name="Giusti, Gianluca (PG/R - Sch of Biosci &amp; Med)" userId="cd89f1a1-d897-4e8b-bf98-1ba19356bc61" providerId="ADAL" clId="{FD45938E-BB37-4A3C-A54D-9AB801E667ED}" dt="2022-11-22T17:35:57.484" v="2574" actId="21"/>
          <ac:spMkLst>
            <pc:docMk/>
            <pc:sldMk cId="3654663408" sldId="553"/>
            <ac:spMk id="8" creationId="{231CD34E-D738-52A4-D348-667CC745E9FD}"/>
          </ac:spMkLst>
        </pc:spChg>
        <pc:spChg chg="add del mod">
          <ac:chgData name="Giusti, Gianluca (PG/R - Sch of Biosci &amp; Med)" userId="cd89f1a1-d897-4e8b-bf98-1ba19356bc61" providerId="ADAL" clId="{FD45938E-BB37-4A3C-A54D-9AB801E667ED}" dt="2022-11-22T17:35:52.310" v="2571" actId="21"/>
          <ac:spMkLst>
            <pc:docMk/>
            <pc:sldMk cId="3654663408" sldId="553"/>
            <ac:spMk id="9" creationId="{4B764112-C6D0-DFB8-ABAC-D4C25F24EA76}"/>
          </ac:spMkLst>
        </pc:spChg>
        <pc:picChg chg="add del mod modCrop">
          <ac:chgData name="Giusti, Gianluca (PG/R - Sch of Biosci &amp; Med)" userId="cd89f1a1-d897-4e8b-bf98-1ba19356bc61" providerId="ADAL" clId="{FD45938E-BB37-4A3C-A54D-9AB801E667ED}" dt="2022-11-22T17:35:57.484" v="2574" actId="21"/>
          <ac:picMkLst>
            <pc:docMk/>
            <pc:sldMk cId="3654663408" sldId="553"/>
            <ac:picMk id="6" creationId="{FAC3D1FF-C0E1-96AB-FA64-74AE08666E85}"/>
          </ac:picMkLst>
        </pc:picChg>
        <pc:picChg chg="add del mod">
          <ac:chgData name="Giusti, Gianluca (PG/R - Sch of Biosci &amp; Med)" userId="cd89f1a1-d897-4e8b-bf98-1ba19356bc61" providerId="ADAL" clId="{FD45938E-BB37-4A3C-A54D-9AB801E667ED}" dt="2022-11-22T17:35:52.310" v="2571" actId="21"/>
          <ac:picMkLst>
            <pc:docMk/>
            <pc:sldMk cId="3654663408" sldId="553"/>
            <ac:picMk id="7" creationId="{7869033C-6322-70D2-4E79-043F41BE424C}"/>
          </ac:picMkLst>
        </pc:picChg>
        <pc:picChg chg="add del">
          <ac:chgData name="Giusti, Gianluca (PG/R - Sch of Biosci &amp; Med)" userId="cd89f1a1-d897-4e8b-bf98-1ba19356bc61" providerId="ADAL" clId="{FD45938E-BB37-4A3C-A54D-9AB801E667ED}" dt="2022-11-22T17:35:32.232" v="2566"/>
          <ac:picMkLst>
            <pc:docMk/>
            <pc:sldMk cId="3654663408" sldId="553"/>
            <ac:picMk id="10" creationId="{E486B3A1-06E6-665A-C6EA-BD7CF398B50C}"/>
          </ac:picMkLst>
        </pc:picChg>
        <pc:picChg chg="add mod">
          <ac:chgData name="Giusti, Gianluca (PG/R - Sch of Biosci &amp; Med)" userId="cd89f1a1-d897-4e8b-bf98-1ba19356bc61" providerId="ADAL" clId="{FD45938E-BB37-4A3C-A54D-9AB801E667ED}" dt="2022-11-22T17:36:52.837" v="2580" actId="1076"/>
          <ac:picMkLst>
            <pc:docMk/>
            <pc:sldMk cId="3654663408" sldId="553"/>
            <ac:picMk id="11" creationId="{9F3CBDE9-9754-76B2-8FF2-8A36B3F23233}"/>
          </ac:picMkLst>
        </pc:picChg>
        <pc:picChg chg="add mod">
          <ac:chgData name="Giusti, Gianluca (PG/R - Sch of Biosci &amp; Med)" userId="cd89f1a1-d897-4e8b-bf98-1ba19356bc61" providerId="ADAL" clId="{FD45938E-BB37-4A3C-A54D-9AB801E667ED}" dt="2022-11-22T17:36:55.590" v="2581" actId="1076"/>
          <ac:picMkLst>
            <pc:docMk/>
            <pc:sldMk cId="3654663408" sldId="553"/>
            <ac:picMk id="12" creationId="{3191406D-1580-F4BA-0B32-71231B96D460}"/>
          </ac:picMkLst>
        </pc:picChg>
      </pc:sldChg>
      <pc:sldChg chg="addSp delSp modSp new del mod modNotesTx">
        <pc:chgData name="Giusti, Gianluca (PG/R - Sch of Biosci &amp; Med)" userId="cd89f1a1-d897-4e8b-bf98-1ba19356bc61" providerId="ADAL" clId="{FD45938E-BB37-4A3C-A54D-9AB801E667ED}" dt="2022-11-24T12:34:56.131" v="4652" actId="2696"/>
        <pc:sldMkLst>
          <pc:docMk/>
          <pc:sldMk cId="1318990270" sldId="554"/>
        </pc:sldMkLst>
        <pc:picChg chg="add mod">
          <ac:chgData name="Giusti, Gianluca (PG/R - Sch of Biosci &amp; Med)" userId="cd89f1a1-d897-4e8b-bf98-1ba19356bc61" providerId="ADAL" clId="{FD45938E-BB37-4A3C-A54D-9AB801E667ED}" dt="2022-11-23T16:21:43.566" v="4359"/>
          <ac:picMkLst>
            <pc:docMk/>
            <pc:sldMk cId="1318990270" sldId="554"/>
            <ac:picMk id="2" creationId="{D3EC5FE0-19EB-AB5C-E1F0-8BB7E0DA0A8E}"/>
          </ac:picMkLst>
        </pc:picChg>
        <pc:picChg chg="add del">
          <ac:chgData name="Giusti, Gianluca (PG/R - Sch of Biosci &amp; Med)" userId="cd89f1a1-d897-4e8b-bf98-1ba19356bc61" providerId="ADAL" clId="{FD45938E-BB37-4A3C-A54D-9AB801E667ED}" dt="2022-11-23T16:28:53.175" v="4455" actId="478"/>
          <ac:picMkLst>
            <pc:docMk/>
            <pc:sldMk cId="1318990270" sldId="554"/>
            <ac:picMk id="5" creationId="{69144C13-BD16-2A4D-C2ED-7A692A4ED56A}"/>
          </ac:picMkLst>
        </pc:picChg>
        <pc:picChg chg="add del mod">
          <ac:chgData name="Giusti, Gianluca (PG/R - Sch of Biosci &amp; Med)" userId="cd89f1a1-d897-4e8b-bf98-1ba19356bc61" providerId="ADAL" clId="{FD45938E-BB37-4A3C-A54D-9AB801E667ED}" dt="2022-11-23T16:29:14.585" v="4462" actId="21"/>
          <ac:picMkLst>
            <pc:docMk/>
            <pc:sldMk cId="1318990270" sldId="554"/>
            <ac:picMk id="7" creationId="{D2310344-2A8B-4B7A-DCFF-4EDBC74DADC7}"/>
          </ac:picMkLst>
        </pc:picChg>
        <pc:cxnChg chg="add mod">
          <ac:chgData name="Giusti, Gianluca (PG/R - Sch of Biosci &amp; Med)" userId="cd89f1a1-d897-4e8b-bf98-1ba19356bc61" providerId="ADAL" clId="{FD45938E-BB37-4A3C-A54D-9AB801E667ED}" dt="2022-11-23T16:21:43.566" v="4359"/>
          <ac:cxnSpMkLst>
            <pc:docMk/>
            <pc:sldMk cId="1318990270" sldId="554"/>
            <ac:cxnSpMk id="3" creationId="{522F839A-3A83-F802-5A2A-C705D8A837DE}"/>
          </ac:cxnSpMkLst>
        </pc:cxnChg>
      </pc:sldChg>
      <pc:sldChg chg="addSp delSp modSp new del mod">
        <pc:chgData name="Giusti, Gianluca (PG/R - Sch of Biosci &amp; Med)" userId="cd89f1a1-d897-4e8b-bf98-1ba19356bc61" providerId="ADAL" clId="{FD45938E-BB37-4A3C-A54D-9AB801E667ED}" dt="2022-11-23T11:09:39.048" v="3699" actId="2696"/>
        <pc:sldMkLst>
          <pc:docMk/>
          <pc:sldMk cId="1642297491" sldId="554"/>
        </pc:sldMkLst>
        <pc:spChg chg="add del">
          <ac:chgData name="Giusti, Gianluca (PG/R - Sch of Biosci &amp; Med)" userId="cd89f1a1-d897-4e8b-bf98-1ba19356bc61" providerId="ADAL" clId="{FD45938E-BB37-4A3C-A54D-9AB801E667ED}" dt="2022-11-23T10:55:06.978" v="3645" actId="478"/>
          <ac:spMkLst>
            <pc:docMk/>
            <pc:sldMk cId="1642297491" sldId="554"/>
            <ac:spMk id="3" creationId="{2E928A28-71A8-B838-9390-8AF57513C3EB}"/>
          </ac:spMkLst>
        </pc:spChg>
        <pc:graphicFrameChg chg="add del modGraphic">
          <ac:chgData name="Giusti, Gianluca (PG/R - Sch of Biosci &amp; Med)" userId="cd89f1a1-d897-4e8b-bf98-1ba19356bc61" providerId="ADAL" clId="{FD45938E-BB37-4A3C-A54D-9AB801E667ED}" dt="2022-11-23T10:57:14.839" v="3657" actId="478"/>
          <ac:graphicFrameMkLst>
            <pc:docMk/>
            <pc:sldMk cId="1642297491" sldId="554"/>
            <ac:graphicFrameMk id="4" creationId="{0BB9D9A1-FAA7-18CC-F2A3-D160F983C25E}"/>
          </ac:graphicFrameMkLst>
        </pc:graphicFrameChg>
        <pc:picChg chg="add del mod modCrop">
          <ac:chgData name="Giusti, Gianluca (PG/R - Sch of Biosci &amp; Med)" userId="cd89f1a1-d897-4e8b-bf98-1ba19356bc61" providerId="ADAL" clId="{FD45938E-BB37-4A3C-A54D-9AB801E667ED}" dt="2022-11-23T10:57:28.907" v="3662" actId="21"/>
          <ac:picMkLst>
            <pc:docMk/>
            <pc:sldMk cId="1642297491" sldId="554"/>
            <ac:picMk id="5" creationId="{9A95ADA9-3CCE-8B58-B624-05219004C0BA}"/>
          </ac:picMkLst>
        </pc:picChg>
      </pc:sldChg>
      <pc:sldChg chg="addSp modSp new mod modNotesTx">
        <pc:chgData name="Giusti, Gianluca (PG/R - Sch of Biosci &amp; Med)" userId="cd89f1a1-d897-4e8b-bf98-1ba19356bc61" providerId="ADAL" clId="{FD45938E-BB37-4A3C-A54D-9AB801E667ED}" dt="2022-11-25T17:33:07.974" v="7425" actId="20577"/>
        <pc:sldMkLst>
          <pc:docMk/>
          <pc:sldMk cId="228742615" sldId="555"/>
        </pc:sldMkLst>
        <pc:spChg chg="add mod">
          <ac:chgData name="Giusti, Gianluca (PG/R - Sch of Biosci &amp; Med)" userId="cd89f1a1-d897-4e8b-bf98-1ba19356bc61" providerId="ADAL" clId="{FD45938E-BB37-4A3C-A54D-9AB801E667ED}" dt="2022-11-25T12:55:28.147" v="7228" actId="403"/>
          <ac:spMkLst>
            <pc:docMk/>
            <pc:sldMk cId="228742615" sldId="555"/>
            <ac:spMk id="3" creationId="{FB2A4136-2E22-EC83-011B-66170B9261F7}"/>
          </ac:spMkLst>
        </pc:spChg>
        <pc:spChg chg="add mod">
          <ac:chgData name="Giusti, Gianluca (PG/R - Sch of Biosci &amp; Med)" userId="cd89f1a1-d897-4e8b-bf98-1ba19356bc61" providerId="ADAL" clId="{FD45938E-BB37-4A3C-A54D-9AB801E667ED}" dt="2022-11-25T17:33:07.974" v="7425" actId="20577"/>
          <ac:spMkLst>
            <pc:docMk/>
            <pc:sldMk cId="228742615" sldId="555"/>
            <ac:spMk id="4" creationId="{14657FA5-9948-417C-8393-F3600E40B0F2}"/>
          </ac:spMkLst>
        </pc:spChg>
        <pc:picChg chg="add mod">
          <ac:chgData name="Giusti, Gianluca (PG/R - Sch of Biosci &amp; Med)" userId="cd89f1a1-d897-4e8b-bf98-1ba19356bc61" providerId="ADAL" clId="{FD45938E-BB37-4A3C-A54D-9AB801E667ED}" dt="2022-11-23T16:21:36.340" v="4354"/>
          <ac:picMkLst>
            <pc:docMk/>
            <pc:sldMk cId="228742615" sldId="555"/>
            <ac:picMk id="5" creationId="{8D97D7FD-724B-0B91-F156-1CAFE170FA8E}"/>
          </ac:picMkLst>
        </pc:picChg>
        <pc:cxnChg chg="add mod">
          <ac:chgData name="Giusti, Gianluca (PG/R - Sch of Biosci &amp; Med)" userId="cd89f1a1-d897-4e8b-bf98-1ba19356bc61" providerId="ADAL" clId="{FD45938E-BB37-4A3C-A54D-9AB801E667ED}" dt="2022-11-23T16:21:36.340" v="4354"/>
          <ac:cxnSpMkLst>
            <pc:docMk/>
            <pc:sldMk cId="228742615" sldId="555"/>
            <ac:cxnSpMk id="6" creationId="{FBB3959A-A77B-B62D-C58A-488288E0A03C}"/>
          </ac:cxnSpMkLst>
        </pc:cxnChg>
      </pc:sldChg>
      <pc:sldChg chg="addSp delSp modSp new del mod ord modShow">
        <pc:chgData name="Giusti, Gianluca (PG/R - Sch of Biosci &amp; Med)" userId="cd89f1a1-d897-4e8b-bf98-1ba19356bc61" providerId="ADAL" clId="{FD45938E-BB37-4A3C-A54D-9AB801E667ED}" dt="2022-11-25T17:46:43.280" v="7537" actId="2696"/>
        <pc:sldMkLst>
          <pc:docMk/>
          <pc:sldMk cId="1556667590" sldId="556"/>
        </pc:sldMkLst>
        <pc:spChg chg="add del mod">
          <ac:chgData name="Giusti, Gianluca (PG/R - Sch of Biosci &amp; Med)" userId="cd89f1a1-d897-4e8b-bf98-1ba19356bc61" providerId="ADAL" clId="{FD45938E-BB37-4A3C-A54D-9AB801E667ED}" dt="2022-11-24T15:48:08.136" v="5197" actId="478"/>
          <ac:spMkLst>
            <pc:docMk/>
            <pc:sldMk cId="1556667590" sldId="556"/>
            <ac:spMk id="5" creationId="{6467BC2E-2D5C-4328-9983-8AB33438CE88}"/>
          </ac:spMkLst>
        </pc:spChg>
        <pc:picChg chg="add del mod">
          <ac:chgData name="Giusti, Gianluca (PG/R - Sch of Biosci &amp; Med)" userId="cd89f1a1-d897-4e8b-bf98-1ba19356bc61" providerId="ADAL" clId="{FD45938E-BB37-4A3C-A54D-9AB801E667ED}" dt="2022-11-24T15:48:08.904" v="5199" actId="478"/>
          <ac:picMkLst>
            <pc:docMk/>
            <pc:sldMk cId="1556667590" sldId="556"/>
            <ac:picMk id="2" creationId="{5BEE9A08-FAC7-F61B-0AB5-51B1E1FC4EBA}"/>
          </ac:picMkLst>
        </pc:picChg>
        <pc:picChg chg="add del mod">
          <ac:chgData name="Giusti, Gianluca (PG/R - Sch of Biosci &amp; Med)" userId="cd89f1a1-d897-4e8b-bf98-1ba19356bc61" providerId="ADAL" clId="{FD45938E-BB37-4A3C-A54D-9AB801E667ED}" dt="2022-11-24T15:48:08.465" v="5198" actId="478"/>
          <ac:picMkLst>
            <pc:docMk/>
            <pc:sldMk cId="1556667590" sldId="556"/>
            <ac:picMk id="3" creationId="{A58572AD-55A6-64C5-1316-C67A7F6B5DAA}"/>
          </ac:picMkLst>
        </pc:picChg>
      </pc:sldChg>
      <pc:sldChg chg="addSp modSp add mod">
        <pc:chgData name="Giusti, Gianluca (PG/R - Sch of Biosci &amp; Med)" userId="cd89f1a1-d897-4e8b-bf98-1ba19356bc61" providerId="ADAL" clId="{FD45938E-BB37-4A3C-A54D-9AB801E667ED}" dt="2022-11-25T17:55:40.338" v="7694" actId="20577"/>
        <pc:sldMkLst>
          <pc:docMk/>
          <pc:sldMk cId="2510439249" sldId="556"/>
        </pc:sldMkLst>
        <pc:spChg chg="mod">
          <ac:chgData name="Giusti, Gianluca (PG/R - Sch of Biosci &amp; Med)" userId="cd89f1a1-d897-4e8b-bf98-1ba19356bc61" providerId="ADAL" clId="{FD45938E-BB37-4A3C-A54D-9AB801E667ED}" dt="2022-11-25T17:55:40.338" v="7694" actId="20577"/>
          <ac:spMkLst>
            <pc:docMk/>
            <pc:sldMk cId="2510439249" sldId="556"/>
            <ac:spMk id="5" creationId="{6467BC2E-2D5C-4328-9983-8AB33438CE88}"/>
          </ac:spMkLst>
        </pc:spChg>
        <pc:picChg chg="add mod">
          <ac:chgData name="Giusti, Gianluca (PG/R - Sch of Biosci &amp; Med)" userId="cd89f1a1-d897-4e8b-bf98-1ba19356bc61" providerId="ADAL" clId="{FD45938E-BB37-4A3C-A54D-9AB801E667ED}" dt="2022-11-25T17:48:40.019" v="7613"/>
          <ac:picMkLst>
            <pc:docMk/>
            <pc:sldMk cId="2510439249" sldId="556"/>
            <ac:picMk id="4" creationId="{250123E9-A0D5-BEB4-490B-F4B5458C5FC0}"/>
          </ac:picMkLst>
        </pc:picChg>
        <pc:cxnChg chg="add mod">
          <ac:chgData name="Giusti, Gianluca (PG/R - Sch of Biosci &amp; Med)" userId="cd89f1a1-d897-4e8b-bf98-1ba19356bc61" providerId="ADAL" clId="{FD45938E-BB37-4A3C-A54D-9AB801E667ED}" dt="2022-11-25T17:48:40.019" v="7613"/>
          <ac:cxnSpMkLst>
            <pc:docMk/>
            <pc:sldMk cId="2510439249" sldId="556"/>
            <ac:cxnSpMk id="6" creationId="{B43158D5-F6AA-1F5A-1AE5-B246DDE435B3}"/>
          </ac:cxnSpMkLst>
        </pc:cxnChg>
      </pc:sldChg>
      <pc:sldChg chg="addSp delSp modSp new mod modShow modNotesTx">
        <pc:chgData name="Giusti, Gianluca (PG/R - Sch of Biosci &amp; Med)" userId="cd89f1a1-d897-4e8b-bf98-1ba19356bc61" providerId="ADAL" clId="{FD45938E-BB37-4A3C-A54D-9AB801E667ED}" dt="2022-11-25T17:42:49.743" v="7514" actId="20577"/>
        <pc:sldMkLst>
          <pc:docMk/>
          <pc:sldMk cId="391891110" sldId="557"/>
        </pc:sldMkLst>
        <pc:spChg chg="add del mod">
          <ac:chgData name="Giusti, Gianluca (PG/R - Sch of Biosci &amp; Med)" userId="cd89f1a1-d897-4e8b-bf98-1ba19356bc61" providerId="ADAL" clId="{FD45938E-BB37-4A3C-A54D-9AB801E667ED}" dt="2022-11-24T15:47:53.823" v="5191" actId="21"/>
          <ac:spMkLst>
            <pc:docMk/>
            <pc:sldMk cId="391891110" sldId="557"/>
            <ac:spMk id="3" creationId="{A21B695C-0DB4-EF54-DEEA-B6BEF7BFB00D}"/>
          </ac:spMkLst>
        </pc:spChg>
        <pc:spChg chg="add del mod">
          <ac:chgData name="Giusti, Gianluca (PG/R - Sch of Biosci &amp; Med)" userId="cd89f1a1-d897-4e8b-bf98-1ba19356bc61" providerId="ADAL" clId="{FD45938E-BB37-4A3C-A54D-9AB801E667ED}" dt="2022-11-24T15:47:53.823" v="5191" actId="21"/>
          <ac:spMkLst>
            <pc:docMk/>
            <pc:sldMk cId="391891110" sldId="557"/>
            <ac:spMk id="4" creationId="{AA925312-34E8-0BB3-315B-153334501149}"/>
          </ac:spMkLst>
        </pc:spChg>
        <pc:spChg chg="add mod">
          <ac:chgData name="Giusti, Gianluca (PG/R - Sch of Biosci &amp; Med)" userId="cd89f1a1-d897-4e8b-bf98-1ba19356bc61" providerId="ADAL" clId="{FD45938E-BB37-4A3C-A54D-9AB801E667ED}" dt="2022-11-25T12:55:59.403" v="7235" actId="404"/>
          <ac:spMkLst>
            <pc:docMk/>
            <pc:sldMk cId="391891110" sldId="557"/>
            <ac:spMk id="13" creationId="{18FDFE49-C86B-C1BB-0EB4-7795B3C4045E}"/>
          </ac:spMkLst>
        </pc:spChg>
        <pc:picChg chg="add del mod">
          <ac:chgData name="Giusti, Gianluca (PG/R - Sch of Biosci &amp; Med)" userId="cd89f1a1-d897-4e8b-bf98-1ba19356bc61" providerId="ADAL" clId="{FD45938E-BB37-4A3C-A54D-9AB801E667ED}" dt="2022-11-24T15:47:53.823" v="5191" actId="21"/>
          <ac:picMkLst>
            <pc:docMk/>
            <pc:sldMk cId="391891110" sldId="557"/>
            <ac:picMk id="2" creationId="{8700B9D0-D3B4-29A4-4F39-D95B42EE8D6B}"/>
          </ac:picMkLst>
        </pc:picChg>
        <pc:picChg chg="add mod">
          <ac:chgData name="Giusti, Gianluca (PG/R - Sch of Biosci &amp; Med)" userId="cd89f1a1-d897-4e8b-bf98-1ba19356bc61" providerId="ADAL" clId="{FD45938E-BB37-4A3C-A54D-9AB801E667ED}" dt="2022-11-25T17:35:19.558" v="7431"/>
          <ac:picMkLst>
            <pc:docMk/>
            <pc:sldMk cId="391891110" sldId="557"/>
            <ac:picMk id="2" creationId="{DB35F940-2EA4-D948-E9C0-CA4926D33507}"/>
          </ac:picMkLst>
        </pc:picChg>
        <pc:picChg chg="add del mod modCrop">
          <ac:chgData name="Giusti, Gianluca (PG/R - Sch of Biosci &amp; Med)" userId="cd89f1a1-d897-4e8b-bf98-1ba19356bc61" providerId="ADAL" clId="{FD45938E-BB37-4A3C-A54D-9AB801E667ED}" dt="2022-11-24T16:04:27.736" v="5563" actId="21"/>
          <ac:picMkLst>
            <pc:docMk/>
            <pc:sldMk cId="391891110" sldId="557"/>
            <ac:picMk id="5" creationId="{AF7FCC48-5342-3458-9117-098F8D3FE4C9}"/>
          </ac:picMkLst>
        </pc:picChg>
        <pc:picChg chg="add del mod">
          <ac:chgData name="Giusti, Gianluca (PG/R - Sch of Biosci &amp; Med)" userId="cd89f1a1-d897-4e8b-bf98-1ba19356bc61" providerId="ADAL" clId="{FD45938E-BB37-4A3C-A54D-9AB801E667ED}" dt="2022-11-24T15:54:24.726" v="5221" actId="478"/>
          <ac:picMkLst>
            <pc:docMk/>
            <pc:sldMk cId="391891110" sldId="557"/>
            <ac:picMk id="6" creationId="{D28313D6-E3A1-CE18-F23F-9B0C8FA9DFE1}"/>
          </ac:picMkLst>
        </pc:picChg>
        <pc:picChg chg="add del mod ord">
          <ac:chgData name="Giusti, Gianluca (PG/R - Sch of Biosci &amp; Med)" userId="cd89f1a1-d897-4e8b-bf98-1ba19356bc61" providerId="ADAL" clId="{FD45938E-BB37-4A3C-A54D-9AB801E667ED}" dt="2022-11-24T15:58:44.823" v="5258" actId="21"/>
          <ac:picMkLst>
            <pc:docMk/>
            <pc:sldMk cId="391891110" sldId="557"/>
            <ac:picMk id="7" creationId="{986C6E20-05EA-A8C9-CBBF-69366C2A4FE2}"/>
          </ac:picMkLst>
        </pc:picChg>
        <pc:picChg chg="add del mod">
          <ac:chgData name="Giusti, Gianluca (PG/R - Sch of Biosci &amp; Med)" userId="cd89f1a1-d897-4e8b-bf98-1ba19356bc61" providerId="ADAL" clId="{FD45938E-BB37-4A3C-A54D-9AB801E667ED}" dt="2022-11-24T16:04:27.736" v="5563" actId="21"/>
          <ac:picMkLst>
            <pc:docMk/>
            <pc:sldMk cId="391891110" sldId="557"/>
            <ac:picMk id="8" creationId="{0B0AF63F-237D-B443-629D-0B01AC98D91C}"/>
          </ac:picMkLst>
        </pc:picChg>
        <pc:picChg chg="add del mod">
          <ac:chgData name="Giusti, Gianluca (PG/R - Sch of Biosci &amp; Med)" userId="cd89f1a1-d897-4e8b-bf98-1ba19356bc61" providerId="ADAL" clId="{FD45938E-BB37-4A3C-A54D-9AB801E667ED}" dt="2022-11-24T15:58:44.823" v="5258" actId="21"/>
          <ac:picMkLst>
            <pc:docMk/>
            <pc:sldMk cId="391891110" sldId="557"/>
            <ac:picMk id="9" creationId="{3D7437A2-2431-1ED0-5585-77ED7FB4E5D1}"/>
          </ac:picMkLst>
        </pc:picChg>
        <pc:picChg chg="add mod modCrop">
          <ac:chgData name="Giusti, Gianluca (PG/R - Sch of Biosci &amp; Med)" userId="cd89f1a1-d897-4e8b-bf98-1ba19356bc61" providerId="ADAL" clId="{FD45938E-BB37-4A3C-A54D-9AB801E667ED}" dt="2022-11-25T17:37:25.461" v="7456" actId="732"/>
          <ac:picMkLst>
            <pc:docMk/>
            <pc:sldMk cId="391891110" sldId="557"/>
            <ac:picMk id="10" creationId="{64BE2A30-8C84-FD21-5B1D-CA9CD444B7E2}"/>
          </ac:picMkLst>
        </pc:picChg>
        <pc:picChg chg="add del mod">
          <ac:chgData name="Giusti, Gianluca (PG/R - Sch of Biosci &amp; Med)" userId="cd89f1a1-d897-4e8b-bf98-1ba19356bc61" providerId="ADAL" clId="{FD45938E-BB37-4A3C-A54D-9AB801E667ED}" dt="2022-11-24T16:04:27.736" v="5563" actId="21"/>
          <ac:picMkLst>
            <pc:docMk/>
            <pc:sldMk cId="391891110" sldId="557"/>
            <ac:picMk id="11" creationId="{3E395873-91CA-6702-589A-C3CFBC2C744F}"/>
          </ac:picMkLst>
        </pc:picChg>
        <pc:picChg chg="add mod">
          <ac:chgData name="Giusti, Gianluca (PG/R - Sch of Biosci &amp; Med)" userId="cd89f1a1-d897-4e8b-bf98-1ba19356bc61" providerId="ADAL" clId="{FD45938E-BB37-4A3C-A54D-9AB801E667ED}" dt="2022-11-24T16:05:39.038" v="5613" actId="1035"/>
          <ac:picMkLst>
            <pc:docMk/>
            <pc:sldMk cId="391891110" sldId="557"/>
            <ac:picMk id="12" creationId="{92CF684A-EF57-091E-31D2-6F3012DA9134}"/>
          </ac:picMkLst>
        </pc:picChg>
        <pc:picChg chg="add del mod">
          <ac:chgData name="Giusti, Gianluca (PG/R - Sch of Biosci &amp; Med)" userId="cd89f1a1-d897-4e8b-bf98-1ba19356bc61" providerId="ADAL" clId="{FD45938E-BB37-4A3C-A54D-9AB801E667ED}" dt="2022-11-25T17:35:18.471" v="7430" actId="21"/>
          <ac:picMkLst>
            <pc:docMk/>
            <pc:sldMk cId="391891110" sldId="557"/>
            <ac:picMk id="14" creationId="{FAD539FC-89B5-E723-CE99-FFC90BB95757}"/>
          </ac:picMkLst>
        </pc:picChg>
        <pc:cxnChg chg="add mod">
          <ac:chgData name="Giusti, Gianluca (PG/R - Sch of Biosci &amp; Med)" userId="cd89f1a1-d897-4e8b-bf98-1ba19356bc61" providerId="ADAL" clId="{FD45938E-BB37-4A3C-A54D-9AB801E667ED}" dt="2022-11-25T17:35:19.558" v="7431"/>
          <ac:cxnSpMkLst>
            <pc:docMk/>
            <pc:sldMk cId="391891110" sldId="557"/>
            <ac:cxnSpMk id="3" creationId="{4DA387B0-98F1-A772-02EF-90EC19E7D60E}"/>
          </ac:cxnSpMkLst>
        </pc:cxnChg>
        <pc:cxnChg chg="add del mod">
          <ac:chgData name="Giusti, Gianluca (PG/R - Sch of Biosci &amp; Med)" userId="cd89f1a1-d897-4e8b-bf98-1ba19356bc61" providerId="ADAL" clId="{FD45938E-BB37-4A3C-A54D-9AB801E667ED}" dt="2022-11-25T17:35:18.471" v="7430" actId="21"/>
          <ac:cxnSpMkLst>
            <pc:docMk/>
            <pc:sldMk cId="391891110" sldId="557"/>
            <ac:cxnSpMk id="15" creationId="{F16F4913-C004-C7EF-7E98-32D8F0F1F72B}"/>
          </ac:cxnSpMkLst>
        </pc:cxnChg>
      </pc:sldChg>
      <pc:sldChg chg="addSp delSp modSp new mod">
        <pc:chgData name="Giusti, Gianluca (PG/R - Sch of Biosci &amp; Med)" userId="cd89f1a1-d897-4e8b-bf98-1ba19356bc61" providerId="ADAL" clId="{FD45938E-BB37-4A3C-A54D-9AB801E667ED}" dt="2022-11-25T12:54:17.837" v="7210" actId="404"/>
        <pc:sldMkLst>
          <pc:docMk/>
          <pc:sldMk cId="1697432208" sldId="558"/>
        </pc:sldMkLst>
        <pc:spChg chg="add del mod">
          <ac:chgData name="Giusti, Gianluca (PG/R - Sch of Biosci &amp; Med)" userId="cd89f1a1-d897-4e8b-bf98-1ba19356bc61" providerId="ADAL" clId="{FD45938E-BB37-4A3C-A54D-9AB801E667ED}" dt="2022-11-25T12:41:58.466" v="7062" actId="22"/>
          <ac:spMkLst>
            <pc:docMk/>
            <pc:sldMk cId="1697432208" sldId="558"/>
            <ac:spMk id="4" creationId="{F8FA3334-67E7-BD9B-3E49-B5CAB30BAA31}"/>
          </ac:spMkLst>
        </pc:spChg>
        <pc:spChg chg="add del">
          <ac:chgData name="Giusti, Gianluca (PG/R - Sch of Biosci &amp; Med)" userId="cd89f1a1-d897-4e8b-bf98-1ba19356bc61" providerId="ADAL" clId="{FD45938E-BB37-4A3C-A54D-9AB801E667ED}" dt="2022-11-25T12:42:06.219" v="7065" actId="478"/>
          <ac:spMkLst>
            <pc:docMk/>
            <pc:sldMk cId="1697432208" sldId="558"/>
            <ac:spMk id="6" creationId="{42A0F671-83D3-63D5-0C09-69F8DF9674A9}"/>
          </ac:spMkLst>
        </pc:spChg>
        <pc:spChg chg="add mod">
          <ac:chgData name="Giusti, Gianluca (PG/R - Sch of Biosci &amp; Med)" userId="cd89f1a1-d897-4e8b-bf98-1ba19356bc61" providerId="ADAL" clId="{FD45938E-BB37-4A3C-A54D-9AB801E667ED}" dt="2022-11-25T12:47:40.711" v="7131" actId="14100"/>
          <ac:spMkLst>
            <pc:docMk/>
            <pc:sldMk cId="1697432208" sldId="558"/>
            <ac:spMk id="8" creationId="{BCECA2ED-3222-40AC-1CDD-D678CF4C3F2F}"/>
          </ac:spMkLst>
        </pc:spChg>
        <pc:spChg chg="add mod">
          <ac:chgData name="Giusti, Gianluca (PG/R - Sch of Biosci &amp; Med)" userId="cd89f1a1-d897-4e8b-bf98-1ba19356bc61" providerId="ADAL" clId="{FD45938E-BB37-4A3C-A54D-9AB801E667ED}" dt="2022-11-25T12:54:17.837" v="7210" actId="404"/>
          <ac:spMkLst>
            <pc:docMk/>
            <pc:sldMk cId="1697432208" sldId="558"/>
            <ac:spMk id="9" creationId="{5D521D18-B894-71AB-F73C-FFA72EB4223E}"/>
          </ac:spMkLst>
        </pc:spChg>
        <pc:spChg chg="add del mod">
          <ac:chgData name="Giusti, Gianluca (PG/R - Sch of Biosci &amp; Med)" userId="cd89f1a1-d897-4e8b-bf98-1ba19356bc61" providerId="ADAL" clId="{FD45938E-BB37-4A3C-A54D-9AB801E667ED}" dt="2022-11-25T12:43:58.332" v="7088" actId="478"/>
          <ac:spMkLst>
            <pc:docMk/>
            <pc:sldMk cId="1697432208" sldId="558"/>
            <ac:spMk id="10" creationId="{C0B332E1-FB7A-C3F6-AD87-B3A7FFB5A788}"/>
          </ac:spMkLst>
        </pc:spChg>
        <pc:spChg chg="add">
          <ac:chgData name="Giusti, Gianluca (PG/R - Sch of Biosci &amp; Med)" userId="cd89f1a1-d897-4e8b-bf98-1ba19356bc61" providerId="ADAL" clId="{FD45938E-BB37-4A3C-A54D-9AB801E667ED}" dt="2022-11-25T12:43:04.847" v="7078"/>
          <ac:spMkLst>
            <pc:docMk/>
            <pc:sldMk cId="1697432208" sldId="558"/>
            <ac:spMk id="11" creationId="{B5361E16-50AE-5520-D4EF-5D983A1BEDA4}"/>
          </ac:spMkLst>
        </pc:spChg>
        <pc:spChg chg="add">
          <ac:chgData name="Giusti, Gianluca (PG/R - Sch of Biosci &amp; Med)" userId="cd89f1a1-d897-4e8b-bf98-1ba19356bc61" providerId="ADAL" clId="{FD45938E-BB37-4A3C-A54D-9AB801E667ED}" dt="2022-11-25T12:43:04.847" v="7078"/>
          <ac:spMkLst>
            <pc:docMk/>
            <pc:sldMk cId="1697432208" sldId="558"/>
            <ac:spMk id="12" creationId="{8C527138-CD1F-E0EC-34FE-DCFFC38A4A80}"/>
          </ac:spMkLst>
        </pc:spChg>
        <pc:spChg chg="add">
          <ac:chgData name="Giusti, Gianluca (PG/R - Sch of Biosci &amp; Med)" userId="cd89f1a1-d897-4e8b-bf98-1ba19356bc61" providerId="ADAL" clId="{FD45938E-BB37-4A3C-A54D-9AB801E667ED}" dt="2022-11-25T12:43:04.847" v="7078"/>
          <ac:spMkLst>
            <pc:docMk/>
            <pc:sldMk cId="1697432208" sldId="558"/>
            <ac:spMk id="13" creationId="{6C7722E4-F4D4-8143-08F8-437BC760B656}"/>
          </ac:spMkLst>
        </pc:spChg>
        <pc:spChg chg="add">
          <ac:chgData name="Giusti, Gianluca (PG/R - Sch of Biosci &amp; Med)" userId="cd89f1a1-d897-4e8b-bf98-1ba19356bc61" providerId="ADAL" clId="{FD45938E-BB37-4A3C-A54D-9AB801E667ED}" dt="2022-11-25T12:43:04.847" v="7078"/>
          <ac:spMkLst>
            <pc:docMk/>
            <pc:sldMk cId="1697432208" sldId="558"/>
            <ac:spMk id="14" creationId="{AF4EA7D2-74A1-0A91-E1E6-54A84DBB9C3A}"/>
          </ac:spMkLst>
        </pc:spChg>
        <pc:spChg chg="add">
          <ac:chgData name="Giusti, Gianluca (PG/R - Sch of Biosci &amp; Med)" userId="cd89f1a1-d897-4e8b-bf98-1ba19356bc61" providerId="ADAL" clId="{FD45938E-BB37-4A3C-A54D-9AB801E667ED}" dt="2022-11-25T12:43:04.847" v="7078"/>
          <ac:spMkLst>
            <pc:docMk/>
            <pc:sldMk cId="1697432208" sldId="558"/>
            <ac:spMk id="15" creationId="{4FFC0F1D-410C-10F0-8295-88BFFFFD1E2E}"/>
          </ac:spMkLst>
        </pc:spChg>
        <pc:spChg chg="add">
          <ac:chgData name="Giusti, Gianluca (PG/R - Sch of Biosci &amp; Med)" userId="cd89f1a1-d897-4e8b-bf98-1ba19356bc61" providerId="ADAL" clId="{FD45938E-BB37-4A3C-A54D-9AB801E667ED}" dt="2022-11-25T12:43:04.847" v="7078"/>
          <ac:spMkLst>
            <pc:docMk/>
            <pc:sldMk cId="1697432208" sldId="558"/>
            <ac:spMk id="16" creationId="{8919594E-B534-C0B4-91C8-E7A2B51FB7EA}"/>
          </ac:spMkLst>
        </pc:spChg>
        <pc:spChg chg="add">
          <ac:chgData name="Giusti, Gianluca (PG/R - Sch of Biosci &amp; Med)" userId="cd89f1a1-d897-4e8b-bf98-1ba19356bc61" providerId="ADAL" clId="{FD45938E-BB37-4A3C-A54D-9AB801E667ED}" dt="2022-11-25T12:43:04.847" v="7078"/>
          <ac:spMkLst>
            <pc:docMk/>
            <pc:sldMk cId="1697432208" sldId="558"/>
            <ac:spMk id="17" creationId="{7D757E49-E188-9E2F-B22F-E326F4CF5B86}"/>
          </ac:spMkLst>
        </pc:spChg>
        <pc:spChg chg="add del mod">
          <ac:chgData name="Giusti, Gianluca (PG/R - Sch of Biosci &amp; Med)" userId="cd89f1a1-d897-4e8b-bf98-1ba19356bc61" providerId="ADAL" clId="{FD45938E-BB37-4A3C-A54D-9AB801E667ED}" dt="2022-11-25T12:52:20.502" v="7145" actId="478"/>
          <ac:spMkLst>
            <pc:docMk/>
            <pc:sldMk cId="1697432208" sldId="558"/>
            <ac:spMk id="18" creationId="{E302D845-201E-29DB-33E2-83F8E5792B4F}"/>
          </ac:spMkLst>
        </pc:spChg>
        <pc:spChg chg="add del mod">
          <ac:chgData name="Giusti, Gianluca (PG/R - Sch of Biosci &amp; Med)" userId="cd89f1a1-d897-4e8b-bf98-1ba19356bc61" providerId="ADAL" clId="{FD45938E-BB37-4A3C-A54D-9AB801E667ED}" dt="2022-11-25T12:45:30.012" v="7103"/>
          <ac:spMkLst>
            <pc:docMk/>
            <pc:sldMk cId="1697432208" sldId="558"/>
            <ac:spMk id="20" creationId="{311014D3-6CA3-6112-20E5-17196BE26CA1}"/>
          </ac:spMkLst>
        </pc:spChg>
        <pc:spChg chg="add mod">
          <ac:chgData name="Giusti, Gianluca (PG/R - Sch of Biosci &amp; Med)" userId="cd89f1a1-d897-4e8b-bf98-1ba19356bc61" providerId="ADAL" clId="{FD45938E-BB37-4A3C-A54D-9AB801E667ED}" dt="2022-11-25T12:50:25.903" v="7140" actId="20577"/>
          <ac:spMkLst>
            <pc:docMk/>
            <pc:sldMk cId="1697432208" sldId="558"/>
            <ac:spMk id="22" creationId="{C5E35BBE-D00C-843F-8808-6355FA4B57D7}"/>
          </ac:spMkLst>
        </pc:spChg>
        <pc:picChg chg="add del mod">
          <ac:chgData name="Giusti, Gianluca (PG/R - Sch of Biosci &amp; Med)" userId="cd89f1a1-d897-4e8b-bf98-1ba19356bc61" providerId="ADAL" clId="{FD45938E-BB37-4A3C-A54D-9AB801E667ED}" dt="2022-11-25T12:44:15.040" v="7089" actId="478"/>
          <ac:picMkLst>
            <pc:docMk/>
            <pc:sldMk cId="1697432208" sldId="558"/>
            <ac:picMk id="2" creationId="{0527542A-AE7E-3C7E-74B3-FCB4CF222AE9}"/>
          </ac:picMkLst>
        </pc:picChg>
        <pc:picChg chg="add mod">
          <ac:chgData name="Giusti, Gianluca (PG/R - Sch of Biosci &amp; Med)" userId="cd89f1a1-d897-4e8b-bf98-1ba19356bc61" providerId="ADAL" clId="{FD45938E-BB37-4A3C-A54D-9AB801E667ED}" dt="2022-11-25T12:52:26.230" v="7146"/>
          <ac:picMkLst>
            <pc:docMk/>
            <pc:sldMk cId="1697432208" sldId="558"/>
            <ac:picMk id="23" creationId="{210B18C7-CD3B-A6C4-B411-6EA92264986F}"/>
          </ac:picMkLst>
        </pc:picChg>
        <pc:picChg chg="add mod">
          <ac:chgData name="Giusti, Gianluca (PG/R - Sch of Biosci &amp; Med)" userId="cd89f1a1-d897-4e8b-bf98-1ba19356bc61" providerId="ADAL" clId="{FD45938E-BB37-4A3C-A54D-9AB801E667ED}" dt="2022-11-25T12:51:18.331" v="7142" actId="1076"/>
          <ac:picMkLst>
            <pc:docMk/>
            <pc:sldMk cId="1697432208" sldId="558"/>
            <ac:picMk id="1026" creationId="{1BC8D620-28E9-E7B9-0BF5-61594F1E9A73}"/>
          </ac:picMkLst>
        </pc:picChg>
        <pc:cxnChg chg="add mod">
          <ac:chgData name="Giusti, Gianluca (PG/R - Sch of Biosci &amp; Med)" userId="cd89f1a1-d897-4e8b-bf98-1ba19356bc61" providerId="ADAL" clId="{FD45938E-BB37-4A3C-A54D-9AB801E667ED}" dt="2022-11-25T12:52:26.230" v="7146"/>
          <ac:cxnSpMkLst>
            <pc:docMk/>
            <pc:sldMk cId="1697432208" sldId="558"/>
            <ac:cxnSpMk id="24" creationId="{6E71B7A2-542F-4819-2CFB-18C3D13361CC}"/>
          </ac:cxnSpMkLst>
        </pc:cxnChg>
      </pc:sldChg>
      <pc:sldChg chg="add del">
        <pc:chgData name="Giusti, Gianluca (PG/R - Sch of Biosci &amp; Med)" userId="cd89f1a1-d897-4e8b-bf98-1ba19356bc61" providerId="ADAL" clId="{FD45938E-BB37-4A3C-A54D-9AB801E667ED}" dt="2022-11-24T16:05:31.484" v="5603" actId="47"/>
        <pc:sldMkLst>
          <pc:docMk/>
          <pc:sldMk cId="2382974008" sldId="558"/>
        </pc:sldMkLst>
      </pc:sldChg>
      <pc:sldChg chg="addSp delSp modSp new mod modShow modNotesTx">
        <pc:chgData name="Giusti, Gianluca (PG/R - Sch of Biosci &amp; Med)" userId="cd89f1a1-d897-4e8b-bf98-1ba19356bc61" providerId="ADAL" clId="{FD45938E-BB37-4A3C-A54D-9AB801E667ED}" dt="2022-11-25T17:43:28.570" v="7520" actId="729"/>
        <pc:sldMkLst>
          <pc:docMk/>
          <pc:sldMk cId="3630019460" sldId="559"/>
        </pc:sldMkLst>
        <pc:spChg chg="add del mod">
          <ac:chgData name="Giusti, Gianluca (PG/R - Sch of Biosci &amp; Med)" userId="cd89f1a1-d897-4e8b-bf98-1ba19356bc61" providerId="ADAL" clId="{FD45938E-BB37-4A3C-A54D-9AB801E667ED}" dt="2022-11-25T17:35:08.889" v="7428" actId="478"/>
          <ac:spMkLst>
            <pc:docMk/>
            <pc:sldMk cId="3630019460" sldId="559"/>
            <ac:spMk id="2" creationId="{1DDE4DFD-CF21-A516-DFFE-80BA2CE2452D}"/>
          </ac:spMkLst>
        </pc:spChg>
        <pc:spChg chg="add del mod">
          <ac:chgData name="Giusti, Gianluca (PG/R - Sch of Biosci &amp; Med)" userId="cd89f1a1-d897-4e8b-bf98-1ba19356bc61" providerId="ADAL" clId="{FD45938E-BB37-4A3C-A54D-9AB801E667ED}" dt="2022-11-25T17:35:08.889" v="7428" actId="478"/>
          <ac:spMkLst>
            <pc:docMk/>
            <pc:sldMk cId="3630019460" sldId="559"/>
            <ac:spMk id="3" creationId="{2D0A60C0-F62E-83FE-29C0-3EAB1484C5C8}"/>
          </ac:spMkLst>
        </pc:spChg>
        <pc:spChg chg="add del mod">
          <ac:chgData name="Giusti, Gianluca (PG/R - Sch of Biosci &amp; Med)" userId="cd89f1a1-d897-4e8b-bf98-1ba19356bc61" providerId="ADAL" clId="{FD45938E-BB37-4A3C-A54D-9AB801E667ED}" dt="2022-11-25T17:35:08.889" v="7428" actId="478"/>
          <ac:spMkLst>
            <pc:docMk/>
            <pc:sldMk cId="3630019460" sldId="559"/>
            <ac:spMk id="5" creationId="{936D35C5-93DD-B81C-BB84-243D22D84E9E}"/>
          </ac:spMkLst>
        </pc:spChg>
        <pc:spChg chg="mod">
          <ac:chgData name="Giusti, Gianluca (PG/R - Sch of Biosci &amp; Med)" userId="cd89f1a1-d897-4e8b-bf98-1ba19356bc61" providerId="ADAL" clId="{FD45938E-BB37-4A3C-A54D-9AB801E667ED}" dt="2022-11-25T17:35:06.968" v="7427"/>
          <ac:spMkLst>
            <pc:docMk/>
            <pc:sldMk cId="3630019460" sldId="559"/>
            <ac:spMk id="9" creationId="{F048FF18-26E4-B846-E46B-1915ACFB285B}"/>
          </ac:spMkLst>
        </pc:spChg>
        <pc:spChg chg="mod">
          <ac:chgData name="Giusti, Gianluca (PG/R - Sch of Biosci &amp; Med)" userId="cd89f1a1-d897-4e8b-bf98-1ba19356bc61" providerId="ADAL" clId="{FD45938E-BB37-4A3C-A54D-9AB801E667ED}" dt="2022-11-25T17:35:06.968" v="7427"/>
          <ac:spMkLst>
            <pc:docMk/>
            <pc:sldMk cId="3630019460" sldId="559"/>
            <ac:spMk id="10" creationId="{BE19ED89-F6F3-7746-7E7C-494C62B3436A}"/>
          </ac:spMkLst>
        </pc:spChg>
        <pc:spChg chg="add del mod">
          <ac:chgData name="Giusti, Gianluca (PG/R - Sch of Biosci &amp; Med)" userId="cd89f1a1-d897-4e8b-bf98-1ba19356bc61" providerId="ADAL" clId="{FD45938E-BB37-4A3C-A54D-9AB801E667ED}" dt="2022-11-25T17:35:08.889" v="7428" actId="478"/>
          <ac:spMkLst>
            <pc:docMk/>
            <pc:sldMk cId="3630019460" sldId="559"/>
            <ac:spMk id="12" creationId="{89F6ED87-B45D-ABE9-013A-94951B2252E8}"/>
          </ac:spMkLst>
        </pc:spChg>
        <pc:spChg chg="add del mod">
          <ac:chgData name="Giusti, Gianluca (PG/R - Sch of Biosci &amp; Med)" userId="cd89f1a1-d897-4e8b-bf98-1ba19356bc61" providerId="ADAL" clId="{FD45938E-BB37-4A3C-A54D-9AB801E667ED}" dt="2022-11-25T17:35:08.889" v="7428" actId="478"/>
          <ac:spMkLst>
            <pc:docMk/>
            <pc:sldMk cId="3630019460" sldId="559"/>
            <ac:spMk id="15" creationId="{C58C4455-1B37-45C5-979A-EED22FE2E8AE}"/>
          </ac:spMkLst>
        </pc:spChg>
        <pc:spChg chg="add del mod">
          <ac:chgData name="Giusti, Gianluca (PG/R - Sch of Biosci &amp; Med)" userId="cd89f1a1-d897-4e8b-bf98-1ba19356bc61" providerId="ADAL" clId="{FD45938E-BB37-4A3C-A54D-9AB801E667ED}" dt="2022-11-25T17:35:08.889" v="7428" actId="478"/>
          <ac:spMkLst>
            <pc:docMk/>
            <pc:sldMk cId="3630019460" sldId="559"/>
            <ac:spMk id="16" creationId="{F4B23A92-501C-2045-0A81-A1ADFD88ECC1}"/>
          </ac:spMkLst>
        </pc:spChg>
        <pc:spChg chg="add mod">
          <ac:chgData name="Giusti, Gianluca (PG/R - Sch of Biosci &amp; Med)" userId="cd89f1a1-d897-4e8b-bf98-1ba19356bc61" providerId="ADAL" clId="{FD45938E-BB37-4A3C-A54D-9AB801E667ED}" dt="2022-11-25T17:36:58.492" v="7450" actId="1076"/>
          <ac:spMkLst>
            <pc:docMk/>
            <pc:sldMk cId="3630019460" sldId="559"/>
            <ac:spMk id="21" creationId="{A4D74976-05AC-30A4-2710-F9B39B779ECC}"/>
          </ac:spMkLst>
        </pc:spChg>
        <pc:grpChg chg="add del mod">
          <ac:chgData name="Giusti, Gianluca (PG/R - Sch of Biosci &amp; Med)" userId="cd89f1a1-d897-4e8b-bf98-1ba19356bc61" providerId="ADAL" clId="{FD45938E-BB37-4A3C-A54D-9AB801E667ED}" dt="2022-11-25T17:35:08.889" v="7428" actId="478"/>
          <ac:grpSpMkLst>
            <pc:docMk/>
            <pc:sldMk cId="3630019460" sldId="559"/>
            <ac:grpSpMk id="7" creationId="{A31859DB-8B83-0E6B-A0BD-2B527935D16F}"/>
          </ac:grpSpMkLst>
        </pc:grpChg>
        <pc:picChg chg="add del mod">
          <ac:chgData name="Giusti, Gianluca (PG/R - Sch of Biosci &amp; Med)" userId="cd89f1a1-d897-4e8b-bf98-1ba19356bc61" providerId="ADAL" clId="{FD45938E-BB37-4A3C-A54D-9AB801E667ED}" dt="2022-11-25T17:35:08.889" v="7428" actId="478"/>
          <ac:picMkLst>
            <pc:docMk/>
            <pc:sldMk cId="3630019460" sldId="559"/>
            <ac:picMk id="4" creationId="{AAC9C7E0-0381-5371-530B-20FDC0322680}"/>
          </ac:picMkLst>
        </pc:picChg>
        <pc:picChg chg="mod">
          <ac:chgData name="Giusti, Gianluca (PG/R - Sch of Biosci &amp; Med)" userId="cd89f1a1-d897-4e8b-bf98-1ba19356bc61" providerId="ADAL" clId="{FD45938E-BB37-4A3C-A54D-9AB801E667ED}" dt="2022-11-25T17:35:06.968" v="7427"/>
          <ac:picMkLst>
            <pc:docMk/>
            <pc:sldMk cId="3630019460" sldId="559"/>
            <ac:picMk id="8" creationId="{57B8FCFA-D47C-9F4B-D9DF-53EBFC6205F3}"/>
          </ac:picMkLst>
        </pc:picChg>
        <pc:picChg chg="add del mod modCrop">
          <ac:chgData name="Giusti, Gianluca (PG/R - Sch of Biosci &amp; Med)" userId="cd89f1a1-d897-4e8b-bf98-1ba19356bc61" providerId="ADAL" clId="{FD45938E-BB37-4A3C-A54D-9AB801E667ED}" dt="2022-11-25T17:37:50.893" v="7468" actId="21"/>
          <ac:picMkLst>
            <pc:docMk/>
            <pc:sldMk cId="3630019460" sldId="559"/>
            <ac:picMk id="17" creationId="{A299A226-24B3-30E8-C830-BF650F6B41E4}"/>
          </ac:picMkLst>
        </pc:picChg>
        <pc:picChg chg="add mod">
          <ac:chgData name="Giusti, Gianluca (PG/R - Sch of Biosci &amp; Med)" userId="cd89f1a1-d897-4e8b-bf98-1ba19356bc61" providerId="ADAL" clId="{FD45938E-BB37-4A3C-A54D-9AB801E667ED}" dt="2022-11-25T17:35:21.247" v="7432"/>
          <ac:picMkLst>
            <pc:docMk/>
            <pc:sldMk cId="3630019460" sldId="559"/>
            <ac:picMk id="18" creationId="{063B9A58-E3A2-A4F3-ED93-8D1806BB22E6}"/>
          </ac:picMkLst>
        </pc:picChg>
        <pc:picChg chg="add del mod">
          <ac:chgData name="Giusti, Gianluca (PG/R - Sch of Biosci &amp; Med)" userId="cd89f1a1-d897-4e8b-bf98-1ba19356bc61" providerId="ADAL" clId="{FD45938E-BB37-4A3C-A54D-9AB801E667ED}" dt="2022-11-25T17:37:50.893" v="7468" actId="21"/>
          <ac:picMkLst>
            <pc:docMk/>
            <pc:sldMk cId="3630019460" sldId="559"/>
            <ac:picMk id="22" creationId="{878A9C73-0C37-9825-C729-9AD9679A4437}"/>
          </ac:picMkLst>
        </pc:picChg>
        <pc:picChg chg="add del mod">
          <ac:chgData name="Giusti, Gianluca (PG/R - Sch of Biosci &amp; Med)" userId="cd89f1a1-d897-4e8b-bf98-1ba19356bc61" providerId="ADAL" clId="{FD45938E-BB37-4A3C-A54D-9AB801E667ED}" dt="2022-11-25T17:37:50.893" v="7468" actId="21"/>
          <ac:picMkLst>
            <pc:docMk/>
            <pc:sldMk cId="3630019460" sldId="559"/>
            <ac:picMk id="23" creationId="{01864F9E-85CA-AABA-1A69-2748F3655B7D}"/>
          </ac:picMkLst>
        </pc:picChg>
        <pc:picChg chg="add mod">
          <ac:chgData name="Giusti, Gianluca (PG/R - Sch of Biosci &amp; Med)" userId="cd89f1a1-d897-4e8b-bf98-1ba19356bc61" providerId="ADAL" clId="{FD45938E-BB37-4A3C-A54D-9AB801E667ED}" dt="2022-11-25T17:37:57.108" v="7484" actId="1036"/>
          <ac:picMkLst>
            <pc:docMk/>
            <pc:sldMk cId="3630019460" sldId="559"/>
            <ac:picMk id="24" creationId="{4A2D789F-0635-1E80-A116-A80C7109FA0B}"/>
          </ac:picMkLst>
        </pc:picChg>
        <pc:cxnChg chg="add del mod">
          <ac:chgData name="Giusti, Gianluca (PG/R - Sch of Biosci &amp; Med)" userId="cd89f1a1-d897-4e8b-bf98-1ba19356bc61" providerId="ADAL" clId="{FD45938E-BB37-4A3C-A54D-9AB801E667ED}" dt="2022-11-25T17:35:08.889" v="7428" actId="478"/>
          <ac:cxnSpMkLst>
            <pc:docMk/>
            <pc:sldMk cId="3630019460" sldId="559"/>
            <ac:cxnSpMk id="6" creationId="{87219861-E754-DBB0-7D06-4E77D45F0791}"/>
          </ac:cxnSpMkLst>
        </pc:cxnChg>
        <pc:cxnChg chg="add del mod">
          <ac:chgData name="Giusti, Gianluca (PG/R - Sch of Biosci &amp; Med)" userId="cd89f1a1-d897-4e8b-bf98-1ba19356bc61" providerId="ADAL" clId="{FD45938E-BB37-4A3C-A54D-9AB801E667ED}" dt="2022-11-25T17:35:08.889" v="7428" actId="478"/>
          <ac:cxnSpMkLst>
            <pc:docMk/>
            <pc:sldMk cId="3630019460" sldId="559"/>
            <ac:cxnSpMk id="11" creationId="{15CBB7BC-E76B-9083-3DDB-9E46E80E3A77}"/>
          </ac:cxnSpMkLst>
        </pc:cxnChg>
        <pc:cxnChg chg="add del mod">
          <ac:chgData name="Giusti, Gianluca (PG/R - Sch of Biosci &amp; Med)" userId="cd89f1a1-d897-4e8b-bf98-1ba19356bc61" providerId="ADAL" clId="{FD45938E-BB37-4A3C-A54D-9AB801E667ED}" dt="2022-11-25T17:35:08.889" v="7428" actId="478"/>
          <ac:cxnSpMkLst>
            <pc:docMk/>
            <pc:sldMk cId="3630019460" sldId="559"/>
            <ac:cxnSpMk id="13" creationId="{0F34AD17-570D-AB48-F6A7-2186277CB1AE}"/>
          </ac:cxnSpMkLst>
        </pc:cxnChg>
        <pc:cxnChg chg="add del mod">
          <ac:chgData name="Giusti, Gianluca (PG/R - Sch of Biosci &amp; Med)" userId="cd89f1a1-d897-4e8b-bf98-1ba19356bc61" providerId="ADAL" clId="{FD45938E-BB37-4A3C-A54D-9AB801E667ED}" dt="2022-11-25T17:35:08.889" v="7428" actId="478"/>
          <ac:cxnSpMkLst>
            <pc:docMk/>
            <pc:sldMk cId="3630019460" sldId="559"/>
            <ac:cxnSpMk id="14" creationId="{FE145AE7-B323-06EE-94C1-D313E883AB63}"/>
          </ac:cxnSpMkLst>
        </pc:cxnChg>
        <pc:cxnChg chg="add mod">
          <ac:chgData name="Giusti, Gianluca (PG/R - Sch of Biosci &amp; Med)" userId="cd89f1a1-d897-4e8b-bf98-1ba19356bc61" providerId="ADAL" clId="{FD45938E-BB37-4A3C-A54D-9AB801E667ED}" dt="2022-11-25T17:35:21.247" v="7432"/>
          <ac:cxnSpMkLst>
            <pc:docMk/>
            <pc:sldMk cId="3630019460" sldId="559"/>
            <ac:cxnSpMk id="19" creationId="{4832BA28-927E-2D1E-9023-B693FB25F9C2}"/>
          </ac:cxnSpMkLst>
        </pc:cxnChg>
      </pc:sldChg>
      <pc:sldChg chg="new del">
        <pc:chgData name="Giusti, Gianluca (PG/R - Sch of Biosci &amp; Med)" userId="cd89f1a1-d897-4e8b-bf98-1ba19356bc61" providerId="ADAL" clId="{FD45938E-BB37-4A3C-A54D-9AB801E667ED}" dt="2022-11-25T17:45:30.316" v="7525" actId="47"/>
        <pc:sldMkLst>
          <pc:docMk/>
          <pc:sldMk cId="2821601178" sldId="560"/>
        </pc:sldMkLst>
      </pc:sldChg>
      <pc:sldChg chg="addSp delSp modSp new mod modShow">
        <pc:chgData name="Giusti, Gianluca (PG/R - Sch of Biosci &amp; Med)" userId="cd89f1a1-d897-4e8b-bf98-1ba19356bc61" providerId="ADAL" clId="{FD45938E-BB37-4A3C-A54D-9AB801E667ED}" dt="2022-11-25T17:55:18.076" v="7692"/>
        <pc:sldMkLst>
          <pc:docMk/>
          <pc:sldMk cId="3008948560" sldId="560"/>
        </pc:sldMkLst>
        <pc:spChg chg="add del mod">
          <ac:chgData name="Giusti, Gianluca (PG/R - Sch of Biosci &amp; Med)" userId="cd89f1a1-d897-4e8b-bf98-1ba19356bc61" providerId="ADAL" clId="{FD45938E-BB37-4A3C-A54D-9AB801E667ED}" dt="2022-11-25T17:49:29.326" v="7616" actId="21"/>
          <ac:spMkLst>
            <pc:docMk/>
            <pc:sldMk cId="3008948560" sldId="560"/>
            <ac:spMk id="2" creationId="{E1292FDD-B42D-4F62-1B5C-C5BEDDA921E6}"/>
          </ac:spMkLst>
        </pc:spChg>
        <pc:spChg chg="add del mod">
          <ac:chgData name="Giusti, Gianluca (PG/R - Sch of Biosci &amp; Med)" userId="cd89f1a1-d897-4e8b-bf98-1ba19356bc61" providerId="ADAL" clId="{FD45938E-BB37-4A3C-A54D-9AB801E667ED}" dt="2022-11-25T17:49:29.326" v="7616" actId="21"/>
          <ac:spMkLst>
            <pc:docMk/>
            <pc:sldMk cId="3008948560" sldId="560"/>
            <ac:spMk id="3" creationId="{0A7F7975-9F3C-DC55-E775-951C0BC22E1D}"/>
          </ac:spMkLst>
        </pc:spChg>
        <pc:spChg chg="add del mod">
          <ac:chgData name="Giusti, Gianluca (PG/R - Sch of Biosci &amp; Med)" userId="cd89f1a1-d897-4e8b-bf98-1ba19356bc61" providerId="ADAL" clId="{FD45938E-BB37-4A3C-A54D-9AB801E667ED}" dt="2022-11-25T17:49:29.326" v="7616" actId="21"/>
          <ac:spMkLst>
            <pc:docMk/>
            <pc:sldMk cId="3008948560" sldId="560"/>
            <ac:spMk id="4" creationId="{C6A6E688-A54C-DE5A-15A3-67FF2D61725D}"/>
          </ac:spMkLst>
        </pc:spChg>
        <pc:spChg chg="add del mod">
          <ac:chgData name="Giusti, Gianluca (PG/R - Sch of Biosci &amp; Med)" userId="cd89f1a1-d897-4e8b-bf98-1ba19356bc61" providerId="ADAL" clId="{FD45938E-BB37-4A3C-A54D-9AB801E667ED}" dt="2022-11-25T17:49:29.326" v="7616" actId="21"/>
          <ac:spMkLst>
            <pc:docMk/>
            <pc:sldMk cId="3008948560" sldId="560"/>
            <ac:spMk id="5" creationId="{C2ADD16E-99AA-DF80-78CE-19566920280A}"/>
          </ac:spMkLst>
        </pc:spChg>
        <pc:spChg chg="add del mod">
          <ac:chgData name="Giusti, Gianluca (PG/R - Sch of Biosci &amp; Med)" userId="cd89f1a1-d897-4e8b-bf98-1ba19356bc61" providerId="ADAL" clId="{FD45938E-BB37-4A3C-A54D-9AB801E667ED}" dt="2022-11-25T17:49:29.326" v="7616" actId="21"/>
          <ac:spMkLst>
            <pc:docMk/>
            <pc:sldMk cId="3008948560" sldId="560"/>
            <ac:spMk id="6" creationId="{ABEC59F9-8589-933A-1C40-EC834FF4A959}"/>
          </ac:spMkLst>
        </pc:spChg>
        <pc:spChg chg="add del mod">
          <ac:chgData name="Giusti, Gianluca (PG/R - Sch of Biosci &amp; Med)" userId="cd89f1a1-d897-4e8b-bf98-1ba19356bc61" providerId="ADAL" clId="{FD45938E-BB37-4A3C-A54D-9AB801E667ED}" dt="2022-11-25T17:49:29.326" v="7616" actId="21"/>
          <ac:spMkLst>
            <pc:docMk/>
            <pc:sldMk cId="3008948560" sldId="560"/>
            <ac:spMk id="7" creationId="{219ED680-28D2-6F96-CE09-6A51D2E6872B}"/>
          </ac:spMkLst>
        </pc:spChg>
        <pc:spChg chg="add del mod">
          <ac:chgData name="Giusti, Gianluca (PG/R - Sch of Biosci &amp; Med)" userId="cd89f1a1-d897-4e8b-bf98-1ba19356bc61" providerId="ADAL" clId="{FD45938E-BB37-4A3C-A54D-9AB801E667ED}" dt="2022-11-25T17:49:29.326" v="7616" actId="21"/>
          <ac:spMkLst>
            <pc:docMk/>
            <pc:sldMk cId="3008948560" sldId="560"/>
            <ac:spMk id="8" creationId="{0032A54E-27CD-8F92-05D9-6BB01115C0F0}"/>
          </ac:spMkLst>
        </pc:spChg>
        <pc:spChg chg="add mod">
          <ac:chgData name="Giusti, Gianluca (PG/R - Sch of Biosci &amp; Med)" userId="cd89f1a1-d897-4e8b-bf98-1ba19356bc61" providerId="ADAL" clId="{FD45938E-BB37-4A3C-A54D-9AB801E667ED}" dt="2022-11-25T17:55:12.526" v="7691" actId="1076"/>
          <ac:spMkLst>
            <pc:docMk/>
            <pc:sldMk cId="3008948560" sldId="560"/>
            <ac:spMk id="10" creationId="{B4534789-656F-FF38-3D02-E43CFD062BA9}"/>
          </ac:spMkLst>
        </pc:spChg>
        <pc:spChg chg="add del mod">
          <ac:chgData name="Giusti, Gianluca (PG/R - Sch of Biosci &amp; Med)" userId="cd89f1a1-d897-4e8b-bf98-1ba19356bc61" providerId="ADAL" clId="{FD45938E-BB37-4A3C-A54D-9AB801E667ED}" dt="2022-11-25T17:54:48.019" v="7680" actId="21"/>
          <ac:spMkLst>
            <pc:docMk/>
            <pc:sldMk cId="3008948560" sldId="560"/>
            <ac:spMk id="15" creationId="{16685F5D-5A4E-CE37-E6D3-706A00CB9BFD}"/>
          </ac:spMkLst>
        </pc:spChg>
        <pc:picChg chg="add del mod">
          <ac:chgData name="Giusti, Gianluca (PG/R - Sch of Biosci &amp; Med)" userId="cd89f1a1-d897-4e8b-bf98-1ba19356bc61" providerId="ADAL" clId="{FD45938E-BB37-4A3C-A54D-9AB801E667ED}" dt="2022-11-25T17:49:29.326" v="7616" actId="21"/>
          <ac:picMkLst>
            <pc:docMk/>
            <pc:sldMk cId="3008948560" sldId="560"/>
            <ac:picMk id="9" creationId="{F2C1F685-DBC1-751E-25D5-DE07951761E5}"/>
          </ac:picMkLst>
        </pc:picChg>
        <pc:picChg chg="add del mod modCrop">
          <ac:chgData name="Giusti, Gianluca (PG/R - Sch of Biosci &amp; Med)" userId="cd89f1a1-d897-4e8b-bf98-1ba19356bc61" providerId="ADAL" clId="{FD45938E-BB37-4A3C-A54D-9AB801E667ED}" dt="2022-11-25T17:54:48.019" v="7680" actId="21"/>
          <ac:picMkLst>
            <pc:docMk/>
            <pc:sldMk cId="3008948560" sldId="560"/>
            <ac:picMk id="11" creationId="{C0411565-EE98-E6BA-4C8A-C302ACBE8D7B}"/>
          </ac:picMkLst>
        </pc:picChg>
        <pc:picChg chg="add del mod">
          <ac:chgData name="Giusti, Gianluca (PG/R - Sch of Biosci &amp; Med)" userId="cd89f1a1-d897-4e8b-bf98-1ba19356bc61" providerId="ADAL" clId="{FD45938E-BB37-4A3C-A54D-9AB801E667ED}" dt="2022-11-25T17:52:08.027" v="7639" actId="478"/>
          <ac:picMkLst>
            <pc:docMk/>
            <pc:sldMk cId="3008948560" sldId="560"/>
            <ac:picMk id="12" creationId="{FA34F02C-5386-1609-FAFA-2BBCDE3A1FCE}"/>
          </ac:picMkLst>
        </pc:picChg>
        <pc:picChg chg="add mod ord modCrop">
          <ac:chgData name="Giusti, Gianluca (PG/R - Sch of Biosci &amp; Med)" userId="cd89f1a1-d897-4e8b-bf98-1ba19356bc61" providerId="ADAL" clId="{FD45938E-BB37-4A3C-A54D-9AB801E667ED}" dt="2022-11-25T17:55:10.060" v="7690" actId="166"/>
          <ac:picMkLst>
            <pc:docMk/>
            <pc:sldMk cId="3008948560" sldId="560"/>
            <ac:picMk id="13" creationId="{739B43CB-09D8-8CCD-6CB9-AD3988D14865}"/>
          </ac:picMkLst>
        </pc:picChg>
        <pc:picChg chg="add del mod">
          <ac:chgData name="Giusti, Gianluca (PG/R - Sch of Biosci &amp; Med)" userId="cd89f1a1-d897-4e8b-bf98-1ba19356bc61" providerId="ADAL" clId="{FD45938E-BB37-4A3C-A54D-9AB801E667ED}" dt="2022-11-25T17:54:48.019" v="7680" actId="21"/>
          <ac:picMkLst>
            <pc:docMk/>
            <pc:sldMk cId="3008948560" sldId="560"/>
            <ac:picMk id="14" creationId="{A355C310-DB32-D4CA-F046-832537280910}"/>
          </ac:picMkLst>
        </pc:picChg>
        <pc:picChg chg="add mod">
          <ac:chgData name="Giusti, Gianluca (PG/R - Sch of Biosci &amp; Med)" userId="cd89f1a1-d897-4e8b-bf98-1ba19356bc61" providerId="ADAL" clId="{FD45938E-BB37-4A3C-A54D-9AB801E667ED}" dt="2022-11-25T17:55:04.023" v="7688" actId="1076"/>
          <ac:picMkLst>
            <pc:docMk/>
            <pc:sldMk cId="3008948560" sldId="560"/>
            <ac:picMk id="16" creationId="{14FEA802-B846-9F6A-BE75-7790085F190F}"/>
          </ac:picMkLst>
        </pc:picChg>
        <pc:picChg chg="add mod">
          <ac:chgData name="Giusti, Gianluca (PG/R - Sch of Biosci &amp; Med)" userId="cd89f1a1-d897-4e8b-bf98-1ba19356bc61" providerId="ADAL" clId="{FD45938E-BB37-4A3C-A54D-9AB801E667ED}" dt="2022-11-25T17:55:18.076" v="7692"/>
          <ac:picMkLst>
            <pc:docMk/>
            <pc:sldMk cId="3008948560" sldId="560"/>
            <ac:picMk id="17" creationId="{355D2E62-35B3-072B-A1BD-03B224444EC9}"/>
          </ac:picMkLst>
        </pc:picChg>
        <pc:cxnChg chg="add mod">
          <ac:chgData name="Giusti, Gianluca (PG/R - Sch of Biosci &amp; Med)" userId="cd89f1a1-d897-4e8b-bf98-1ba19356bc61" providerId="ADAL" clId="{FD45938E-BB37-4A3C-A54D-9AB801E667ED}" dt="2022-11-25T17:55:18.076" v="7692"/>
          <ac:cxnSpMkLst>
            <pc:docMk/>
            <pc:sldMk cId="3008948560" sldId="560"/>
            <ac:cxnSpMk id="18" creationId="{76C0C0A6-7E15-2086-C6BD-267214CA43CE}"/>
          </ac:cxnSpMkLst>
        </pc:cxnChg>
      </pc:sldChg>
      <pc:sldChg chg="new del">
        <pc:chgData name="Giusti, Gianluca (PG/R - Sch of Biosci &amp; Med)" userId="cd89f1a1-d897-4e8b-bf98-1ba19356bc61" providerId="ADAL" clId="{FD45938E-BB37-4A3C-A54D-9AB801E667ED}" dt="2022-11-25T17:45:29.466" v="7524" actId="47"/>
        <pc:sldMkLst>
          <pc:docMk/>
          <pc:sldMk cId="4033266162" sldId="561"/>
        </pc:sldMkLst>
      </pc:sldChg>
      <pc:sldMasterChg chg="delSldLayout">
        <pc:chgData name="Giusti, Gianluca (PG/R - Sch of Biosci &amp; Med)" userId="cd89f1a1-d897-4e8b-bf98-1ba19356bc61" providerId="ADAL" clId="{FD45938E-BB37-4A3C-A54D-9AB801E667ED}" dt="2022-11-21T12:48:21.274" v="87" actId="47"/>
        <pc:sldMasterMkLst>
          <pc:docMk/>
          <pc:sldMasterMk cId="153382556" sldId="2147483684"/>
        </pc:sldMasterMkLst>
        <pc:sldLayoutChg chg="del">
          <pc:chgData name="Giusti, Gianluca (PG/R - Sch of Biosci &amp; Med)" userId="cd89f1a1-d897-4e8b-bf98-1ba19356bc61" providerId="ADAL" clId="{FD45938E-BB37-4A3C-A54D-9AB801E667ED}" dt="2022-11-21T12:48:21.274" v="87" actId="47"/>
          <pc:sldLayoutMkLst>
            <pc:docMk/>
            <pc:sldMasterMk cId="153382556" sldId="2147483684"/>
            <pc:sldLayoutMk cId="3059371525" sldId="2147483696"/>
          </pc:sldLayoutMkLst>
        </pc:sldLayoutChg>
      </pc:sldMasterChg>
    </pc:docChg>
  </pc:docChgLst>
  <pc:docChgLst>
    <pc:chgData name="Giusti, Gianluca (PG/R - Sch of Biosciences)" userId="cd89f1a1-d897-4e8b-bf98-1ba19356bc61" providerId="ADAL" clId="{3DDB3660-65B4-4736-8ABA-136F6193D568}"/>
    <pc:docChg chg="undo custSel addSld delSld modSld sldOrd">
      <pc:chgData name="Giusti, Gianluca (PG/R - Sch of Biosciences)" userId="cd89f1a1-d897-4e8b-bf98-1ba19356bc61" providerId="ADAL" clId="{3DDB3660-65B4-4736-8ABA-136F6193D568}" dt="2023-07-06T16:28:02.216" v="2215" actId="47"/>
      <pc:docMkLst>
        <pc:docMk/>
      </pc:docMkLst>
      <pc:sldChg chg="addSp delSp modSp del mod">
        <pc:chgData name="Giusti, Gianluca (PG/R - Sch of Biosciences)" userId="cd89f1a1-d897-4e8b-bf98-1ba19356bc61" providerId="ADAL" clId="{3DDB3660-65B4-4736-8ABA-136F6193D568}" dt="2023-07-06T16:27:59.573" v="2211" actId="47"/>
        <pc:sldMkLst>
          <pc:docMk/>
          <pc:sldMk cId="0" sldId="257"/>
        </pc:sldMkLst>
        <pc:spChg chg="del">
          <ac:chgData name="Giusti, Gianluca (PG/R - Sch of Biosciences)" userId="cd89f1a1-d897-4e8b-bf98-1ba19356bc61" providerId="ADAL" clId="{3DDB3660-65B4-4736-8ABA-136F6193D568}" dt="2023-07-06T09:52:11.569" v="1882" actId="478"/>
          <ac:spMkLst>
            <pc:docMk/>
            <pc:sldMk cId="0" sldId="257"/>
            <ac:spMk id="1030" creationId="{2442336B-A851-99B1-6094-4FDA65CAC78C}"/>
          </ac:spMkLst>
        </pc:spChg>
        <pc:spChg chg="mod">
          <ac:chgData name="Giusti, Gianluca (PG/R - Sch of Biosciences)" userId="cd89f1a1-d897-4e8b-bf98-1ba19356bc61" providerId="ADAL" clId="{3DDB3660-65B4-4736-8ABA-136F6193D568}" dt="2023-07-06T09:53:09.425" v="1887" actId="1076"/>
          <ac:spMkLst>
            <pc:docMk/>
            <pc:sldMk cId="0" sldId="257"/>
            <ac:spMk id="1031" creationId="{ABDA18B6-1C98-843B-A47B-454E976F2501}"/>
          </ac:spMkLst>
        </pc:spChg>
        <pc:spChg chg="mod">
          <ac:chgData name="Giusti, Gianluca (PG/R - Sch of Biosciences)" userId="cd89f1a1-d897-4e8b-bf98-1ba19356bc61" providerId="ADAL" clId="{3DDB3660-65B4-4736-8ABA-136F6193D568}" dt="2023-07-06T09:53:15.648" v="1888" actId="1076"/>
          <ac:spMkLst>
            <pc:docMk/>
            <pc:sldMk cId="0" sldId="257"/>
            <ac:spMk id="1032" creationId="{2F96F6BB-177F-A69E-43DE-E89155DC2F94}"/>
          </ac:spMkLst>
        </pc:spChg>
        <pc:grpChg chg="mod">
          <ac:chgData name="Giusti, Gianluca (PG/R - Sch of Biosciences)" userId="cd89f1a1-d897-4e8b-bf98-1ba19356bc61" providerId="ADAL" clId="{3DDB3660-65B4-4736-8ABA-136F6193D568}" dt="2023-07-06T09:53:15.648" v="1888" actId="1076"/>
          <ac:grpSpMkLst>
            <pc:docMk/>
            <pc:sldMk cId="0" sldId="257"/>
            <ac:grpSpMk id="1028" creationId="{239E9E70-A3B8-449F-EBF3-D3133D70C324}"/>
          </ac:grpSpMkLst>
        </pc:grpChg>
        <pc:grpChg chg="mod">
          <ac:chgData name="Giusti, Gianluca (PG/R - Sch of Biosciences)" userId="cd89f1a1-d897-4e8b-bf98-1ba19356bc61" providerId="ADAL" clId="{3DDB3660-65B4-4736-8ABA-136F6193D568}" dt="2023-07-06T09:53:09.425" v="1887" actId="1076"/>
          <ac:grpSpMkLst>
            <pc:docMk/>
            <pc:sldMk cId="0" sldId="257"/>
            <ac:grpSpMk id="1029" creationId="{93167EBE-FE6A-D7B8-BF7C-C42F4181D905}"/>
          </ac:grpSpMkLst>
        </pc:grpChg>
        <pc:graphicFrameChg chg="mod">
          <ac:chgData name="Giusti, Gianluca (PG/R - Sch of Biosciences)" userId="cd89f1a1-d897-4e8b-bf98-1ba19356bc61" providerId="ADAL" clId="{3DDB3660-65B4-4736-8ABA-136F6193D568}" dt="2023-07-06T09:53:15.648" v="1888" actId="1076"/>
          <ac:graphicFrameMkLst>
            <pc:docMk/>
            <pc:sldMk cId="0" sldId="257"/>
            <ac:graphicFrameMk id="1026" creationId="{4FE77554-4918-8F43-A68C-3CD69EEB02E2}"/>
          </ac:graphicFrameMkLst>
        </pc:graphicFrameChg>
        <pc:graphicFrameChg chg="mod">
          <ac:chgData name="Giusti, Gianluca (PG/R - Sch of Biosciences)" userId="cd89f1a1-d897-4e8b-bf98-1ba19356bc61" providerId="ADAL" clId="{3DDB3660-65B4-4736-8ABA-136F6193D568}" dt="2023-07-06T09:53:09.425" v="1887" actId="1076"/>
          <ac:graphicFrameMkLst>
            <pc:docMk/>
            <pc:sldMk cId="0" sldId="257"/>
            <ac:graphicFrameMk id="1027" creationId="{49918022-134B-4BCB-B55C-90DD430D69C4}"/>
          </ac:graphicFrameMkLst>
        </pc:graphicFrameChg>
        <pc:picChg chg="add mod">
          <ac:chgData name="Giusti, Gianluca (PG/R - Sch of Biosciences)" userId="cd89f1a1-d897-4e8b-bf98-1ba19356bc61" providerId="ADAL" clId="{3DDB3660-65B4-4736-8ABA-136F6193D568}" dt="2023-07-06T09:57:08.479" v="2043"/>
          <ac:picMkLst>
            <pc:docMk/>
            <pc:sldMk cId="0" sldId="257"/>
            <ac:picMk id="2" creationId="{16443A50-FFE6-1B6C-7889-6E24FABC8AB3}"/>
          </ac:picMkLst>
        </pc:picChg>
        <pc:cxnChg chg="add mod">
          <ac:chgData name="Giusti, Gianluca (PG/R - Sch of Biosciences)" userId="cd89f1a1-d897-4e8b-bf98-1ba19356bc61" providerId="ADAL" clId="{3DDB3660-65B4-4736-8ABA-136F6193D568}" dt="2023-07-06T09:57:08.479" v="2043"/>
          <ac:cxnSpMkLst>
            <pc:docMk/>
            <pc:sldMk cId="0" sldId="257"/>
            <ac:cxnSpMk id="3" creationId="{DB2AC618-CAB1-76F8-A4DC-F3C3838EA9DD}"/>
          </ac:cxnSpMkLst>
        </pc:cxnChg>
      </pc:sldChg>
      <pc:sldChg chg="addSp delSp modSp del">
        <pc:chgData name="Giusti, Gianluca (PG/R - Sch of Biosciences)" userId="cd89f1a1-d897-4e8b-bf98-1ba19356bc61" providerId="ADAL" clId="{3DDB3660-65B4-4736-8ABA-136F6193D568}" dt="2023-07-06T16:28:00.910" v="2213" actId="47"/>
        <pc:sldMkLst>
          <pc:docMk/>
          <pc:sldMk cId="0" sldId="272"/>
        </pc:sldMkLst>
        <pc:spChg chg="del">
          <ac:chgData name="Giusti, Gianluca (PG/R - Sch of Biosciences)" userId="cd89f1a1-d897-4e8b-bf98-1ba19356bc61" providerId="ADAL" clId="{3DDB3660-65B4-4736-8ABA-136F6193D568}" dt="2023-07-06T09:52:07.376" v="1880" actId="478"/>
          <ac:spMkLst>
            <pc:docMk/>
            <pc:sldMk cId="0" sldId="272"/>
            <ac:spMk id="3087" creationId="{36E53246-D50B-15A9-1B8F-1FA70DD10111}"/>
          </ac:spMkLst>
        </pc:spChg>
        <pc:picChg chg="add mod">
          <ac:chgData name="Giusti, Gianluca (PG/R - Sch of Biosciences)" userId="cd89f1a1-d897-4e8b-bf98-1ba19356bc61" providerId="ADAL" clId="{3DDB3660-65B4-4736-8ABA-136F6193D568}" dt="2023-07-06T09:57:13.861" v="2045"/>
          <ac:picMkLst>
            <pc:docMk/>
            <pc:sldMk cId="0" sldId="272"/>
            <ac:picMk id="2" creationId="{26DA9B34-770B-4952-2C90-70405492C1D6}"/>
          </ac:picMkLst>
        </pc:picChg>
        <pc:cxnChg chg="add mod">
          <ac:chgData name="Giusti, Gianluca (PG/R - Sch of Biosciences)" userId="cd89f1a1-d897-4e8b-bf98-1ba19356bc61" providerId="ADAL" clId="{3DDB3660-65B4-4736-8ABA-136F6193D568}" dt="2023-07-06T09:57:13.861" v="2045"/>
          <ac:cxnSpMkLst>
            <pc:docMk/>
            <pc:sldMk cId="0" sldId="272"/>
            <ac:cxnSpMk id="3" creationId="{467DAEB0-8658-81A6-56D6-4AFFDA4AAD3C}"/>
          </ac:cxnSpMkLst>
        </pc:cxnChg>
      </pc:sldChg>
      <pc:sldChg chg="addSp delSp modSp del mod modNotesTx">
        <pc:chgData name="Giusti, Gianluca (PG/R - Sch of Biosciences)" userId="cd89f1a1-d897-4e8b-bf98-1ba19356bc61" providerId="ADAL" clId="{3DDB3660-65B4-4736-8ABA-136F6193D568}" dt="2023-07-06T16:28:01.746" v="2214" actId="47"/>
        <pc:sldMkLst>
          <pc:docMk/>
          <pc:sldMk cId="0" sldId="273"/>
        </pc:sldMkLst>
        <pc:spChg chg="add mod">
          <ac:chgData name="Giusti, Gianluca (PG/R - Sch of Biosciences)" userId="cd89f1a1-d897-4e8b-bf98-1ba19356bc61" providerId="ADAL" clId="{3DDB3660-65B4-4736-8ABA-136F6193D568}" dt="2023-07-06T09:57:23.793" v="2047" actId="1076"/>
          <ac:spMkLst>
            <pc:docMk/>
            <pc:sldMk cId="0" sldId="273"/>
            <ac:spMk id="2" creationId="{418D4441-8A07-8135-5592-59E38A423A5E}"/>
          </ac:spMkLst>
        </pc:spChg>
        <pc:spChg chg="add mod">
          <ac:chgData name="Giusti, Gianluca (PG/R - Sch of Biosciences)" userId="cd89f1a1-d897-4e8b-bf98-1ba19356bc61" providerId="ADAL" clId="{3DDB3660-65B4-4736-8ABA-136F6193D568}" dt="2023-07-06T09:57:23.793" v="2047" actId="1076"/>
          <ac:spMkLst>
            <pc:docMk/>
            <pc:sldMk cId="0" sldId="273"/>
            <ac:spMk id="3" creationId="{DABD9F5A-E75A-6FA8-175C-3C1BC75FE10E}"/>
          </ac:spMkLst>
        </pc:spChg>
        <pc:spChg chg="add mod">
          <ac:chgData name="Giusti, Gianluca (PG/R - Sch of Biosciences)" userId="cd89f1a1-d897-4e8b-bf98-1ba19356bc61" providerId="ADAL" clId="{3DDB3660-65B4-4736-8ABA-136F6193D568}" dt="2023-07-06T09:57:23.793" v="2047" actId="1076"/>
          <ac:spMkLst>
            <pc:docMk/>
            <pc:sldMk cId="0" sldId="273"/>
            <ac:spMk id="4" creationId="{76024F63-3170-7FED-D23F-72D74FAA807C}"/>
          </ac:spMkLst>
        </pc:spChg>
        <pc:spChg chg="del">
          <ac:chgData name="Giusti, Gianluca (PG/R - Sch of Biosciences)" userId="cd89f1a1-d897-4e8b-bf98-1ba19356bc61" providerId="ADAL" clId="{3DDB3660-65B4-4736-8ABA-136F6193D568}" dt="2023-07-06T09:52:05.202" v="1879" actId="478"/>
          <ac:spMkLst>
            <pc:docMk/>
            <pc:sldMk cId="0" sldId="273"/>
            <ac:spMk id="7172" creationId="{B2461F06-51EF-FAD8-A52D-91F40A124B80}"/>
          </ac:spMkLst>
        </pc:spChg>
        <pc:spChg chg="mod">
          <ac:chgData name="Giusti, Gianluca (PG/R - Sch of Biosciences)" userId="cd89f1a1-d897-4e8b-bf98-1ba19356bc61" providerId="ADAL" clId="{3DDB3660-65B4-4736-8ABA-136F6193D568}" dt="2023-07-06T09:56:31.305" v="2038" actId="1076"/>
          <ac:spMkLst>
            <pc:docMk/>
            <pc:sldMk cId="0" sldId="273"/>
            <ac:spMk id="7173" creationId="{F9376B20-AB4A-8974-6AD8-1577F3400825}"/>
          </ac:spMkLst>
        </pc:spChg>
        <pc:spChg chg="mod">
          <ac:chgData name="Giusti, Gianluca (PG/R - Sch of Biosciences)" userId="cd89f1a1-d897-4e8b-bf98-1ba19356bc61" providerId="ADAL" clId="{3DDB3660-65B4-4736-8ABA-136F6193D568}" dt="2023-07-06T09:55:13.904" v="2024" actId="1076"/>
          <ac:spMkLst>
            <pc:docMk/>
            <pc:sldMk cId="0" sldId="273"/>
            <ac:spMk id="7174" creationId="{B514FE55-BE38-8FC5-8088-18A6D398A009}"/>
          </ac:spMkLst>
        </pc:spChg>
        <pc:spChg chg="mod">
          <ac:chgData name="Giusti, Gianluca (PG/R - Sch of Biosciences)" userId="cd89f1a1-d897-4e8b-bf98-1ba19356bc61" providerId="ADAL" clId="{3DDB3660-65B4-4736-8ABA-136F6193D568}" dt="2023-07-06T09:55:24.616" v="2026" actId="1076"/>
          <ac:spMkLst>
            <pc:docMk/>
            <pc:sldMk cId="0" sldId="273"/>
            <ac:spMk id="7175" creationId="{B9281BEF-DB0A-EAF4-49F6-59648A4A3313}"/>
          </ac:spMkLst>
        </pc:spChg>
        <pc:picChg chg="add mod">
          <ac:chgData name="Giusti, Gianluca (PG/R - Sch of Biosciences)" userId="cd89f1a1-d897-4e8b-bf98-1ba19356bc61" providerId="ADAL" clId="{3DDB3660-65B4-4736-8ABA-136F6193D568}" dt="2023-07-06T09:57:16.182" v="2046"/>
          <ac:picMkLst>
            <pc:docMk/>
            <pc:sldMk cId="0" sldId="273"/>
            <ac:picMk id="8" creationId="{3E447F96-9BDF-2556-E348-AD1C49D3598C}"/>
          </ac:picMkLst>
        </pc:picChg>
        <pc:picChg chg="mod">
          <ac:chgData name="Giusti, Gianluca (PG/R - Sch of Biosciences)" userId="cd89f1a1-d897-4e8b-bf98-1ba19356bc61" providerId="ADAL" clId="{3DDB3660-65B4-4736-8ABA-136F6193D568}" dt="2023-07-06T09:56:31.305" v="2038" actId="1076"/>
          <ac:picMkLst>
            <pc:docMk/>
            <pc:sldMk cId="0" sldId="273"/>
            <ac:picMk id="7170" creationId="{D3A2F825-125E-40FC-0F7B-2D97F83D351A}"/>
          </ac:picMkLst>
        </pc:picChg>
        <pc:picChg chg="mod">
          <ac:chgData name="Giusti, Gianluca (PG/R - Sch of Biosciences)" userId="cd89f1a1-d897-4e8b-bf98-1ba19356bc61" providerId="ADAL" clId="{3DDB3660-65B4-4736-8ABA-136F6193D568}" dt="2023-07-06T09:56:38.568" v="2040" actId="1076"/>
          <ac:picMkLst>
            <pc:docMk/>
            <pc:sldMk cId="0" sldId="273"/>
            <ac:picMk id="7171" creationId="{9779CC62-4E94-8CCA-CCC6-E18AE2494952}"/>
          </ac:picMkLst>
        </pc:picChg>
        <pc:cxnChg chg="add mod">
          <ac:chgData name="Giusti, Gianluca (PG/R - Sch of Biosciences)" userId="cd89f1a1-d897-4e8b-bf98-1ba19356bc61" providerId="ADAL" clId="{3DDB3660-65B4-4736-8ABA-136F6193D568}" dt="2023-07-06T09:57:23.793" v="2047" actId="1076"/>
          <ac:cxnSpMkLst>
            <pc:docMk/>
            <pc:sldMk cId="0" sldId="273"/>
            <ac:cxnSpMk id="5" creationId="{7E4DBBEB-5FF7-27F9-11D2-08143CC69869}"/>
          </ac:cxnSpMkLst>
        </pc:cxnChg>
        <pc:cxnChg chg="add mod">
          <ac:chgData name="Giusti, Gianluca (PG/R - Sch of Biosciences)" userId="cd89f1a1-d897-4e8b-bf98-1ba19356bc61" providerId="ADAL" clId="{3DDB3660-65B4-4736-8ABA-136F6193D568}" dt="2023-07-06T09:57:23.793" v="2047" actId="1076"/>
          <ac:cxnSpMkLst>
            <pc:docMk/>
            <pc:sldMk cId="0" sldId="273"/>
            <ac:cxnSpMk id="6" creationId="{2E480906-4C39-754A-AAAB-21C8C1E0FF70}"/>
          </ac:cxnSpMkLst>
        </pc:cxnChg>
        <pc:cxnChg chg="add mod">
          <ac:chgData name="Giusti, Gianluca (PG/R - Sch of Biosciences)" userId="cd89f1a1-d897-4e8b-bf98-1ba19356bc61" providerId="ADAL" clId="{3DDB3660-65B4-4736-8ABA-136F6193D568}" dt="2023-07-06T09:57:23.793" v="2047" actId="1076"/>
          <ac:cxnSpMkLst>
            <pc:docMk/>
            <pc:sldMk cId="0" sldId="273"/>
            <ac:cxnSpMk id="7" creationId="{F406B258-B7E5-ED95-E564-F18D8C1A9AF8}"/>
          </ac:cxnSpMkLst>
        </pc:cxnChg>
        <pc:cxnChg chg="add mod">
          <ac:chgData name="Giusti, Gianluca (PG/R - Sch of Biosciences)" userId="cd89f1a1-d897-4e8b-bf98-1ba19356bc61" providerId="ADAL" clId="{3DDB3660-65B4-4736-8ABA-136F6193D568}" dt="2023-07-06T09:57:16.182" v="2046"/>
          <ac:cxnSpMkLst>
            <pc:docMk/>
            <pc:sldMk cId="0" sldId="273"/>
            <ac:cxnSpMk id="9" creationId="{BB6BD1E7-C4F0-D49E-9349-3CEE5BDE3841}"/>
          </ac:cxnSpMkLst>
        </pc:cxnChg>
      </pc:sldChg>
      <pc:sldChg chg="delSp del">
        <pc:chgData name="Giusti, Gianluca (PG/R - Sch of Biosciences)" userId="cd89f1a1-d897-4e8b-bf98-1ba19356bc61" providerId="ADAL" clId="{3DDB3660-65B4-4736-8ABA-136F6193D568}" dt="2023-07-06T16:28:02.216" v="2215" actId="47"/>
        <pc:sldMkLst>
          <pc:docMk/>
          <pc:sldMk cId="0" sldId="274"/>
        </pc:sldMkLst>
        <pc:spChg chg="del">
          <ac:chgData name="Giusti, Gianluca (PG/R - Sch of Biosciences)" userId="cd89f1a1-d897-4e8b-bf98-1ba19356bc61" providerId="ADAL" clId="{3DDB3660-65B4-4736-8ABA-136F6193D568}" dt="2023-07-06T09:58:13.792" v="2049" actId="478"/>
          <ac:spMkLst>
            <pc:docMk/>
            <pc:sldMk cId="0" sldId="274"/>
            <ac:spMk id="8202" creationId="{9C1C7621-A580-5EE8-D0A1-9B235D5831F5}"/>
          </ac:spMkLst>
        </pc:spChg>
      </pc:sldChg>
      <pc:sldChg chg="delSp mod">
        <pc:chgData name="Giusti, Gianluca (PG/R - Sch of Biosciences)" userId="cd89f1a1-d897-4e8b-bf98-1ba19356bc61" providerId="ADAL" clId="{3DDB3660-65B4-4736-8ABA-136F6193D568}" dt="2023-07-05T16:46:47.735" v="1707" actId="478"/>
        <pc:sldMkLst>
          <pc:docMk/>
          <pc:sldMk cId="3741279009" sldId="306"/>
        </pc:sldMkLst>
        <pc:picChg chg="del">
          <ac:chgData name="Giusti, Gianluca (PG/R - Sch of Biosciences)" userId="cd89f1a1-d897-4e8b-bf98-1ba19356bc61" providerId="ADAL" clId="{3DDB3660-65B4-4736-8ABA-136F6193D568}" dt="2023-07-05T16:46:47.735" v="1707" actId="478"/>
          <ac:picMkLst>
            <pc:docMk/>
            <pc:sldMk cId="3741279009" sldId="306"/>
            <ac:picMk id="8" creationId="{66CE9171-79B6-D3E4-56CF-06BFDA1ED9D8}"/>
          </ac:picMkLst>
        </pc:picChg>
      </pc:sldChg>
      <pc:sldChg chg="addSp delSp modSp del mod ord modNotesTx">
        <pc:chgData name="Giusti, Gianluca (PG/R - Sch of Biosciences)" userId="cd89f1a1-d897-4e8b-bf98-1ba19356bc61" providerId="ADAL" clId="{3DDB3660-65B4-4736-8ABA-136F6193D568}" dt="2023-07-06T16:25:17.557" v="2094" actId="47"/>
        <pc:sldMkLst>
          <pc:docMk/>
          <pc:sldMk cId="1706610222" sldId="332"/>
        </pc:sldMkLst>
        <pc:spChg chg="add del mod">
          <ac:chgData name="Giusti, Gianluca (PG/R - Sch of Biosciences)" userId="cd89f1a1-d897-4e8b-bf98-1ba19356bc61" providerId="ADAL" clId="{3DDB3660-65B4-4736-8ABA-136F6193D568}" dt="2023-07-03T16:39:22.292" v="170"/>
          <ac:spMkLst>
            <pc:docMk/>
            <pc:sldMk cId="1706610222" sldId="332"/>
            <ac:spMk id="2" creationId="{D65FABC1-7EB7-A372-22AE-DC4CDBB677FF}"/>
          </ac:spMkLst>
        </pc:spChg>
        <pc:spChg chg="del mod">
          <ac:chgData name="Giusti, Gianluca (PG/R - Sch of Biosciences)" userId="cd89f1a1-d897-4e8b-bf98-1ba19356bc61" providerId="ADAL" clId="{3DDB3660-65B4-4736-8ABA-136F6193D568}" dt="2023-07-04T16:41:32.682" v="1123"/>
          <ac:spMkLst>
            <pc:docMk/>
            <pc:sldMk cId="1706610222" sldId="332"/>
            <ac:spMk id="4" creationId="{094DB064-F625-27FA-6EE6-C98C5E84E2CC}"/>
          </ac:spMkLst>
        </pc:spChg>
        <pc:spChg chg="add mod">
          <ac:chgData name="Giusti, Gianluca (PG/R - Sch of Biosciences)" userId="cd89f1a1-d897-4e8b-bf98-1ba19356bc61" providerId="ADAL" clId="{3DDB3660-65B4-4736-8ABA-136F6193D568}" dt="2023-07-05T16:39:40.934" v="1578" actId="1076"/>
          <ac:spMkLst>
            <pc:docMk/>
            <pc:sldMk cId="1706610222" sldId="332"/>
            <ac:spMk id="5" creationId="{43108324-B7FD-ACA2-454D-EDB605DC022B}"/>
          </ac:spMkLst>
        </pc:spChg>
        <pc:spChg chg="mod">
          <ac:chgData name="Giusti, Gianluca (PG/R - Sch of Biosciences)" userId="cd89f1a1-d897-4e8b-bf98-1ba19356bc61" providerId="ADAL" clId="{3DDB3660-65B4-4736-8ABA-136F6193D568}" dt="2023-07-04T16:42:18.937" v="1127" actId="18245"/>
          <ac:spMkLst>
            <pc:docMk/>
            <pc:sldMk cId="1706610222" sldId="332"/>
            <ac:spMk id="7" creationId="{11923809-FA78-959C-3141-E677602B2A9F}"/>
          </ac:spMkLst>
        </pc:spChg>
        <pc:spChg chg="mod">
          <ac:chgData name="Giusti, Gianluca (PG/R - Sch of Biosciences)" userId="cd89f1a1-d897-4e8b-bf98-1ba19356bc61" providerId="ADAL" clId="{3DDB3660-65B4-4736-8ABA-136F6193D568}" dt="2023-07-04T16:42:18.937" v="1127" actId="18245"/>
          <ac:spMkLst>
            <pc:docMk/>
            <pc:sldMk cId="1706610222" sldId="332"/>
            <ac:spMk id="8" creationId="{B5DF4F5E-FB80-32C0-7FF4-9F4A9A7E2EDB}"/>
          </ac:spMkLst>
        </pc:spChg>
        <pc:spChg chg="mod">
          <ac:chgData name="Giusti, Gianluca (PG/R - Sch of Biosciences)" userId="cd89f1a1-d897-4e8b-bf98-1ba19356bc61" providerId="ADAL" clId="{3DDB3660-65B4-4736-8ABA-136F6193D568}" dt="2023-07-04T16:42:18.937" v="1127" actId="18245"/>
          <ac:spMkLst>
            <pc:docMk/>
            <pc:sldMk cId="1706610222" sldId="332"/>
            <ac:spMk id="9" creationId="{A60FABC8-C1B2-01FD-A0B6-E58CF30DD3FA}"/>
          </ac:spMkLst>
        </pc:spChg>
        <pc:spChg chg="mod">
          <ac:chgData name="Giusti, Gianluca (PG/R - Sch of Biosciences)" userId="cd89f1a1-d897-4e8b-bf98-1ba19356bc61" providerId="ADAL" clId="{3DDB3660-65B4-4736-8ABA-136F6193D568}" dt="2023-07-04T16:42:18.937" v="1127" actId="18245"/>
          <ac:spMkLst>
            <pc:docMk/>
            <pc:sldMk cId="1706610222" sldId="332"/>
            <ac:spMk id="10" creationId="{F25E14FF-ADB1-F9C6-D7DD-C6367DC66B67}"/>
          </ac:spMkLst>
        </pc:spChg>
        <pc:spChg chg="mod">
          <ac:chgData name="Giusti, Gianluca (PG/R - Sch of Biosciences)" userId="cd89f1a1-d897-4e8b-bf98-1ba19356bc61" providerId="ADAL" clId="{3DDB3660-65B4-4736-8ABA-136F6193D568}" dt="2023-07-04T16:42:18.937" v="1127" actId="18245"/>
          <ac:spMkLst>
            <pc:docMk/>
            <pc:sldMk cId="1706610222" sldId="332"/>
            <ac:spMk id="11" creationId="{1C5F12A4-9E05-6EFE-1A73-B17D1B872A31}"/>
          </ac:spMkLst>
        </pc:spChg>
        <pc:spChg chg="mod">
          <ac:chgData name="Giusti, Gianluca (PG/R - Sch of Biosciences)" userId="cd89f1a1-d897-4e8b-bf98-1ba19356bc61" providerId="ADAL" clId="{3DDB3660-65B4-4736-8ABA-136F6193D568}" dt="2023-07-04T16:42:18.937" v="1127" actId="18245"/>
          <ac:spMkLst>
            <pc:docMk/>
            <pc:sldMk cId="1706610222" sldId="332"/>
            <ac:spMk id="12" creationId="{92DF9229-7AF5-69C0-31DC-38C23733EEDB}"/>
          </ac:spMkLst>
        </pc:spChg>
        <pc:spChg chg="mod">
          <ac:chgData name="Giusti, Gianluca (PG/R - Sch of Biosciences)" userId="cd89f1a1-d897-4e8b-bf98-1ba19356bc61" providerId="ADAL" clId="{3DDB3660-65B4-4736-8ABA-136F6193D568}" dt="2023-07-04T16:42:18.937" v="1127" actId="18245"/>
          <ac:spMkLst>
            <pc:docMk/>
            <pc:sldMk cId="1706610222" sldId="332"/>
            <ac:spMk id="13" creationId="{ECC09BED-4F35-9F8D-42E9-99667B030750}"/>
          </ac:spMkLst>
        </pc:spChg>
        <pc:spChg chg="mod">
          <ac:chgData name="Giusti, Gianluca (PG/R - Sch of Biosciences)" userId="cd89f1a1-d897-4e8b-bf98-1ba19356bc61" providerId="ADAL" clId="{3DDB3660-65B4-4736-8ABA-136F6193D568}" dt="2023-07-04T16:42:18.937" v="1127" actId="18245"/>
          <ac:spMkLst>
            <pc:docMk/>
            <pc:sldMk cId="1706610222" sldId="332"/>
            <ac:spMk id="14" creationId="{42D5D137-75F4-6B61-295B-4F2D928A3B48}"/>
          </ac:spMkLst>
        </pc:spChg>
        <pc:spChg chg="mod">
          <ac:chgData name="Giusti, Gianluca (PG/R - Sch of Biosciences)" userId="cd89f1a1-d897-4e8b-bf98-1ba19356bc61" providerId="ADAL" clId="{3DDB3660-65B4-4736-8ABA-136F6193D568}" dt="2023-07-04T16:42:18.937" v="1127" actId="18245"/>
          <ac:spMkLst>
            <pc:docMk/>
            <pc:sldMk cId="1706610222" sldId="332"/>
            <ac:spMk id="15" creationId="{974C4FCD-8239-8B25-675E-E559F3FFA1D7}"/>
          </ac:spMkLst>
        </pc:spChg>
        <pc:spChg chg="mod">
          <ac:chgData name="Giusti, Gianluca (PG/R - Sch of Biosciences)" userId="cd89f1a1-d897-4e8b-bf98-1ba19356bc61" providerId="ADAL" clId="{3DDB3660-65B4-4736-8ABA-136F6193D568}" dt="2023-07-04T16:42:18.937" v="1127" actId="18245"/>
          <ac:spMkLst>
            <pc:docMk/>
            <pc:sldMk cId="1706610222" sldId="332"/>
            <ac:spMk id="16" creationId="{2262FA72-0270-AA0D-0692-196193111E54}"/>
          </ac:spMkLst>
        </pc:spChg>
        <pc:spChg chg="add del mod">
          <ac:chgData name="Giusti, Gianluca (PG/R - Sch of Biosciences)" userId="cd89f1a1-d897-4e8b-bf98-1ba19356bc61" providerId="ADAL" clId="{3DDB3660-65B4-4736-8ABA-136F6193D568}" dt="2023-07-04T16:50:18.302" v="1273" actId="478"/>
          <ac:spMkLst>
            <pc:docMk/>
            <pc:sldMk cId="1706610222" sldId="332"/>
            <ac:spMk id="21" creationId="{5D1C434F-645F-92BB-54FA-7E2F1DD6DF18}"/>
          </ac:spMkLst>
        </pc:spChg>
        <pc:spChg chg="add mod">
          <ac:chgData name="Giusti, Gianluca (PG/R - Sch of Biosciences)" userId="cd89f1a1-d897-4e8b-bf98-1ba19356bc61" providerId="ADAL" clId="{3DDB3660-65B4-4736-8ABA-136F6193D568}" dt="2023-07-06T09:33:42.129" v="1863" actId="1035"/>
          <ac:spMkLst>
            <pc:docMk/>
            <pc:sldMk cId="1706610222" sldId="332"/>
            <ac:spMk id="23" creationId="{4E6FD3FB-F24C-4301-1E4B-1D6CE01A8842}"/>
          </ac:spMkLst>
        </pc:spChg>
        <pc:spChg chg="add mod">
          <ac:chgData name="Giusti, Gianluca (PG/R - Sch of Biosciences)" userId="cd89f1a1-d897-4e8b-bf98-1ba19356bc61" providerId="ADAL" clId="{3DDB3660-65B4-4736-8ABA-136F6193D568}" dt="2023-07-06T09:34:00.818" v="1868" actId="1035"/>
          <ac:spMkLst>
            <pc:docMk/>
            <pc:sldMk cId="1706610222" sldId="332"/>
            <ac:spMk id="24" creationId="{F5236417-1A9F-18D5-9985-DE2F45F32F12}"/>
          </ac:spMkLst>
        </pc:spChg>
        <pc:spChg chg="add mod">
          <ac:chgData name="Giusti, Gianluca (PG/R - Sch of Biosciences)" userId="cd89f1a1-d897-4e8b-bf98-1ba19356bc61" providerId="ADAL" clId="{3DDB3660-65B4-4736-8ABA-136F6193D568}" dt="2023-07-04T16:55:47.347" v="1365" actId="1076"/>
          <ac:spMkLst>
            <pc:docMk/>
            <pc:sldMk cId="1706610222" sldId="332"/>
            <ac:spMk id="25" creationId="{BC883625-151F-9C69-8465-1E63D5DC3111}"/>
          </ac:spMkLst>
        </pc:spChg>
        <pc:spChg chg="add mod">
          <ac:chgData name="Giusti, Gianluca (PG/R - Sch of Biosciences)" userId="cd89f1a1-d897-4e8b-bf98-1ba19356bc61" providerId="ADAL" clId="{3DDB3660-65B4-4736-8ABA-136F6193D568}" dt="2023-07-04T16:56:34.738" v="1384" actId="14100"/>
          <ac:spMkLst>
            <pc:docMk/>
            <pc:sldMk cId="1706610222" sldId="332"/>
            <ac:spMk id="26" creationId="{871E186B-A5B7-2F67-1CC4-F69C477E0A1F}"/>
          </ac:spMkLst>
        </pc:spChg>
        <pc:grpChg chg="del mod">
          <ac:chgData name="Giusti, Gianluca (PG/R - Sch of Biosciences)" userId="cd89f1a1-d897-4e8b-bf98-1ba19356bc61" providerId="ADAL" clId="{3DDB3660-65B4-4736-8ABA-136F6193D568}" dt="2023-07-04T16:42:21.079" v="1128" actId="478"/>
          <ac:grpSpMkLst>
            <pc:docMk/>
            <pc:sldMk cId="1706610222" sldId="332"/>
            <ac:grpSpMk id="6" creationId="{6AADF81A-D959-E05D-10DC-9D525073E137}"/>
          </ac:grpSpMkLst>
        </pc:grpChg>
        <pc:graphicFrameChg chg="add del mod modGraphic">
          <ac:chgData name="Giusti, Gianluca (PG/R - Sch of Biosciences)" userId="cd89f1a1-d897-4e8b-bf98-1ba19356bc61" providerId="ADAL" clId="{3DDB3660-65B4-4736-8ABA-136F6193D568}" dt="2023-07-04T16:42:18.937" v="1127" actId="18245"/>
          <ac:graphicFrameMkLst>
            <pc:docMk/>
            <pc:sldMk cId="1706610222" sldId="332"/>
            <ac:graphicFrameMk id="2" creationId="{D593AD79-7323-5A8A-057F-90CC1A7A7416}"/>
          </ac:graphicFrameMkLst>
        </pc:graphicFrameChg>
        <pc:graphicFrameChg chg="add del mod modGraphic">
          <ac:chgData name="Giusti, Gianluca (PG/R - Sch of Biosciences)" userId="cd89f1a1-d897-4e8b-bf98-1ba19356bc61" providerId="ADAL" clId="{3DDB3660-65B4-4736-8ABA-136F6193D568}" dt="2023-07-04T16:43:34.447" v="1161" actId="478"/>
          <ac:graphicFrameMkLst>
            <pc:docMk/>
            <pc:sldMk cId="1706610222" sldId="332"/>
            <ac:graphicFrameMk id="17" creationId="{B187A10A-7923-CB19-23A8-253C18CAD469}"/>
          </ac:graphicFrameMkLst>
        </pc:graphicFrameChg>
        <pc:graphicFrameChg chg="add del mod modGraphic">
          <ac:chgData name="Giusti, Gianluca (PG/R - Sch of Biosciences)" userId="cd89f1a1-d897-4e8b-bf98-1ba19356bc61" providerId="ADAL" clId="{3DDB3660-65B4-4736-8ABA-136F6193D568}" dt="2023-07-04T16:52:23.680" v="1293" actId="478"/>
          <ac:graphicFrameMkLst>
            <pc:docMk/>
            <pc:sldMk cId="1706610222" sldId="332"/>
            <ac:graphicFrameMk id="20" creationId="{EBEEA3D3-D71B-EF1E-959D-344CECE2164E}"/>
          </ac:graphicFrameMkLst>
        </pc:graphicFrameChg>
        <pc:picChg chg="add mod modCrop">
          <ac:chgData name="Giusti, Gianluca (PG/R - Sch of Biosciences)" userId="cd89f1a1-d897-4e8b-bf98-1ba19356bc61" providerId="ADAL" clId="{3DDB3660-65B4-4736-8ABA-136F6193D568}" dt="2023-07-04T16:55:58.106" v="1366" actId="1076"/>
          <ac:picMkLst>
            <pc:docMk/>
            <pc:sldMk cId="1706610222" sldId="332"/>
            <ac:picMk id="22" creationId="{8E818186-0EEF-5BAA-420B-5581644BEF99}"/>
          </ac:picMkLst>
        </pc:picChg>
      </pc:sldChg>
      <pc:sldChg chg="delSp modSp del mod modNotesTx">
        <pc:chgData name="Giusti, Gianluca (PG/R - Sch of Biosciences)" userId="cd89f1a1-d897-4e8b-bf98-1ba19356bc61" providerId="ADAL" clId="{3DDB3660-65B4-4736-8ABA-136F6193D568}" dt="2023-07-06T16:27:52.439" v="2210" actId="47"/>
        <pc:sldMkLst>
          <pc:docMk/>
          <pc:sldMk cId="228742615" sldId="555"/>
        </pc:sldMkLst>
        <pc:spChg chg="mod">
          <ac:chgData name="Giusti, Gianluca (PG/R - Sch of Biosciences)" userId="cd89f1a1-d897-4e8b-bf98-1ba19356bc61" providerId="ADAL" clId="{3DDB3660-65B4-4736-8ABA-136F6193D568}" dt="2023-07-06T10:20:38.989" v="2092" actId="20577"/>
          <ac:spMkLst>
            <pc:docMk/>
            <pc:sldMk cId="228742615" sldId="555"/>
            <ac:spMk id="3" creationId="{FB2A4136-2E22-EC83-011B-66170B9261F7}"/>
          </ac:spMkLst>
        </pc:spChg>
        <pc:spChg chg="del">
          <ac:chgData name="Giusti, Gianluca (PG/R - Sch of Biosciences)" userId="cd89f1a1-d897-4e8b-bf98-1ba19356bc61" providerId="ADAL" clId="{3DDB3660-65B4-4736-8ABA-136F6193D568}" dt="2023-07-05T16:46:21.878" v="1704" actId="478"/>
          <ac:spMkLst>
            <pc:docMk/>
            <pc:sldMk cId="228742615" sldId="555"/>
            <ac:spMk id="4" creationId="{14657FA5-9948-417C-8393-F3600E40B0F2}"/>
          </ac:spMkLst>
        </pc:spChg>
      </pc:sldChg>
      <pc:sldChg chg="delSp modSp mod">
        <pc:chgData name="Giusti, Gianluca (PG/R - Sch of Biosciences)" userId="cd89f1a1-d897-4e8b-bf98-1ba19356bc61" providerId="ADAL" clId="{3DDB3660-65B4-4736-8ABA-136F6193D568}" dt="2023-07-06T09:34:34.549" v="1870" actId="478"/>
        <pc:sldMkLst>
          <pc:docMk/>
          <pc:sldMk cId="1697432208" sldId="558"/>
        </pc:sldMkLst>
        <pc:cxnChg chg="del mod">
          <ac:chgData name="Giusti, Gianluca (PG/R - Sch of Biosciences)" userId="cd89f1a1-d897-4e8b-bf98-1ba19356bc61" providerId="ADAL" clId="{3DDB3660-65B4-4736-8ABA-136F6193D568}" dt="2023-07-06T09:34:34.549" v="1870" actId="478"/>
          <ac:cxnSpMkLst>
            <pc:docMk/>
            <pc:sldMk cId="1697432208" sldId="558"/>
            <ac:cxnSpMk id="3" creationId="{1260E8FF-D41F-5E4D-550D-A4E56CF8920F}"/>
          </ac:cxnSpMkLst>
        </pc:cxnChg>
      </pc:sldChg>
      <pc:sldChg chg="delSp del mod ord">
        <pc:chgData name="Giusti, Gianluca (PG/R - Sch of Biosciences)" userId="cd89f1a1-d897-4e8b-bf98-1ba19356bc61" providerId="ADAL" clId="{3DDB3660-65B4-4736-8ABA-136F6193D568}" dt="2023-07-06T09:57:31.315" v="2048" actId="47"/>
        <pc:sldMkLst>
          <pc:docMk/>
          <pc:sldMk cId="1180470422" sldId="561"/>
        </pc:sldMkLst>
        <pc:spChg chg="del">
          <ac:chgData name="Giusti, Gianluca (PG/R - Sch of Biosciences)" userId="cd89f1a1-d897-4e8b-bf98-1ba19356bc61" providerId="ADAL" clId="{3DDB3660-65B4-4736-8ABA-136F6193D568}" dt="2023-07-06T09:51:39.975" v="1875" actId="21"/>
          <ac:spMkLst>
            <pc:docMk/>
            <pc:sldMk cId="1180470422" sldId="561"/>
            <ac:spMk id="16" creationId="{89A77219-4354-0C7A-14C8-81E1FE1937AC}"/>
          </ac:spMkLst>
        </pc:spChg>
        <pc:spChg chg="del">
          <ac:chgData name="Giusti, Gianluca (PG/R - Sch of Biosciences)" userId="cd89f1a1-d897-4e8b-bf98-1ba19356bc61" providerId="ADAL" clId="{3DDB3660-65B4-4736-8ABA-136F6193D568}" dt="2023-07-06T09:51:39.975" v="1875" actId="21"/>
          <ac:spMkLst>
            <pc:docMk/>
            <pc:sldMk cId="1180470422" sldId="561"/>
            <ac:spMk id="20" creationId="{5EEC0733-2A29-560F-9852-7B61E4B4B234}"/>
          </ac:spMkLst>
        </pc:spChg>
        <pc:spChg chg="del">
          <ac:chgData name="Giusti, Gianluca (PG/R - Sch of Biosciences)" userId="cd89f1a1-d897-4e8b-bf98-1ba19356bc61" providerId="ADAL" clId="{3DDB3660-65B4-4736-8ABA-136F6193D568}" dt="2023-07-06T09:51:39.975" v="1875" actId="21"/>
          <ac:spMkLst>
            <pc:docMk/>
            <pc:sldMk cId="1180470422" sldId="561"/>
            <ac:spMk id="21" creationId="{4C87FDCE-EFD7-E4FD-F643-DAC71E7E67C8}"/>
          </ac:spMkLst>
        </pc:spChg>
        <pc:picChg chg="del">
          <ac:chgData name="Giusti, Gianluca (PG/R - Sch of Biosciences)" userId="cd89f1a1-d897-4e8b-bf98-1ba19356bc61" providerId="ADAL" clId="{3DDB3660-65B4-4736-8ABA-136F6193D568}" dt="2023-07-06T09:57:05.440" v="2042" actId="21"/>
          <ac:picMkLst>
            <pc:docMk/>
            <pc:sldMk cId="1180470422" sldId="561"/>
            <ac:picMk id="3" creationId="{3805173E-A4F0-E809-0068-FB53454B2600}"/>
          </ac:picMkLst>
        </pc:picChg>
        <pc:picChg chg="del">
          <ac:chgData name="Giusti, Gianluca (PG/R - Sch of Biosciences)" userId="cd89f1a1-d897-4e8b-bf98-1ba19356bc61" providerId="ADAL" clId="{3DDB3660-65B4-4736-8ABA-136F6193D568}" dt="2023-07-06T09:51:37.225" v="1874" actId="478"/>
          <ac:picMkLst>
            <pc:docMk/>
            <pc:sldMk cId="1180470422" sldId="561"/>
            <ac:picMk id="5" creationId="{A572C6D1-56A7-5407-3E7A-E43366800560}"/>
          </ac:picMkLst>
        </pc:picChg>
        <pc:cxnChg chg="del">
          <ac:chgData name="Giusti, Gianluca (PG/R - Sch of Biosciences)" userId="cd89f1a1-d897-4e8b-bf98-1ba19356bc61" providerId="ADAL" clId="{3DDB3660-65B4-4736-8ABA-136F6193D568}" dt="2023-07-06T09:57:05.440" v="2042" actId="21"/>
          <ac:cxnSpMkLst>
            <pc:docMk/>
            <pc:sldMk cId="1180470422" sldId="561"/>
            <ac:cxnSpMk id="4" creationId="{3C08D0B8-17F9-466B-19CB-940AE656D723}"/>
          </ac:cxnSpMkLst>
        </pc:cxnChg>
        <pc:cxnChg chg="del">
          <ac:chgData name="Giusti, Gianluca (PG/R - Sch of Biosciences)" userId="cd89f1a1-d897-4e8b-bf98-1ba19356bc61" providerId="ADAL" clId="{3DDB3660-65B4-4736-8ABA-136F6193D568}" dt="2023-07-06T09:51:39.975" v="1875" actId="21"/>
          <ac:cxnSpMkLst>
            <pc:docMk/>
            <pc:sldMk cId="1180470422" sldId="561"/>
            <ac:cxnSpMk id="6" creationId="{F6DFADA9-B806-4081-F481-56A45BE9707F}"/>
          </ac:cxnSpMkLst>
        </pc:cxnChg>
        <pc:cxnChg chg="del">
          <ac:chgData name="Giusti, Gianluca (PG/R - Sch of Biosciences)" userId="cd89f1a1-d897-4e8b-bf98-1ba19356bc61" providerId="ADAL" clId="{3DDB3660-65B4-4736-8ABA-136F6193D568}" dt="2023-07-06T09:51:39.975" v="1875" actId="21"/>
          <ac:cxnSpMkLst>
            <pc:docMk/>
            <pc:sldMk cId="1180470422" sldId="561"/>
            <ac:cxnSpMk id="11" creationId="{ADB49D26-F49C-1D46-0342-2BF9CE4F9DE5}"/>
          </ac:cxnSpMkLst>
        </pc:cxnChg>
        <pc:cxnChg chg="del">
          <ac:chgData name="Giusti, Gianluca (PG/R - Sch of Biosciences)" userId="cd89f1a1-d897-4e8b-bf98-1ba19356bc61" providerId="ADAL" clId="{3DDB3660-65B4-4736-8ABA-136F6193D568}" dt="2023-07-06T09:51:39.975" v="1875" actId="21"/>
          <ac:cxnSpMkLst>
            <pc:docMk/>
            <pc:sldMk cId="1180470422" sldId="561"/>
            <ac:cxnSpMk id="14" creationId="{9F704EE6-0E4C-E1D7-1189-7A5D395032BF}"/>
          </ac:cxnSpMkLst>
        </pc:cxnChg>
      </pc:sldChg>
      <pc:sldChg chg="del">
        <pc:chgData name="Giusti, Gianluca (PG/R - Sch of Biosciences)" userId="cd89f1a1-d897-4e8b-bf98-1ba19356bc61" providerId="ADAL" clId="{3DDB3660-65B4-4736-8ABA-136F6193D568}" dt="2023-07-06T09:51:28.294" v="1871" actId="47"/>
        <pc:sldMkLst>
          <pc:docMk/>
          <pc:sldMk cId="173932748" sldId="563"/>
        </pc:sldMkLst>
      </pc:sldChg>
      <pc:sldChg chg="del">
        <pc:chgData name="Giusti, Gianluca (PG/R - Sch of Biosciences)" userId="cd89f1a1-d897-4e8b-bf98-1ba19356bc61" providerId="ADAL" clId="{3DDB3660-65B4-4736-8ABA-136F6193D568}" dt="2023-07-05T16:46:41.566" v="1706" actId="2696"/>
        <pc:sldMkLst>
          <pc:docMk/>
          <pc:sldMk cId="643097049" sldId="566"/>
        </pc:sldMkLst>
      </pc:sldChg>
      <pc:sldChg chg="addSp delSp modSp new del mod">
        <pc:chgData name="Giusti, Gianluca (PG/R - Sch of Biosciences)" userId="cd89f1a1-d897-4e8b-bf98-1ba19356bc61" providerId="ADAL" clId="{3DDB3660-65B4-4736-8ABA-136F6193D568}" dt="2023-07-03T16:41:09.350" v="187" actId="47"/>
        <pc:sldMkLst>
          <pc:docMk/>
          <pc:sldMk cId="942188072" sldId="570"/>
        </pc:sldMkLst>
        <pc:spChg chg="add del mod">
          <ac:chgData name="Giusti, Gianluca (PG/R - Sch of Biosciences)" userId="cd89f1a1-d897-4e8b-bf98-1ba19356bc61" providerId="ADAL" clId="{3DDB3660-65B4-4736-8ABA-136F6193D568}" dt="2023-07-03T16:39:32.513" v="175"/>
          <ac:spMkLst>
            <pc:docMk/>
            <pc:sldMk cId="942188072" sldId="570"/>
            <ac:spMk id="2" creationId="{60FAD305-944C-5B72-9E4B-A2F9F2993E2D}"/>
          </ac:spMkLst>
        </pc:spChg>
      </pc:sldChg>
      <pc:sldChg chg="modSp add mod ord modNotesTx">
        <pc:chgData name="Giusti, Gianluca (PG/R - Sch of Biosciences)" userId="cd89f1a1-d897-4e8b-bf98-1ba19356bc61" providerId="ADAL" clId="{3DDB3660-65B4-4736-8ABA-136F6193D568}" dt="2023-07-06T16:27:41.397" v="2209" actId="20577"/>
        <pc:sldMkLst>
          <pc:docMk/>
          <pc:sldMk cId="1168214440" sldId="571"/>
        </pc:sldMkLst>
        <pc:spChg chg="mod">
          <ac:chgData name="Giusti, Gianluca (PG/R - Sch of Biosciences)" userId="cd89f1a1-d897-4e8b-bf98-1ba19356bc61" providerId="ADAL" clId="{3DDB3660-65B4-4736-8ABA-136F6193D568}" dt="2023-07-06T16:27:41.397" v="2209" actId="20577"/>
          <ac:spMkLst>
            <pc:docMk/>
            <pc:sldMk cId="1168214440" sldId="571"/>
            <ac:spMk id="4" creationId="{094DB064-F625-27FA-6EE6-C98C5E84E2CC}"/>
          </ac:spMkLst>
        </pc:spChg>
      </pc:sldChg>
      <pc:sldChg chg="addSp delSp modSp add del mod ord modNotesTx">
        <pc:chgData name="Giusti, Gianluca (PG/R - Sch of Biosciences)" userId="cd89f1a1-d897-4e8b-bf98-1ba19356bc61" providerId="ADAL" clId="{3DDB3660-65B4-4736-8ABA-136F6193D568}" dt="2023-07-06T16:25:16.745" v="2093" actId="47"/>
        <pc:sldMkLst>
          <pc:docMk/>
          <pc:sldMk cId="1608706546" sldId="572"/>
        </pc:sldMkLst>
        <pc:spChg chg="mod">
          <ac:chgData name="Giusti, Gianluca (PG/R - Sch of Biosciences)" userId="cd89f1a1-d897-4e8b-bf98-1ba19356bc61" providerId="ADAL" clId="{3DDB3660-65B4-4736-8ABA-136F6193D568}" dt="2023-07-04T16:28:18.464" v="920" actId="20577"/>
          <ac:spMkLst>
            <pc:docMk/>
            <pc:sldMk cId="1608706546" sldId="572"/>
            <ac:spMk id="4" creationId="{094DB064-F625-27FA-6EE6-C98C5E84E2CC}"/>
          </ac:spMkLst>
        </pc:spChg>
        <pc:spChg chg="add mod">
          <ac:chgData name="Giusti, Gianluca (PG/R - Sch of Biosciences)" userId="cd89f1a1-d897-4e8b-bf98-1ba19356bc61" providerId="ADAL" clId="{3DDB3660-65B4-4736-8ABA-136F6193D568}" dt="2023-07-05T16:32:48.482" v="1428"/>
          <ac:spMkLst>
            <pc:docMk/>
            <pc:sldMk cId="1608706546" sldId="572"/>
            <ac:spMk id="5" creationId="{42F78B09-0787-1560-87B4-BB4496028C06}"/>
          </ac:spMkLst>
        </pc:spChg>
        <pc:spChg chg="add mod">
          <ac:chgData name="Giusti, Gianluca (PG/R - Sch of Biosciences)" userId="cd89f1a1-d897-4e8b-bf98-1ba19356bc61" providerId="ADAL" clId="{3DDB3660-65B4-4736-8ABA-136F6193D568}" dt="2023-07-05T16:55:10.434" v="1856" actId="1076"/>
          <ac:spMkLst>
            <pc:docMk/>
            <pc:sldMk cId="1608706546" sldId="572"/>
            <ac:spMk id="6" creationId="{DB15164D-CFDA-8D85-8C78-0D820B97C06D}"/>
          </ac:spMkLst>
        </pc:spChg>
        <pc:spChg chg="add mod">
          <ac:chgData name="Giusti, Gianluca (PG/R - Sch of Biosciences)" userId="cd89f1a1-d897-4e8b-bf98-1ba19356bc61" providerId="ADAL" clId="{3DDB3660-65B4-4736-8ABA-136F6193D568}" dt="2023-07-05T16:54:15.257" v="1782" actId="1076"/>
          <ac:spMkLst>
            <pc:docMk/>
            <pc:sldMk cId="1608706546" sldId="572"/>
            <ac:spMk id="8" creationId="{DBAF1038-B26E-F2ED-EACB-26226E4DDF04}"/>
          </ac:spMkLst>
        </pc:spChg>
        <pc:spChg chg="add del mod">
          <ac:chgData name="Giusti, Gianluca (PG/R - Sch of Biosciences)" userId="cd89f1a1-d897-4e8b-bf98-1ba19356bc61" providerId="ADAL" clId="{3DDB3660-65B4-4736-8ABA-136F6193D568}" dt="2023-07-05T16:38:38.348" v="1576" actId="478"/>
          <ac:spMkLst>
            <pc:docMk/>
            <pc:sldMk cId="1608706546" sldId="572"/>
            <ac:spMk id="10" creationId="{2B4A2C1B-F8E7-009A-EC86-46CFE7E23DBC}"/>
          </ac:spMkLst>
        </pc:spChg>
        <pc:spChg chg="add del mod">
          <ac:chgData name="Giusti, Gianluca (PG/R - Sch of Biosciences)" userId="cd89f1a1-d897-4e8b-bf98-1ba19356bc61" providerId="ADAL" clId="{3DDB3660-65B4-4736-8ABA-136F6193D568}" dt="2023-07-05T16:54:10" v="1777" actId="22"/>
          <ac:spMkLst>
            <pc:docMk/>
            <pc:sldMk cId="1608706546" sldId="572"/>
            <ac:spMk id="12" creationId="{D5145E8F-F15A-8164-BADC-5AA46645AA97}"/>
          </ac:spMkLst>
        </pc:spChg>
        <pc:spChg chg="add del mod">
          <ac:chgData name="Giusti, Gianluca (PG/R - Sch of Biosciences)" userId="cd89f1a1-d897-4e8b-bf98-1ba19356bc61" providerId="ADAL" clId="{3DDB3660-65B4-4736-8ABA-136F6193D568}" dt="2023-07-05T16:54:09.088" v="1775" actId="22"/>
          <ac:spMkLst>
            <pc:docMk/>
            <pc:sldMk cId="1608706546" sldId="572"/>
            <ac:spMk id="14" creationId="{0A388C66-0699-1E26-A366-B8E5AEEFCEE2}"/>
          </ac:spMkLst>
        </pc:spChg>
        <pc:grpChg chg="add del mod">
          <ac:chgData name="Giusti, Gianluca (PG/R - Sch of Biosciences)" userId="cd89f1a1-d897-4e8b-bf98-1ba19356bc61" providerId="ADAL" clId="{3DDB3660-65B4-4736-8ABA-136F6193D568}" dt="2023-07-05T16:38:29.133" v="1573" actId="14100"/>
          <ac:grpSpMkLst>
            <pc:docMk/>
            <pc:sldMk cId="1608706546" sldId="572"/>
            <ac:grpSpMk id="3" creationId="{2005537D-2CEB-18DA-6202-2AD5C4356B06}"/>
          </ac:grpSpMkLst>
        </pc:grpChg>
        <pc:graphicFrameChg chg="add mod ord modGraphic">
          <ac:chgData name="Giusti, Gianluca (PG/R - Sch of Biosciences)" userId="cd89f1a1-d897-4e8b-bf98-1ba19356bc61" providerId="ADAL" clId="{3DDB3660-65B4-4736-8ABA-136F6193D568}" dt="2023-07-05T16:55:06.768" v="1855"/>
          <ac:graphicFrameMkLst>
            <pc:docMk/>
            <pc:sldMk cId="1608706546" sldId="572"/>
            <ac:graphicFrameMk id="2" creationId="{1FCC1F47-1783-14AB-0FEE-8F28BB3CCFC8}"/>
          </ac:graphicFrameMkLst>
        </pc:graphicFrameChg>
      </pc:sldChg>
      <pc:sldChg chg="modSp add del mod ord">
        <pc:chgData name="Giusti, Gianluca (PG/R - Sch of Biosciences)" userId="cd89f1a1-d897-4e8b-bf98-1ba19356bc61" providerId="ADAL" clId="{3DDB3660-65B4-4736-8ABA-136F6193D568}" dt="2023-07-03T16:41:40.392" v="199" actId="47"/>
        <pc:sldMkLst>
          <pc:docMk/>
          <pc:sldMk cId="3940170464" sldId="572"/>
        </pc:sldMkLst>
        <pc:spChg chg="mod">
          <ac:chgData name="Giusti, Gianluca (PG/R - Sch of Biosciences)" userId="cd89f1a1-d897-4e8b-bf98-1ba19356bc61" providerId="ADAL" clId="{3DDB3660-65B4-4736-8ABA-136F6193D568}" dt="2023-07-03T16:41:39.372" v="198" actId="20577"/>
          <ac:spMkLst>
            <pc:docMk/>
            <pc:sldMk cId="3940170464" sldId="572"/>
            <ac:spMk id="4" creationId="{094DB064-F625-27FA-6EE6-C98C5E84E2CC}"/>
          </ac:spMkLst>
        </pc:spChg>
      </pc:sldChg>
      <pc:sldChg chg="addSp delSp modSp del">
        <pc:chgData name="Giusti, Gianluca (PG/R - Sch of Biosciences)" userId="cd89f1a1-d897-4e8b-bf98-1ba19356bc61" providerId="ADAL" clId="{3DDB3660-65B4-4736-8ABA-136F6193D568}" dt="2023-07-06T16:28:00.329" v="2212" actId="47"/>
        <pc:sldMkLst>
          <pc:docMk/>
          <pc:sldMk cId="0" sldId="573"/>
        </pc:sldMkLst>
        <pc:spChg chg="mod">
          <ac:chgData name="Giusti, Gianluca (PG/R - Sch of Biosciences)" userId="cd89f1a1-d897-4e8b-bf98-1ba19356bc61" providerId="ADAL" clId="{3DDB3660-65B4-4736-8ABA-136F6193D568}" dt="2023-07-06T09:53:59.889" v="1982" actId="1037"/>
          <ac:spMkLst>
            <pc:docMk/>
            <pc:sldMk cId="0" sldId="573"/>
            <ac:spMk id="2052" creationId="{A6839422-A1DF-91C9-1C71-66CCD2779170}"/>
          </ac:spMkLst>
        </pc:spChg>
        <pc:spChg chg="mod">
          <ac:chgData name="Giusti, Gianluca (PG/R - Sch of Biosciences)" userId="cd89f1a1-d897-4e8b-bf98-1ba19356bc61" providerId="ADAL" clId="{3DDB3660-65B4-4736-8ABA-136F6193D568}" dt="2023-07-06T09:54:07.233" v="1989" actId="1037"/>
          <ac:spMkLst>
            <pc:docMk/>
            <pc:sldMk cId="0" sldId="573"/>
            <ac:spMk id="2053" creationId="{E803FBA4-4E3B-E267-279D-F7EFE01CF2C6}"/>
          </ac:spMkLst>
        </pc:spChg>
        <pc:spChg chg="mod">
          <ac:chgData name="Giusti, Gianluca (PG/R - Sch of Biosciences)" userId="cd89f1a1-d897-4e8b-bf98-1ba19356bc61" providerId="ADAL" clId="{3DDB3660-65B4-4736-8ABA-136F6193D568}" dt="2023-07-06T09:53:59.889" v="1982" actId="1037"/>
          <ac:spMkLst>
            <pc:docMk/>
            <pc:sldMk cId="0" sldId="573"/>
            <ac:spMk id="2054" creationId="{84A76CD2-A992-A60C-AAA7-D6C21A9AA04F}"/>
          </ac:spMkLst>
        </pc:spChg>
        <pc:spChg chg="mod">
          <ac:chgData name="Giusti, Gianluca (PG/R - Sch of Biosciences)" userId="cd89f1a1-d897-4e8b-bf98-1ba19356bc61" providerId="ADAL" clId="{3DDB3660-65B4-4736-8ABA-136F6193D568}" dt="2023-07-06T09:54:14.728" v="2016" actId="1038"/>
          <ac:spMkLst>
            <pc:docMk/>
            <pc:sldMk cId="0" sldId="573"/>
            <ac:spMk id="2055" creationId="{7C95EDAA-5A2E-1E66-980B-00741067CCF3}"/>
          </ac:spMkLst>
        </pc:spChg>
        <pc:spChg chg="del">
          <ac:chgData name="Giusti, Gianluca (PG/R - Sch of Biosciences)" userId="cd89f1a1-d897-4e8b-bf98-1ba19356bc61" providerId="ADAL" clId="{3DDB3660-65B4-4736-8ABA-136F6193D568}" dt="2023-07-06T09:52:09.425" v="1881" actId="478"/>
          <ac:spMkLst>
            <pc:docMk/>
            <pc:sldMk cId="0" sldId="573"/>
            <ac:spMk id="2056" creationId="{23AC3547-9647-8A77-DD10-D42C8B1A3E22}"/>
          </ac:spMkLst>
        </pc:spChg>
        <pc:graphicFrameChg chg="mod">
          <ac:chgData name="Giusti, Gianluca (PG/R - Sch of Biosciences)" userId="cd89f1a1-d897-4e8b-bf98-1ba19356bc61" providerId="ADAL" clId="{3DDB3660-65B4-4736-8ABA-136F6193D568}" dt="2023-07-06T09:53:37.578" v="1891" actId="14100"/>
          <ac:graphicFrameMkLst>
            <pc:docMk/>
            <pc:sldMk cId="0" sldId="573"/>
            <ac:graphicFrameMk id="2050" creationId="{B0BB3775-F9CA-690A-4489-B8743B03FFCB}"/>
          </ac:graphicFrameMkLst>
        </pc:graphicFrameChg>
        <pc:graphicFrameChg chg="mod">
          <ac:chgData name="Giusti, Gianluca (PG/R - Sch of Biosciences)" userId="cd89f1a1-d897-4e8b-bf98-1ba19356bc61" providerId="ADAL" clId="{3DDB3660-65B4-4736-8ABA-136F6193D568}" dt="2023-07-06T09:53:37.578" v="1891" actId="14100"/>
          <ac:graphicFrameMkLst>
            <pc:docMk/>
            <pc:sldMk cId="0" sldId="573"/>
            <ac:graphicFrameMk id="2051" creationId="{A6D0727F-90D2-C020-70CC-944C5B36FC73}"/>
          </ac:graphicFrameMkLst>
        </pc:graphicFrameChg>
        <pc:picChg chg="add mod">
          <ac:chgData name="Giusti, Gianluca (PG/R - Sch of Biosciences)" userId="cd89f1a1-d897-4e8b-bf98-1ba19356bc61" providerId="ADAL" clId="{3DDB3660-65B4-4736-8ABA-136F6193D568}" dt="2023-07-06T09:57:11.583" v="2044"/>
          <ac:picMkLst>
            <pc:docMk/>
            <pc:sldMk cId="0" sldId="573"/>
            <ac:picMk id="2" creationId="{015E26A2-2568-A3EE-1086-A217B83AC412}"/>
          </ac:picMkLst>
        </pc:picChg>
        <pc:cxnChg chg="add mod">
          <ac:chgData name="Giusti, Gianluca (PG/R - Sch of Biosciences)" userId="cd89f1a1-d897-4e8b-bf98-1ba19356bc61" providerId="ADAL" clId="{3DDB3660-65B4-4736-8ABA-136F6193D568}" dt="2023-07-06T09:57:11.583" v="2044"/>
          <ac:cxnSpMkLst>
            <pc:docMk/>
            <pc:sldMk cId="0" sldId="573"/>
            <ac:cxnSpMk id="3" creationId="{3ECDD467-BB11-B448-73A7-7F224E7A7E68}"/>
          </ac:cxnSpMkLst>
        </pc:cxnChg>
      </pc:sldChg>
    </pc:docChg>
  </pc:docChgLst>
  <pc:docChgLst>
    <pc:chgData name="Giusti, Gianluca (PG/R - Sch of Biosciences)" userId="cd89f1a1-d897-4e8b-bf98-1ba19356bc61" providerId="ADAL" clId="{37008531-8ECE-43A7-9B6B-0E7614A5C0A5}"/>
    <pc:docChg chg="modSld">
      <pc:chgData name="Giusti, Gianluca (PG/R - Sch of Biosciences)" userId="cd89f1a1-d897-4e8b-bf98-1ba19356bc61" providerId="ADAL" clId="{37008531-8ECE-43A7-9B6B-0E7614A5C0A5}" dt="2023-02-23T10:12:54.619" v="18" actId="1076"/>
      <pc:docMkLst>
        <pc:docMk/>
      </pc:docMkLst>
      <pc:sldChg chg="modSp mod">
        <pc:chgData name="Giusti, Gianluca (PG/R - Sch of Biosciences)" userId="cd89f1a1-d897-4e8b-bf98-1ba19356bc61" providerId="ADAL" clId="{37008531-8ECE-43A7-9B6B-0E7614A5C0A5}" dt="2023-02-23T10:12:54.619" v="18" actId="1076"/>
        <pc:sldMkLst>
          <pc:docMk/>
          <pc:sldMk cId="2476691842" sldId="564"/>
        </pc:sldMkLst>
        <pc:picChg chg="mod">
          <ac:chgData name="Giusti, Gianluca (PG/R - Sch of Biosciences)" userId="cd89f1a1-d897-4e8b-bf98-1ba19356bc61" providerId="ADAL" clId="{37008531-8ECE-43A7-9B6B-0E7614A5C0A5}" dt="2023-02-23T10:12:53.116" v="17" actId="1076"/>
          <ac:picMkLst>
            <pc:docMk/>
            <pc:sldMk cId="2476691842" sldId="564"/>
            <ac:picMk id="2" creationId="{E9DB08FF-9428-AEC7-00F2-E322EC3D4018}"/>
          </ac:picMkLst>
        </pc:picChg>
        <pc:picChg chg="mod">
          <ac:chgData name="Giusti, Gianluca (PG/R - Sch of Biosciences)" userId="cd89f1a1-d897-4e8b-bf98-1ba19356bc61" providerId="ADAL" clId="{37008531-8ECE-43A7-9B6B-0E7614A5C0A5}" dt="2023-02-23T10:12:54.619" v="18" actId="1076"/>
          <ac:picMkLst>
            <pc:docMk/>
            <pc:sldMk cId="2476691842" sldId="564"/>
            <ac:picMk id="3" creationId="{E4FE32B8-A128-8565-056E-8B39BB338DBE}"/>
          </ac:picMkLst>
        </pc:picChg>
      </pc:sldChg>
      <pc:sldChg chg="modSp mod">
        <pc:chgData name="Giusti, Gianluca (PG/R - Sch of Biosciences)" userId="cd89f1a1-d897-4e8b-bf98-1ba19356bc61" providerId="ADAL" clId="{37008531-8ECE-43A7-9B6B-0E7614A5C0A5}" dt="2023-02-23T10:12:22.522" v="16" actId="1076"/>
        <pc:sldMkLst>
          <pc:docMk/>
          <pc:sldMk cId="643097049" sldId="566"/>
        </pc:sldMkLst>
        <pc:picChg chg="mod">
          <ac:chgData name="Giusti, Gianluca (PG/R - Sch of Biosciences)" userId="cd89f1a1-d897-4e8b-bf98-1ba19356bc61" providerId="ADAL" clId="{37008531-8ECE-43A7-9B6B-0E7614A5C0A5}" dt="2023-02-23T10:12:22.522" v="16" actId="1076"/>
          <ac:picMkLst>
            <pc:docMk/>
            <pc:sldMk cId="643097049" sldId="566"/>
            <ac:picMk id="4" creationId="{9C6232E9-212B-C08B-3A27-127D9802F473}"/>
          </ac:picMkLst>
        </pc:picChg>
      </pc:sldChg>
      <pc:sldChg chg="modSp mod">
        <pc:chgData name="Giusti, Gianluca (PG/R - Sch of Biosciences)" userId="cd89f1a1-d897-4e8b-bf98-1ba19356bc61" providerId="ADAL" clId="{37008531-8ECE-43A7-9B6B-0E7614A5C0A5}" dt="2023-02-23T10:12:02.256" v="14" actId="20577"/>
        <pc:sldMkLst>
          <pc:docMk/>
          <pc:sldMk cId="2475804375" sldId="568"/>
        </pc:sldMkLst>
        <pc:spChg chg="mod">
          <ac:chgData name="Giusti, Gianluca (PG/R - Sch of Biosciences)" userId="cd89f1a1-d897-4e8b-bf98-1ba19356bc61" providerId="ADAL" clId="{37008531-8ECE-43A7-9B6B-0E7614A5C0A5}" dt="2023-02-23T10:12:02.256" v="14" actId="20577"/>
          <ac:spMkLst>
            <pc:docMk/>
            <pc:sldMk cId="2475804375" sldId="568"/>
            <ac:spMk id="3" creationId="{BDFB68DC-CED1-ABA6-01A5-E232196929CA}"/>
          </ac:spMkLst>
        </pc:spChg>
      </pc:sldChg>
      <pc:sldChg chg="modSp mod">
        <pc:chgData name="Giusti, Gianluca (PG/R - Sch of Biosciences)" userId="cd89f1a1-d897-4e8b-bf98-1ba19356bc61" providerId="ADAL" clId="{37008531-8ECE-43A7-9B6B-0E7614A5C0A5}" dt="2023-02-23T10:11:49.017" v="13" actId="20577"/>
        <pc:sldMkLst>
          <pc:docMk/>
          <pc:sldMk cId="510375676" sldId="569"/>
        </pc:sldMkLst>
        <pc:spChg chg="mod">
          <ac:chgData name="Giusti, Gianluca (PG/R - Sch of Biosciences)" userId="cd89f1a1-d897-4e8b-bf98-1ba19356bc61" providerId="ADAL" clId="{37008531-8ECE-43A7-9B6B-0E7614A5C0A5}" dt="2023-02-23T10:11:49.017" v="13" actId="20577"/>
          <ac:spMkLst>
            <pc:docMk/>
            <pc:sldMk cId="510375676" sldId="569"/>
            <ac:spMk id="3" creationId="{2DFA2A51-ED32-6083-44C5-55AFF506D2CF}"/>
          </ac:spMkLst>
        </pc:spChg>
      </pc:sldChg>
    </pc:docChg>
  </pc:docChgLst>
  <pc:docChgLst>
    <pc:chgData name="Giusti, Gianluca (PG/R - Sch of Biosci &amp; Med)" userId="cd89f1a1-d897-4e8b-bf98-1ba19356bc61" providerId="ADAL" clId="{1B2A46AA-40A8-4673-8875-56930F9ABADB}"/>
    <pc:docChg chg="undo redo custSel addSld delSld modSld sldOrd">
      <pc:chgData name="Giusti, Gianluca (PG/R - Sch of Biosci &amp; Med)" userId="cd89f1a1-d897-4e8b-bf98-1ba19356bc61" providerId="ADAL" clId="{1B2A46AA-40A8-4673-8875-56930F9ABADB}" dt="2022-12-02T16:53:50.359" v="2227" actId="20577"/>
      <pc:docMkLst>
        <pc:docMk/>
      </pc:docMkLst>
      <pc:sldChg chg="addSp delSp modSp mod modNotesTx">
        <pc:chgData name="Giusti, Gianluca (PG/R - Sch of Biosci &amp; Med)" userId="cd89f1a1-d897-4e8b-bf98-1ba19356bc61" providerId="ADAL" clId="{1B2A46AA-40A8-4673-8875-56930F9ABADB}" dt="2022-12-02T16:16:15.683" v="1602" actId="1076"/>
        <pc:sldMkLst>
          <pc:docMk/>
          <pc:sldMk cId="120546017" sldId="261"/>
        </pc:sldMkLst>
        <pc:spChg chg="add del mod">
          <ac:chgData name="Giusti, Gianluca (PG/R - Sch of Biosci &amp; Med)" userId="cd89f1a1-d897-4e8b-bf98-1ba19356bc61" providerId="ADAL" clId="{1B2A46AA-40A8-4673-8875-56930F9ABADB}" dt="2022-12-02T16:11:12.425" v="1582" actId="478"/>
          <ac:spMkLst>
            <pc:docMk/>
            <pc:sldMk cId="120546017" sldId="261"/>
            <ac:spMk id="2" creationId="{43AD9B3E-A72B-4231-67AF-DA02EF87DA57}"/>
          </ac:spMkLst>
        </pc:spChg>
        <pc:spChg chg="mod">
          <ac:chgData name="Giusti, Gianluca (PG/R - Sch of Biosci &amp; Med)" userId="cd89f1a1-d897-4e8b-bf98-1ba19356bc61" providerId="ADAL" clId="{1B2A46AA-40A8-4673-8875-56930F9ABADB}" dt="2022-12-02T15:50:08.398" v="1250" actId="21"/>
          <ac:spMkLst>
            <pc:docMk/>
            <pc:sldMk cId="120546017" sldId="261"/>
            <ac:spMk id="15" creationId="{099F06AA-C12C-11DF-6059-D78BDF490367}"/>
          </ac:spMkLst>
        </pc:spChg>
        <pc:picChg chg="del mod">
          <ac:chgData name="Giusti, Gianluca (PG/R - Sch of Biosci &amp; Med)" userId="cd89f1a1-d897-4e8b-bf98-1ba19356bc61" providerId="ADAL" clId="{1B2A46AA-40A8-4673-8875-56930F9ABADB}" dt="2022-12-02T16:15:49.268" v="1588" actId="478"/>
          <ac:picMkLst>
            <pc:docMk/>
            <pc:sldMk cId="120546017" sldId="261"/>
            <ac:picMk id="4" creationId="{FAC7A2BA-825B-D824-0D07-B3ACCE7105F9}"/>
          </ac:picMkLst>
        </pc:picChg>
        <pc:picChg chg="add mod ord modCrop">
          <ac:chgData name="Giusti, Gianluca (PG/R - Sch of Biosci &amp; Med)" userId="cd89f1a1-d897-4e8b-bf98-1ba19356bc61" providerId="ADAL" clId="{1B2A46AA-40A8-4673-8875-56930F9ABADB}" dt="2022-12-02T16:16:15.683" v="1602" actId="1076"/>
          <ac:picMkLst>
            <pc:docMk/>
            <pc:sldMk cId="120546017" sldId="261"/>
            <ac:picMk id="7" creationId="{4E78C488-7F3F-BAD6-B702-D632A17294F4}"/>
          </ac:picMkLst>
        </pc:picChg>
      </pc:sldChg>
      <pc:sldChg chg="modSp mod modNotesTx">
        <pc:chgData name="Giusti, Gianluca (PG/R - Sch of Biosci &amp; Med)" userId="cd89f1a1-d897-4e8b-bf98-1ba19356bc61" providerId="ADAL" clId="{1B2A46AA-40A8-4673-8875-56930F9ABADB}" dt="2022-12-02T16:44:42.358" v="1939" actId="20577"/>
        <pc:sldMkLst>
          <pc:docMk/>
          <pc:sldMk cId="2421104297" sldId="266"/>
        </pc:sldMkLst>
        <pc:spChg chg="mod">
          <ac:chgData name="Giusti, Gianluca (PG/R - Sch of Biosci &amp; Med)" userId="cd89f1a1-d897-4e8b-bf98-1ba19356bc61" providerId="ADAL" clId="{1B2A46AA-40A8-4673-8875-56930F9ABADB}" dt="2022-12-02T16:44:36.346" v="1938" actId="20577"/>
          <ac:spMkLst>
            <pc:docMk/>
            <pc:sldMk cId="2421104297" sldId="266"/>
            <ac:spMk id="25" creationId="{611B2F86-3B33-739C-508D-7F7E4A937B92}"/>
          </ac:spMkLst>
        </pc:spChg>
      </pc:sldChg>
      <pc:sldChg chg="delSp modSp mod modNotesTx">
        <pc:chgData name="Giusti, Gianluca (PG/R - Sch of Biosci &amp; Med)" userId="cd89f1a1-d897-4e8b-bf98-1ba19356bc61" providerId="ADAL" clId="{1B2A46AA-40A8-4673-8875-56930F9ABADB}" dt="2022-12-02T16:53:23.966" v="2204" actId="20577"/>
        <pc:sldMkLst>
          <pc:docMk/>
          <pc:sldMk cId="2679734167" sldId="293"/>
        </pc:sldMkLst>
        <pc:spChg chg="del mod">
          <ac:chgData name="Giusti, Gianluca (PG/R - Sch of Biosci &amp; Med)" userId="cd89f1a1-d897-4e8b-bf98-1ba19356bc61" providerId="ADAL" clId="{1B2A46AA-40A8-4673-8875-56930F9ABADB}" dt="2022-12-02T14:37:40.186" v="1233" actId="478"/>
          <ac:spMkLst>
            <pc:docMk/>
            <pc:sldMk cId="2679734167" sldId="293"/>
            <ac:spMk id="3" creationId="{0743300E-A23D-3938-C93A-9CFE643191B6}"/>
          </ac:spMkLst>
        </pc:spChg>
      </pc:sldChg>
      <pc:sldChg chg="modSp mod">
        <pc:chgData name="Giusti, Gianluca (PG/R - Sch of Biosci &amp; Med)" userId="cd89f1a1-d897-4e8b-bf98-1ba19356bc61" providerId="ADAL" clId="{1B2A46AA-40A8-4673-8875-56930F9ABADB}" dt="2022-12-02T16:49:35.989" v="2030" actId="1076"/>
        <pc:sldMkLst>
          <pc:docMk/>
          <pc:sldMk cId="3741279009" sldId="306"/>
        </pc:sldMkLst>
        <pc:spChg chg="mod">
          <ac:chgData name="Giusti, Gianluca (PG/R - Sch of Biosci &amp; Med)" userId="cd89f1a1-d897-4e8b-bf98-1ba19356bc61" providerId="ADAL" clId="{1B2A46AA-40A8-4673-8875-56930F9ABADB}" dt="2022-12-02T14:34:13.199" v="1227" actId="20577"/>
          <ac:spMkLst>
            <pc:docMk/>
            <pc:sldMk cId="3741279009" sldId="306"/>
            <ac:spMk id="11" creationId="{DB308157-69C0-AB11-0EFA-50D0265AF173}"/>
          </ac:spMkLst>
        </pc:spChg>
        <pc:picChg chg="mod">
          <ac:chgData name="Giusti, Gianluca (PG/R - Sch of Biosci &amp; Med)" userId="cd89f1a1-d897-4e8b-bf98-1ba19356bc61" providerId="ADAL" clId="{1B2A46AA-40A8-4673-8875-56930F9ABADB}" dt="2022-12-02T16:49:35.989" v="2030" actId="1076"/>
          <ac:picMkLst>
            <pc:docMk/>
            <pc:sldMk cId="3741279009" sldId="306"/>
            <ac:picMk id="8" creationId="{66CE9171-79B6-D3E4-56CF-06BFDA1ED9D8}"/>
          </ac:picMkLst>
        </pc:picChg>
      </pc:sldChg>
      <pc:sldChg chg="modSp mod">
        <pc:chgData name="Giusti, Gianluca (PG/R - Sch of Biosci &amp; Med)" userId="cd89f1a1-d897-4e8b-bf98-1ba19356bc61" providerId="ADAL" clId="{1B2A46AA-40A8-4673-8875-56930F9ABADB}" dt="2022-12-02T15:49:48.670" v="1249" actId="20577"/>
        <pc:sldMkLst>
          <pc:docMk/>
          <pc:sldMk cId="2015893096" sldId="326"/>
        </pc:sldMkLst>
        <pc:spChg chg="mod">
          <ac:chgData name="Giusti, Gianluca (PG/R - Sch of Biosci &amp; Med)" userId="cd89f1a1-d897-4e8b-bf98-1ba19356bc61" providerId="ADAL" clId="{1B2A46AA-40A8-4673-8875-56930F9ABADB}" dt="2022-12-02T15:49:29.347" v="1234" actId="1076"/>
          <ac:spMkLst>
            <pc:docMk/>
            <pc:sldMk cId="2015893096" sldId="326"/>
            <ac:spMk id="2" creationId="{531151AD-0B59-AB27-A31E-A669EA1AFE20}"/>
          </ac:spMkLst>
        </pc:spChg>
        <pc:spChg chg="mod">
          <ac:chgData name="Giusti, Gianluca (PG/R - Sch of Biosci &amp; Med)" userId="cd89f1a1-d897-4e8b-bf98-1ba19356bc61" providerId="ADAL" clId="{1B2A46AA-40A8-4673-8875-56930F9ABADB}" dt="2022-12-02T15:49:29.347" v="1234" actId="1076"/>
          <ac:spMkLst>
            <pc:docMk/>
            <pc:sldMk cId="2015893096" sldId="326"/>
            <ac:spMk id="3" creationId="{73C6D459-8469-2A53-CF16-944897D5E842}"/>
          </ac:spMkLst>
        </pc:spChg>
        <pc:spChg chg="mod">
          <ac:chgData name="Giusti, Gianluca (PG/R - Sch of Biosci &amp; Med)" userId="cd89f1a1-d897-4e8b-bf98-1ba19356bc61" providerId="ADAL" clId="{1B2A46AA-40A8-4673-8875-56930F9ABADB}" dt="2022-12-02T15:49:48.670" v="1249" actId="20577"/>
          <ac:spMkLst>
            <pc:docMk/>
            <pc:sldMk cId="2015893096" sldId="326"/>
            <ac:spMk id="6" creationId="{30B8674A-95EB-F8F1-482A-60FD28E72098}"/>
          </ac:spMkLst>
        </pc:spChg>
        <pc:picChg chg="mod">
          <ac:chgData name="Giusti, Gianluca (PG/R - Sch of Biosci &amp; Med)" userId="cd89f1a1-d897-4e8b-bf98-1ba19356bc61" providerId="ADAL" clId="{1B2A46AA-40A8-4673-8875-56930F9ABADB}" dt="2022-12-02T15:49:37.227" v="1236" actId="14100"/>
          <ac:picMkLst>
            <pc:docMk/>
            <pc:sldMk cId="2015893096" sldId="326"/>
            <ac:picMk id="15" creationId="{B2941661-D5F0-F2BF-E7B4-A05D7349F675}"/>
          </ac:picMkLst>
        </pc:picChg>
      </pc:sldChg>
      <pc:sldChg chg="modSp mod modNotesTx">
        <pc:chgData name="Giusti, Gianluca (PG/R - Sch of Biosci &amp; Med)" userId="cd89f1a1-d897-4e8b-bf98-1ba19356bc61" providerId="ADAL" clId="{1B2A46AA-40A8-4673-8875-56930F9ABADB}" dt="2022-12-02T16:43:58.630" v="1930" actId="1076"/>
        <pc:sldMkLst>
          <pc:docMk/>
          <pc:sldMk cId="2884132344" sldId="329"/>
        </pc:sldMkLst>
        <pc:spChg chg="mod">
          <ac:chgData name="Giusti, Gianluca (PG/R - Sch of Biosci &amp; Med)" userId="cd89f1a1-d897-4e8b-bf98-1ba19356bc61" providerId="ADAL" clId="{1B2A46AA-40A8-4673-8875-56930F9ABADB}" dt="2022-12-02T16:43:58.630" v="1930" actId="1076"/>
          <ac:spMkLst>
            <pc:docMk/>
            <pc:sldMk cId="2884132344" sldId="329"/>
            <ac:spMk id="4" creationId="{67AAB640-468A-9A7F-3B21-574074BA8E14}"/>
          </ac:spMkLst>
        </pc:spChg>
      </pc:sldChg>
      <pc:sldChg chg="modSp add del mod">
        <pc:chgData name="Giusti, Gianluca (PG/R - Sch of Biosci &amp; Med)" userId="cd89f1a1-d897-4e8b-bf98-1ba19356bc61" providerId="ADAL" clId="{1B2A46AA-40A8-4673-8875-56930F9ABADB}" dt="2022-12-02T16:45:12.882" v="1947" actId="114"/>
        <pc:sldMkLst>
          <pc:docMk/>
          <pc:sldMk cId="1706610222" sldId="332"/>
        </pc:sldMkLst>
        <pc:spChg chg="mod">
          <ac:chgData name="Giusti, Gianluca (PG/R - Sch of Biosci &amp; Med)" userId="cd89f1a1-d897-4e8b-bf98-1ba19356bc61" providerId="ADAL" clId="{1B2A46AA-40A8-4673-8875-56930F9ABADB}" dt="2022-12-02T16:45:12.882" v="1947" actId="114"/>
          <ac:spMkLst>
            <pc:docMk/>
            <pc:sldMk cId="1706610222" sldId="332"/>
            <ac:spMk id="4" creationId="{094DB064-F625-27FA-6EE6-C98C5E84E2CC}"/>
          </ac:spMkLst>
        </pc:spChg>
      </pc:sldChg>
      <pc:sldChg chg="ord">
        <pc:chgData name="Giusti, Gianluca (PG/R - Sch of Biosci &amp; Med)" userId="cd89f1a1-d897-4e8b-bf98-1ba19356bc61" providerId="ADAL" clId="{1B2A46AA-40A8-4673-8875-56930F9ABADB}" dt="2022-12-02T14:13:07.002" v="1063"/>
        <pc:sldMkLst>
          <pc:docMk/>
          <pc:sldMk cId="1854854914" sldId="333"/>
        </pc:sldMkLst>
      </pc:sldChg>
      <pc:sldChg chg="addSp delSp modSp add del mod ord delAnim modShow modNotesTx">
        <pc:chgData name="Giusti, Gianluca (PG/R - Sch of Biosci &amp; Med)" userId="cd89f1a1-d897-4e8b-bf98-1ba19356bc61" providerId="ADAL" clId="{1B2A46AA-40A8-4673-8875-56930F9ABADB}" dt="2022-12-02T16:51:24.109" v="2049" actId="1076"/>
        <pc:sldMkLst>
          <pc:docMk/>
          <pc:sldMk cId="3373303511" sldId="335"/>
        </pc:sldMkLst>
        <pc:spChg chg="add del">
          <ac:chgData name="Giusti, Gianluca (PG/R - Sch of Biosci &amp; Med)" userId="cd89f1a1-d897-4e8b-bf98-1ba19356bc61" providerId="ADAL" clId="{1B2A46AA-40A8-4673-8875-56930F9ABADB}" dt="2022-12-02T14:10:45.394" v="1054" actId="22"/>
          <ac:spMkLst>
            <pc:docMk/>
            <pc:sldMk cId="3373303511" sldId="335"/>
            <ac:spMk id="4" creationId="{3AA66351-8C26-FBE4-A3D6-4955425C72ED}"/>
          </ac:spMkLst>
        </pc:spChg>
        <pc:picChg chg="mod">
          <ac:chgData name="Giusti, Gianluca (PG/R - Sch of Biosci &amp; Med)" userId="cd89f1a1-d897-4e8b-bf98-1ba19356bc61" providerId="ADAL" clId="{1B2A46AA-40A8-4673-8875-56930F9ABADB}" dt="2022-12-02T16:51:24.109" v="2049" actId="1076"/>
          <ac:picMkLst>
            <pc:docMk/>
            <pc:sldMk cId="3373303511" sldId="335"/>
            <ac:picMk id="6" creationId="{8990A1A8-DDE5-64B4-64BC-BC53ECE13FB7}"/>
          </ac:picMkLst>
        </pc:picChg>
        <pc:picChg chg="mod ord">
          <ac:chgData name="Giusti, Gianluca (PG/R - Sch of Biosci &amp; Med)" userId="cd89f1a1-d897-4e8b-bf98-1ba19356bc61" providerId="ADAL" clId="{1B2A46AA-40A8-4673-8875-56930F9ABADB}" dt="2022-12-02T16:51:14.277" v="2046" actId="14861"/>
          <ac:picMkLst>
            <pc:docMk/>
            <pc:sldMk cId="3373303511" sldId="335"/>
            <ac:picMk id="10" creationId="{2BF74FEA-B6C7-66A4-9ED1-E8C9E8809500}"/>
          </ac:picMkLst>
        </pc:picChg>
        <pc:picChg chg="mod">
          <ac:chgData name="Giusti, Gianluca (PG/R - Sch of Biosci &amp; Med)" userId="cd89f1a1-d897-4e8b-bf98-1ba19356bc61" providerId="ADAL" clId="{1B2A46AA-40A8-4673-8875-56930F9ABADB}" dt="2022-12-02T16:51:21.429" v="2048" actId="1076"/>
          <ac:picMkLst>
            <pc:docMk/>
            <pc:sldMk cId="3373303511" sldId="335"/>
            <ac:picMk id="11" creationId="{4C1EB226-65EC-4581-8970-75124CB03F28}"/>
          </ac:picMkLst>
        </pc:picChg>
        <pc:picChg chg="del mod">
          <ac:chgData name="Giusti, Gianluca (PG/R - Sch of Biosci &amp; Med)" userId="cd89f1a1-d897-4e8b-bf98-1ba19356bc61" providerId="ADAL" clId="{1B2A46AA-40A8-4673-8875-56930F9ABADB}" dt="2022-12-02T16:50:48.144" v="2038" actId="21"/>
          <ac:picMkLst>
            <pc:docMk/>
            <pc:sldMk cId="3373303511" sldId="335"/>
            <ac:picMk id="20" creationId="{1F58386A-A855-747D-80F1-B81CF2B45DF0}"/>
          </ac:picMkLst>
        </pc:picChg>
      </pc:sldChg>
      <pc:sldChg chg="addSp delSp modSp mod modNotesTx">
        <pc:chgData name="Giusti, Gianluca (PG/R - Sch of Biosci &amp; Med)" userId="cd89f1a1-d897-4e8b-bf98-1ba19356bc61" providerId="ADAL" clId="{1B2A46AA-40A8-4673-8875-56930F9ABADB}" dt="2022-12-02T16:46:43.777" v="2020"/>
        <pc:sldMkLst>
          <pc:docMk/>
          <pc:sldMk cId="2002544924" sldId="336"/>
        </pc:sldMkLst>
        <pc:spChg chg="mod">
          <ac:chgData name="Giusti, Gianluca (PG/R - Sch of Biosci &amp; Med)" userId="cd89f1a1-d897-4e8b-bf98-1ba19356bc61" providerId="ADAL" clId="{1B2A46AA-40A8-4673-8875-56930F9ABADB}" dt="2022-12-02T16:37:00.448" v="1901" actId="21"/>
          <ac:spMkLst>
            <pc:docMk/>
            <pc:sldMk cId="2002544924" sldId="336"/>
            <ac:spMk id="2" creationId="{2AD919E8-6A58-D3DA-C724-FA20D54BE004}"/>
          </ac:spMkLst>
        </pc:spChg>
        <pc:spChg chg="mod">
          <ac:chgData name="Giusti, Gianluca (PG/R - Sch of Biosci &amp; Med)" userId="cd89f1a1-d897-4e8b-bf98-1ba19356bc61" providerId="ADAL" clId="{1B2A46AA-40A8-4673-8875-56930F9ABADB}" dt="2022-12-02T16:36:45.332" v="1887" actId="1076"/>
          <ac:spMkLst>
            <pc:docMk/>
            <pc:sldMk cId="2002544924" sldId="336"/>
            <ac:spMk id="5" creationId="{2B1E92B9-A6C0-D51D-7965-5F4681E5439E}"/>
          </ac:spMkLst>
        </pc:spChg>
        <pc:spChg chg="add mod">
          <ac:chgData name="Giusti, Gianluca (PG/R - Sch of Biosci &amp; Med)" userId="cd89f1a1-d897-4e8b-bf98-1ba19356bc61" providerId="ADAL" clId="{1B2A46AA-40A8-4673-8875-56930F9ABADB}" dt="2022-12-02T16:46:43.777" v="2020"/>
          <ac:spMkLst>
            <pc:docMk/>
            <pc:sldMk cId="2002544924" sldId="336"/>
            <ac:spMk id="9" creationId="{2ECC52FD-FFEA-2392-B1DC-C21F018AEA4E}"/>
          </ac:spMkLst>
        </pc:spChg>
        <pc:spChg chg="add del mod">
          <ac:chgData name="Giusti, Gianluca (PG/R - Sch of Biosci &amp; Med)" userId="cd89f1a1-d897-4e8b-bf98-1ba19356bc61" providerId="ADAL" clId="{1B2A46AA-40A8-4673-8875-56930F9ABADB}" dt="2022-11-28T15:32:38.104" v="1045" actId="478"/>
          <ac:spMkLst>
            <pc:docMk/>
            <pc:sldMk cId="2002544924" sldId="336"/>
            <ac:spMk id="9" creationId="{38E52823-CBE4-4E91-EA38-94955B06BE81}"/>
          </ac:spMkLst>
        </pc:spChg>
        <pc:picChg chg="del">
          <ac:chgData name="Giusti, Gianluca (PG/R - Sch of Biosci &amp; Med)" userId="cd89f1a1-d897-4e8b-bf98-1ba19356bc61" providerId="ADAL" clId="{1B2A46AA-40A8-4673-8875-56930F9ABADB}" dt="2022-12-02T14:20:42.195" v="1070" actId="478"/>
          <ac:picMkLst>
            <pc:docMk/>
            <pc:sldMk cId="2002544924" sldId="336"/>
            <ac:picMk id="13" creationId="{654FA425-5C3F-299D-C406-73ECD4A3F159}"/>
          </ac:picMkLst>
        </pc:picChg>
      </pc:sldChg>
      <pc:sldChg chg="del">
        <pc:chgData name="Giusti, Gianluca (PG/R - Sch of Biosci &amp; Med)" userId="cd89f1a1-d897-4e8b-bf98-1ba19356bc61" providerId="ADAL" clId="{1B2A46AA-40A8-4673-8875-56930F9ABADB}" dt="2022-12-02T16:49:39.274" v="2031" actId="47"/>
        <pc:sldMkLst>
          <pc:docMk/>
          <pc:sldMk cId="3754378848" sldId="478"/>
        </pc:sldMkLst>
      </pc:sldChg>
      <pc:sldChg chg="modSp modNotesTx">
        <pc:chgData name="Giusti, Gianluca (PG/R - Sch of Biosci &amp; Med)" userId="cd89f1a1-d897-4e8b-bf98-1ba19356bc61" providerId="ADAL" clId="{1B2A46AA-40A8-4673-8875-56930F9ABADB}" dt="2022-12-02T16:53:50.359" v="2227" actId="20577"/>
        <pc:sldMkLst>
          <pc:docMk/>
          <pc:sldMk cId="3409128972" sldId="545"/>
        </pc:sldMkLst>
        <pc:picChg chg="mod">
          <ac:chgData name="Giusti, Gianluca (PG/R - Sch of Biosci &amp; Med)" userId="cd89f1a1-d897-4e8b-bf98-1ba19356bc61" providerId="ADAL" clId="{1B2A46AA-40A8-4673-8875-56930F9ABADB}" dt="2022-12-02T14:29:23.788" v="1185"/>
          <ac:picMkLst>
            <pc:docMk/>
            <pc:sldMk cId="3409128972" sldId="545"/>
            <ac:picMk id="16" creationId="{135B889A-9B12-0234-438A-79D0110F2890}"/>
          </ac:picMkLst>
        </pc:picChg>
      </pc:sldChg>
      <pc:sldChg chg="addSp delSp modSp mod modNotesTx">
        <pc:chgData name="Giusti, Gianluca (PG/R - Sch of Biosci &amp; Med)" userId="cd89f1a1-d897-4e8b-bf98-1ba19356bc61" providerId="ADAL" clId="{1B2A46AA-40A8-4673-8875-56930F9ABADB}" dt="2022-12-02T16:22:51.113" v="1672" actId="20577"/>
        <pc:sldMkLst>
          <pc:docMk/>
          <pc:sldMk cId="2452532724" sldId="546"/>
        </pc:sldMkLst>
        <pc:spChg chg="mod">
          <ac:chgData name="Giusti, Gianluca (PG/R - Sch of Biosci &amp; Med)" userId="cd89f1a1-d897-4e8b-bf98-1ba19356bc61" providerId="ADAL" clId="{1B2A46AA-40A8-4673-8875-56930F9ABADB}" dt="2022-12-02T14:19:19.914" v="1067" actId="20577"/>
          <ac:spMkLst>
            <pc:docMk/>
            <pc:sldMk cId="2452532724" sldId="546"/>
            <ac:spMk id="3" creationId="{B16F0F50-2071-2E38-1936-49E25479A1EC}"/>
          </ac:spMkLst>
        </pc:spChg>
        <pc:spChg chg="add del mod">
          <ac:chgData name="Giusti, Gianluca (PG/R - Sch of Biosci &amp; Med)" userId="cd89f1a1-d897-4e8b-bf98-1ba19356bc61" providerId="ADAL" clId="{1B2A46AA-40A8-4673-8875-56930F9ABADB}" dt="2022-12-02T16:22:44.112" v="1649" actId="478"/>
          <ac:spMkLst>
            <pc:docMk/>
            <pc:sldMk cId="2452532724" sldId="546"/>
            <ac:spMk id="4" creationId="{AFB46C17-34A8-9C2B-B908-5F0A51216417}"/>
          </ac:spMkLst>
        </pc:spChg>
        <pc:spChg chg="del mod">
          <ac:chgData name="Giusti, Gianluca (PG/R - Sch of Biosci &amp; Med)" userId="cd89f1a1-d897-4e8b-bf98-1ba19356bc61" providerId="ADAL" clId="{1B2A46AA-40A8-4673-8875-56930F9ABADB}" dt="2022-12-02T14:19:07.041" v="1066" actId="478"/>
          <ac:spMkLst>
            <pc:docMk/>
            <pc:sldMk cId="2452532724" sldId="546"/>
            <ac:spMk id="32" creationId="{33FDB813-9F88-7DC0-5C0A-21FCF05C97E3}"/>
          </ac:spMkLst>
        </pc:spChg>
        <pc:picChg chg="mod">
          <ac:chgData name="Giusti, Gianluca (PG/R - Sch of Biosci &amp; Med)" userId="cd89f1a1-d897-4e8b-bf98-1ba19356bc61" providerId="ADAL" clId="{1B2A46AA-40A8-4673-8875-56930F9ABADB}" dt="2022-12-02T16:22:45.964" v="1650" actId="1076"/>
          <ac:picMkLst>
            <pc:docMk/>
            <pc:sldMk cId="2452532724" sldId="546"/>
            <ac:picMk id="6" creationId="{5C3F1685-6E3B-DEAB-FE0D-B2197306587A}"/>
          </ac:picMkLst>
        </pc:picChg>
      </pc:sldChg>
      <pc:sldChg chg="addSp delSp modSp mod delAnim">
        <pc:chgData name="Giusti, Gianluca (PG/R - Sch of Biosci &amp; Med)" userId="cd89f1a1-d897-4e8b-bf98-1ba19356bc61" providerId="ADAL" clId="{1B2A46AA-40A8-4673-8875-56930F9ABADB}" dt="2022-12-02T16:46:22.183" v="2016" actId="1076"/>
        <pc:sldMkLst>
          <pc:docMk/>
          <pc:sldMk cId="1094659195" sldId="547"/>
        </pc:sldMkLst>
        <pc:spChg chg="mod">
          <ac:chgData name="Giusti, Gianluca (PG/R - Sch of Biosci &amp; Med)" userId="cd89f1a1-d897-4e8b-bf98-1ba19356bc61" providerId="ADAL" clId="{1B2A46AA-40A8-4673-8875-56930F9ABADB}" dt="2022-12-02T16:46:22.183" v="2016" actId="1076"/>
          <ac:spMkLst>
            <pc:docMk/>
            <pc:sldMk cId="1094659195" sldId="547"/>
            <ac:spMk id="6" creationId="{BE312D32-3C51-D3EC-16F2-BD5E562B1B43}"/>
          </ac:spMkLst>
        </pc:spChg>
        <pc:spChg chg="mod">
          <ac:chgData name="Giusti, Gianluca (PG/R - Sch of Biosci &amp; Med)" userId="cd89f1a1-d897-4e8b-bf98-1ba19356bc61" providerId="ADAL" clId="{1B2A46AA-40A8-4673-8875-56930F9ABADB}" dt="2022-12-02T16:46:02.491" v="1976" actId="1076"/>
          <ac:spMkLst>
            <pc:docMk/>
            <pc:sldMk cId="1094659195" sldId="547"/>
            <ac:spMk id="23" creationId="{B2B972C2-1F26-4525-27FE-2695638340BF}"/>
          </ac:spMkLst>
        </pc:spChg>
        <pc:picChg chg="add del mod ord modCrop">
          <ac:chgData name="Giusti, Gianluca (PG/R - Sch of Biosci &amp; Med)" userId="cd89f1a1-d897-4e8b-bf98-1ba19356bc61" providerId="ADAL" clId="{1B2A46AA-40A8-4673-8875-56930F9ABADB}" dt="2022-12-02T16:20:56.578" v="1627" actId="478"/>
          <ac:picMkLst>
            <pc:docMk/>
            <pc:sldMk cId="1094659195" sldId="547"/>
            <ac:picMk id="4" creationId="{A5D1EFFC-3AC3-78F6-06AB-E717A8E8C7C6}"/>
          </ac:picMkLst>
        </pc:picChg>
        <pc:picChg chg="add del mod ord modCrop">
          <ac:chgData name="Giusti, Gianluca (PG/R - Sch of Biosci &amp; Med)" userId="cd89f1a1-d897-4e8b-bf98-1ba19356bc61" providerId="ADAL" clId="{1B2A46AA-40A8-4673-8875-56930F9ABADB}" dt="2022-12-02T16:42:58.728" v="1916" actId="478"/>
          <ac:picMkLst>
            <pc:docMk/>
            <pc:sldMk cId="1094659195" sldId="547"/>
            <ac:picMk id="8" creationId="{88C371A9-39B6-2453-1FF5-B22F3C769509}"/>
          </ac:picMkLst>
        </pc:picChg>
        <pc:picChg chg="add mod ord modCrop">
          <ac:chgData name="Giusti, Gianluca (PG/R - Sch of Biosci &amp; Med)" userId="cd89f1a1-d897-4e8b-bf98-1ba19356bc61" providerId="ADAL" clId="{1B2A46AA-40A8-4673-8875-56930F9ABADB}" dt="2022-12-02T16:46:17.702" v="2015" actId="1076"/>
          <ac:picMkLst>
            <pc:docMk/>
            <pc:sldMk cId="1094659195" sldId="547"/>
            <ac:picMk id="10" creationId="{B761E1C5-30F6-517B-ACC5-BBEE64721070}"/>
          </ac:picMkLst>
        </pc:picChg>
        <pc:picChg chg="del">
          <ac:chgData name="Giusti, Gianluca (PG/R - Sch of Biosci &amp; Med)" userId="cd89f1a1-d897-4e8b-bf98-1ba19356bc61" providerId="ADAL" clId="{1B2A46AA-40A8-4673-8875-56930F9ABADB}" dt="2022-12-02T16:17:16.514" v="1607" actId="478"/>
          <ac:picMkLst>
            <pc:docMk/>
            <pc:sldMk cId="1094659195" sldId="547"/>
            <ac:picMk id="14" creationId="{3CB6E577-6DC6-697B-DB7B-D8C7C6C43467}"/>
          </ac:picMkLst>
        </pc:picChg>
        <pc:picChg chg="del">
          <ac:chgData name="Giusti, Gianluca (PG/R - Sch of Biosci &amp; Med)" userId="cd89f1a1-d897-4e8b-bf98-1ba19356bc61" providerId="ADAL" clId="{1B2A46AA-40A8-4673-8875-56930F9ABADB}" dt="2022-12-02T16:17:13.274" v="1605" actId="478"/>
          <ac:picMkLst>
            <pc:docMk/>
            <pc:sldMk cId="1094659195" sldId="547"/>
            <ac:picMk id="27" creationId="{64930CEF-BFAF-8EEF-A918-FC5A2283E520}"/>
          </ac:picMkLst>
        </pc:picChg>
        <pc:cxnChg chg="mod">
          <ac:chgData name="Giusti, Gianluca (PG/R - Sch of Biosci &amp; Med)" userId="cd89f1a1-d897-4e8b-bf98-1ba19356bc61" providerId="ADAL" clId="{1B2A46AA-40A8-4673-8875-56930F9ABADB}" dt="2022-12-02T16:46:12.058" v="2013" actId="1038"/>
          <ac:cxnSpMkLst>
            <pc:docMk/>
            <pc:sldMk cId="1094659195" sldId="547"/>
            <ac:cxnSpMk id="21" creationId="{F0FF6031-F180-D916-12B2-98A0DA588619}"/>
          </ac:cxnSpMkLst>
        </pc:cxnChg>
        <pc:cxnChg chg="mod">
          <ac:chgData name="Giusti, Gianluca (PG/R - Sch of Biosci &amp; Med)" userId="cd89f1a1-d897-4e8b-bf98-1ba19356bc61" providerId="ADAL" clId="{1B2A46AA-40A8-4673-8875-56930F9ABADB}" dt="2022-12-02T16:46:12.058" v="2013" actId="1038"/>
          <ac:cxnSpMkLst>
            <pc:docMk/>
            <pc:sldMk cId="1094659195" sldId="547"/>
            <ac:cxnSpMk id="26" creationId="{4578C5AC-833F-4075-8C07-A95FF137FED6}"/>
          </ac:cxnSpMkLst>
        </pc:cxnChg>
        <pc:cxnChg chg="del">
          <ac:chgData name="Giusti, Gianluca (PG/R - Sch of Biosci &amp; Med)" userId="cd89f1a1-d897-4e8b-bf98-1ba19356bc61" providerId="ADAL" clId="{1B2A46AA-40A8-4673-8875-56930F9ABADB}" dt="2022-12-02T16:17:12.624" v="1604" actId="478"/>
          <ac:cxnSpMkLst>
            <pc:docMk/>
            <pc:sldMk cId="1094659195" sldId="547"/>
            <ac:cxnSpMk id="29" creationId="{9CBA22C1-6F5B-1479-FC65-C25A513F1E72}"/>
          </ac:cxnSpMkLst>
        </pc:cxnChg>
      </pc:sldChg>
      <pc:sldChg chg="addSp delSp modSp mod addAnim delAnim modAnim">
        <pc:chgData name="Giusti, Gianluca (PG/R - Sch of Biosci &amp; Med)" userId="cd89f1a1-d897-4e8b-bf98-1ba19356bc61" providerId="ADAL" clId="{1B2A46AA-40A8-4673-8875-56930F9ABADB}" dt="2022-12-02T14:28:55.061" v="1184" actId="1076"/>
        <pc:sldMkLst>
          <pc:docMk/>
          <pc:sldMk cId="809996417" sldId="549"/>
        </pc:sldMkLst>
        <pc:spChg chg="del">
          <ac:chgData name="Giusti, Gianluca (PG/R - Sch of Biosci &amp; Med)" userId="cd89f1a1-d897-4e8b-bf98-1ba19356bc61" providerId="ADAL" clId="{1B2A46AA-40A8-4673-8875-56930F9ABADB}" dt="2022-12-02T14:28:37.765" v="1147" actId="478"/>
          <ac:spMkLst>
            <pc:docMk/>
            <pc:sldMk cId="809996417" sldId="549"/>
            <ac:spMk id="3" creationId="{CDF8D4E1-A69F-9BEE-E681-CA46128C6204}"/>
          </ac:spMkLst>
        </pc:spChg>
        <pc:spChg chg="mod">
          <ac:chgData name="Giusti, Gianluca (PG/R - Sch of Biosci &amp; Med)" userId="cd89f1a1-d897-4e8b-bf98-1ba19356bc61" providerId="ADAL" clId="{1B2A46AA-40A8-4673-8875-56930F9ABADB}" dt="2022-12-02T14:28:52.733" v="1183" actId="1035"/>
          <ac:spMkLst>
            <pc:docMk/>
            <pc:sldMk cId="809996417" sldId="549"/>
            <ac:spMk id="5" creationId="{409A4552-4A0C-F4D0-25DD-30D94927071D}"/>
          </ac:spMkLst>
        </pc:spChg>
        <pc:picChg chg="del">
          <ac:chgData name="Giusti, Gianluca (PG/R - Sch of Biosci &amp; Med)" userId="cd89f1a1-d897-4e8b-bf98-1ba19356bc61" providerId="ADAL" clId="{1B2A46AA-40A8-4673-8875-56930F9ABADB}" dt="2022-12-02T14:28:39.255" v="1148" actId="478"/>
          <ac:picMkLst>
            <pc:docMk/>
            <pc:sldMk cId="809996417" sldId="549"/>
            <ac:picMk id="2" creationId="{02BDAE83-FD39-DCFC-1971-08C77DA0654D}"/>
          </ac:picMkLst>
        </pc:picChg>
        <pc:picChg chg="mod">
          <ac:chgData name="Giusti, Gianluca (PG/R - Sch of Biosci &amp; Med)" userId="cd89f1a1-d897-4e8b-bf98-1ba19356bc61" providerId="ADAL" clId="{1B2A46AA-40A8-4673-8875-56930F9ABADB}" dt="2022-12-02T14:28:52.733" v="1183" actId="1035"/>
          <ac:picMkLst>
            <pc:docMk/>
            <pc:sldMk cId="809996417" sldId="549"/>
            <ac:picMk id="7" creationId="{AA017EEA-1207-77B1-6FB7-0D5A8C705F29}"/>
          </ac:picMkLst>
        </pc:picChg>
        <pc:picChg chg="mod">
          <ac:chgData name="Giusti, Gianluca (PG/R - Sch of Biosci &amp; Med)" userId="cd89f1a1-d897-4e8b-bf98-1ba19356bc61" providerId="ADAL" clId="{1B2A46AA-40A8-4673-8875-56930F9ABADB}" dt="2022-12-02T14:28:55.061" v="1184" actId="1076"/>
          <ac:picMkLst>
            <pc:docMk/>
            <pc:sldMk cId="809996417" sldId="549"/>
            <ac:picMk id="12" creationId="{371F5173-333E-D8F7-3EB2-0C6131776E89}"/>
          </ac:picMkLst>
        </pc:picChg>
        <pc:picChg chg="mod">
          <ac:chgData name="Giusti, Gianluca (PG/R - Sch of Biosci &amp; Med)" userId="cd89f1a1-d897-4e8b-bf98-1ba19356bc61" providerId="ADAL" clId="{1B2A46AA-40A8-4673-8875-56930F9ABADB}" dt="2022-12-02T14:28:52.733" v="1183" actId="1035"/>
          <ac:picMkLst>
            <pc:docMk/>
            <pc:sldMk cId="809996417" sldId="549"/>
            <ac:picMk id="27" creationId="{DB6B2328-779A-B560-0878-BA162B200960}"/>
          </ac:picMkLst>
        </pc:picChg>
        <pc:picChg chg="add del mod">
          <ac:chgData name="Giusti, Gianluca (PG/R - Sch of Biosci &amp; Med)" userId="cd89f1a1-d897-4e8b-bf98-1ba19356bc61" providerId="ADAL" clId="{1B2A46AA-40A8-4673-8875-56930F9ABADB}" dt="2022-12-02T14:28:52.733" v="1183" actId="1035"/>
          <ac:picMkLst>
            <pc:docMk/>
            <pc:sldMk cId="809996417" sldId="549"/>
            <ac:picMk id="59" creationId="{E70BB620-60A6-DC31-A4CE-6BBDE8774E84}"/>
          </ac:picMkLst>
        </pc:picChg>
        <pc:picChg chg="del">
          <ac:chgData name="Giusti, Gianluca (PG/R - Sch of Biosci &amp; Med)" userId="cd89f1a1-d897-4e8b-bf98-1ba19356bc61" providerId="ADAL" clId="{1B2A46AA-40A8-4673-8875-56930F9ABADB}" dt="2022-12-02T14:27:58.883" v="1144" actId="478"/>
          <ac:picMkLst>
            <pc:docMk/>
            <pc:sldMk cId="809996417" sldId="549"/>
            <ac:picMk id="69" creationId="{63E6AED7-74FD-BFD1-E330-1056A77C5EB9}"/>
          </ac:picMkLst>
        </pc:picChg>
        <pc:cxnChg chg="mod">
          <ac:chgData name="Giusti, Gianluca (PG/R - Sch of Biosci &amp; Med)" userId="cd89f1a1-d897-4e8b-bf98-1ba19356bc61" providerId="ADAL" clId="{1B2A46AA-40A8-4673-8875-56930F9ABADB}" dt="2022-12-02T14:28:52.733" v="1183" actId="1035"/>
          <ac:cxnSpMkLst>
            <pc:docMk/>
            <pc:sldMk cId="809996417" sldId="549"/>
            <ac:cxnSpMk id="11" creationId="{DEB8852C-D0C9-B0D2-2EE1-8A518D8A9D31}"/>
          </ac:cxnSpMkLst>
        </pc:cxnChg>
        <pc:cxnChg chg="mod">
          <ac:chgData name="Giusti, Gianluca (PG/R - Sch of Biosci &amp; Med)" userId="cd89f1a1-d897-4e8b-bf98-1ba19356bc61" providerId="ADAL" clId="{1B2A46AA-40A8-4673-8875-56930F9ABADB}" dt="2022-12-02T14:28:52.733" v="1183" actId="1035"/>
          <ac:cxnSpMkLst>
            <pc:docMk/>
            <pc:sldMk cId="809996417" sldId="549"/>
            <ac:cxnSpMk id="13" creationId="{5E3C9F9E-6698-C503-12FD-605E9D13087F}"/>
          </ac:cxnSpMkLst>
        </pc:cxnChg>
        <pc:cxnChg chg="del">
          <ac:chgData name="Giusti, Gianluca (PG/R - Sch of Biosci &amp; Med)" userId="cd89f1a1-d897-4e8b-bf98-1ba19356bc61" providerId="ADAL" clId="{1B2A46AA-40A8-4673-8875-56930F9ABADB}" dt="2022-12-02T14:28:37.765" v="1147" actId="478"/>
          <ac:cxnSpMkLst>
            <pc:docMk/>
            <pc:sldMk cId="809996417" sldId="549"/>
            <ac:cxnSpMk id="15" creationId="{53080F66-76B0-0FF0-34C1-DD2B47898549}"/>
          </ac:cxnSpMkLst>
        </pc:cxnChg>
        <pc:cxnChg chg="del">
          <ac:chgData name="Giusti, Gianluca (PG/R - Sch of Biosci &amp; Med)" userId="cd89f1a1-d897-4e8b-bf98-1ba19356bc61" providerId="ADAL" clId="{1B2A46AA-40A8-4673-8875-56930F9ABADB}" dt="2022-12-02T14:28:37.765" v="1147" actId="478"/>
          <ac:cxnSpMkLst>
            <pc:docMk/>
            <pc:sldMk cId="809996417" sldId="549"/>
            <ac:cxnSpMk id="16" creationId="{5CBD36F5-E4B9-E002-E760-26732B4DD698}"/>
          </ac:cxnSpMkLst>
        </pc:cxnChg>
        <pc:cxnChg chg="del">
          <ac:chgData name="Giusti, Gianluca (PG/R - Sch of Biosci &amp; Med)" userId="cd89f1a1-d897-4e8b-bf98-1ba19356bc61" providerId="ADAL" clId="{1B2A46AA-40A8-4673-8875-56930F9ABADB}" dt="2022-12-02T14:28:37.765" v="1147" actId="478"/>
          <ac:cxnSpMkLst>
            <pc:docMk/>
            <pc:sldMk cId="809996417" sldId="549"/>
            <ac:cxnSpMk id="17" creationId="{4B214A60-91AD-8387-19A0-4FA5DBB328DA}"/>
          </ac:cxnSpMkLst>
        </pc:cxnChg>
        <pc:cxnChg chg="del">
          <ac:chgData name="Giusti, Gianluca (PG/R - Sch of Biosci &amp; Med)" userId="cd89f1a1-d897-4e8b-bf98-1ba19356bc61" providerId="ADAL" clId="{1B2A46AA-40A8-4673-8875-56930F9ABADB}" dt="2022-12-02T14:28:37.765" v="1147" actId="478"/>
          <ac:cxnSpMkLst>
            <pc:docMk/>
            <pc:sldMk cId="809996417" sldId="549"/>
            <ac:cxnSpMk id="18" creationId="{14FCC238-0CAF-E089-36EB-9EBB52B7DA6B}"/>
          </ac:cxnSpMkLst>
        </pc:cxnChg>
        <pc:cxnChg chg="del">
          <ac:chgData name="Giusti, Gianluca (PG/R - Sch of Biosci &amp; Med)" userId="cd89f1a1-d897-4e8b-bf98-1ba19356bc61" providerId="ADAL" clId="{1B2A46AA-40A8-4673-8875-56930F9ABADB}" dt="2022-12-02T14:28:37.765" v="1147" actId="478"/>
          <ac:cxnSpMkLst>
            <pc:docMk/>
            <pc:sldMk cId="809996417" sldId="549"/>
            <ac:cxnSpMk id="19" creationId="{3FDBAC63-3EB3-A7F8-5478-0AA34B4CD52E}"/>
          </ac:cxnSpMkLst>
        </pc:cxnChg>
        <pc:cxnChg chg="del">
          <ac:chgData name="Giusti, Gianluca (PG/R - Sch of Biosci &amp; Med)" userId="cd89f1a1-d897-4e8b-bf98-1ba19356bc61" providerId="ADAL" clId="{1B2A46AA-40A8-4673-8875-56930F9ABADB}" dt="2022-12-02T14:28:37.765" v="1147" actId="478"/>
          <ac:cxnSpMkLst>
            <pc:docMk/>
            <pc:sldMk cId="809996417" sldId="549"/>
            <ac:cxnSpMk id="20" creationId="{8FB999DB-0074-5883-A2F9-869740254790}"/>
          </ac:cxnSpMkLst>
        </pc:cxnChg>
      </pc:sldChg>
      <pc:sldChg chg="del modNotesTx">
        <pc:chgData name="Giusti, Gianluca (PG/R - Sch of Biosci &amp; Med)" userId="cd89f1a1-d897-4e8b-bf98-1ba19356bc61" providerId="ADAL" clId="{1B2A46AA-40A8-4673-8875-56930F9ABADB}" dt="2022-12-02T14:31:13" v="1192" actId="47"/>
        <pc:sldMkLst>
          <pc:docMk/>
          <pc:sldMk cId="632585350" sldId="551"/>
        </pc:sldMkLst>
      </pc:sldChg>
      <pc:sldChg chg="delSp modSp mod modNotesTx">
        <pc:chgData name="Giusti, Gianluca (PG/R - Sch of Biosci &amp; Med)" userId="cd89f1a1-d897-4e8b-bf98-1ba19356bc61" providerId="ADAL" clId="{1B2A46AA-40A8-4673-8875-56930F9ABADB}" dt="2022-12-02T16:47:03.173" v="2022" actId="1076"/>
        <pc:sldMkLst>
          <pc:docMk/>
          <pc:sldMk cId="3909640078" sldId="552"/>
        </pc:sldMkLst>
        <pc:spChg chg="del">
          <ac:chgData name="Giusti, Gianluca (PG/R - Sch of Biosci &amp; Med)" userId="cd89f1a1-d897-4e8b-bf98-1ba19356bc61" providerId="ADAL" clId="{1B2A46AA-40A8-4673-8875-56930F9ABADB}" dt="2022-12-02T14:24:35.840" v="1141" actId="478"/>
          <ac:spMkLst>
            <pc:docMk/>
            <pc:sldMk cId="3909640078" sldId="552"/>
            <ac:spMk id="12" creationId="{61E46836-75DD-E517-701E-692A6031D2FE}"/>
          </ac:spMkLst>
        </pc:spChg>
        <pc:spChg chg="mod">
          <ac:chgData name="Giusti, Gianluca (PG/R - Sch of Biosci &amp; Med)" userId="cd89f1a1-d897-4e8b-bf98-1ba19356bc61" providerId="ADAL" clId="{1B2A46AA-40A8-4673-8875-56930F9ABADB}" dt="2022-12-02T16:47:03.173" v="2022" actId="1076"/>
          <ac:spMkLst>
            <pc:docMk/>
            <pc:sldMk cId="3909640078" sldId="552"/>
            <ac:spMk id="14" creationId="{CB88938D-F429-3775-093E-0F26792D9AFE}"/>
          </ac:spMkLst>
        </pc:spChg>
        <pc:picChg chg="mod">
          <ac:chgData name="Giusti, Gianluca (PG/R - Sch of Biosci &amp; Med)" userId="cd89f1a1-d897-4e8b-bf98-1ba19356bc61" providerId="ADAL" clId="{1B2A46AA-40A8-4673-8875-56930F9ABADB}" dt="2022-12-02T16:46:59.824" v="2021" actId="1076"/>
          <ac:picMkLst>
            <pc:docMk/>
            <pc:sldMk cId="3909640078" sldId="552"/>
            <ac:picMk id="7" creationId="{2E3C3925-26B6-482E-7547-1224877730BD}"/>
          </ac:picMkLst>
        </pc:picChg>
        <pc:picChg chg="mod">
          <ac:chgData name="Giusti, Gianluca (PG/R - Sch of Biosci &amp; Med)" userId="cd89f1a1-d897-4e8b-bf98-1ba19356bc61" providerId="ADAL" clId="{1B2A46AA-40A8-4673-8875-56930F9ABADB}" dt="2022-12-02T14:24:16.579" v="1140" actId="1076"/>
          <ac:picMkLst>
            <pc:docMk/>
            <pc:sldMk cId="3909640078" sldId="552"/>
            <ac:picMk id="10" creationId="{CFE876DA-BC3D-B17E-1669-A733155266F7}"/>
          </ac:picMkLst>
        </pc:picChg>
        <pc:picChg chg="del">
          <ac:chgData name="Giusti, Gianluca (PG/R - Sch of Biosci &amp; Med)" userId="cd89f1a1-d897-4e8b-bf98-1ba19356bc61" providerId="ADAL" clId="{1B2A46AA-40A8-4673-8875-56930F9ABADB}" dt="2022-12-02T14:24:12.750" v="1139" actId="478"/>
          <ac:picMkLst>
            <pc:docMk/>
            <pc:sldMk cId="3909640078" sldId="552"/>
            <ac:picMk id="13" creationId="{EAE145CD-CD44-80D1-3AE3-6F7B1E6EC7AF}"/>
          </ac:picMkLst>
        </pc:picChg>
        <pc:cxnChg chg="del">
          <ac:chgData name="Giusti, Gianluca (PG/R - Sch of Biosci &amp; Med)" userId="cd89f1a1-d897-4e8b-bf98-1ba19356bc61" providerId="ADAL" clId="{1B2A46AA-40A8-4673-8875-56930F9ABADB}" dt="2022-12-02T14:24:37.466" v="1142" actId="478"/>
          <ac:cxnSpMkLst>
            <pc:docMk/>
            <pc:sldMk cId="3909640078" sldId="552"/>
            <ac:cxnSpMk id="11" creationId="{4E3C36E3-BFDC-FA0E-E9D1-29808CFC6FF4}"/>
          </ac:cxnSpMkLst>
        </pc:cxnChg>
      </pc:sldChg>
      <pc:sldChg chg="modSp mod modNotesTx">
        <pc:chgData name="Giusti, Gianluca (PG/R - Sch of Biosci &amp; Med)" userId="cd89f1a1-d897-4e8b-bf98-1ba19356bc61" providerId="ADAL" clId="{1B2A46AA-40A8-4673-8875-56930F9ABADB}" dt="2022-12-02T16:48:47.409" v="2024" actId="20577"/>
        <pc:sldMkLst>
          <pc:docMk/>
          <pc:sldMk cId="228742615" sldId="555"/>
        </pc:sldMkLst>
        <pc:spChg chg="mod">
          <ac:chgData name="Giusti, Gianluca (PG/R - Sch of Biosci &amp; Med)" userId="cd89f1a1-d897-4e8b-bf98-1ba19356bc61" providerId="ADAL" clId="{1B2A46AA-40A8-4673-8875-56930F9ABADB}" dt="2022-12-02T14:31:48.134" v="1223" actId="20577"/>
          <ac:spMkLst>
            <pc:docMk/>
            <pc:sldMk cId="228742615" sldId="555"/>
            <ac:spMk id="4" creationId="{14657FA5-9948-417C-8393-F3600E40B0F2}"/>
          </ac:spMkLst>
        </pc:spChg>
      </pc:sldChg>
      <pc:sldChg chg="addSp delSp modSp mod modNotesTx">
        <pc:chgData name="Giusti, Gianluca (PG/R - Sch of Biosci &amp; Med)" userId="cd89f1a1-d897-4e8b-bf98-1ba19356bc61" providerId="ADAL" clId="{1B2A46AA-40A8-4673-8875-56930F9ABADB}" dt="2022-12-02T16:46:29.527" v="2017" actId="1076"/>
        <pc:sldMkLst>
          <pc:docMk/>
          <pc:sldMk cId="1697432208" sldId="558"/>
        </pc:sldMkLst>
        <pc:spChg chg="add del mod">
          <ac:chgData name="Giusti, Gianluca (PG/R - Sch of Biosci &amp; Med)" userId="cd89f1a1-d897-4e8b-bf98-1ba19356bc61" providerId="ADAL" clId="{1B2A46AA-40A8-4673-8875-56930F9ABADB}" dt="2022-11-28T15:11:41.298" v="545" actId="478"/>
          <ac:spMkLst>
            <pc:docMk/>
            <pc:sldMk cId="1697432208" sldId="558"/>
            <ac:spMk id="3" creationId="{7154D5CA-45A2-6F28-7605-449EE5969D28}"/>
          </ac:spMkLst>
        </pc:spChg>
        <pc:spChg chg="mod">
          <ac:chgData name="Giusti, Gianluca (PG/R - Sch of Biosci &amp; Med)" userId="cd89f1a1-d897-4e8b-bf98-1ba19356bc61" providerId="ADAL" clId="{1B2A46AA-40A8-4673-8875-56930F9ABADB}" dt="2022-11-28T15:24:43.871" v="858" actId="14100"/>
          <ac:spMkLst>
            <pc:docMk/>
            <pc:sldMk cId="1697432208" sldId="558"/>
            <ac:spMk id="8" creationId="{BCECA2ED-3222-40AC-1CDD-D678CF4C3F2F}"/>
          </ac:spMkLst>
        </pc:spChg>
        <pc:spChg chg="mod">
          <ac:chgData name="Giusti, Gianluca (PG/R - Sch of Biosci &amp; Med)" userId="cd89f1a1-d897-4e8b-bf98-1ba19356bc61" providerId="ADAL" clId="{1B2A46AA-40A8-4673-8875-56930F9ABADB}" dt="2022-12-02T16:23:38.636" v="1675" actId="20577"/>
          <ac:spMkLst>
            <pc:docMk/>
            <pc:sldMk cId="1697432208" sldId="558"/>
            <ac:spMk id="9" creationId="{5D521D18-B894-71AB-F73C-FFA72EB4223E}"/>
          </ac:spMkLst>
        </pc:spChg>
        <pc:spChg chg="add del mod">
          <ac:chgData name="Giusti, Gianluca (PG/R - Sch of Biosci &amp; Med)" userId="cd89f1a1-d897-4e8b-bf98-1ba19356bc61" providerId="ADAL" clId="{1B2A46AA-40A8-4673-8875-56930F9ABADB}" dt="2022-11-28T15:24:23.379" v="856"/>
          <ac:spMkLst>
            <pc:docMk/>
            <pc:sldMk cId="1697432208" sldId="558"/>
            <ac:spMk id="19" creationId="{1C9A1D8A-120E-C046-81C6-91FB86B2D401}"/>
          </ac:spMkLst>
        </pc:spChg>
        <pc:spChg chg="mod">
          <ac:chgData name="Giusti, Gianluca (PG/R - Sch of Biosci &amp; Med)" userId="cd89f1a1-d897-4e8b-bf98-1ba19356bc61" providerId="ADAL" clId="{1B2A46AA-40A8-4673-8875-56930F9ABADB}" dt="2022-12-02T16:46:29.527" v="2017" actId="1076"/>
          <ac:spMkLst>
            <pc:docMk/>
            <pc:sldMk cId="1697432208" sldId="558"/>
            <ac:spMk id="22" creationId="{C5E35BBE-D00C-843F-8808-6355FA4B57D7}"/>
          </ac:spMkLst>
        </pc:spChg>
        <pc:picChg chg="add del mod">
          <ac:chgData name="Giusti, Gianluca (PG/R - Sch of Biosci &amp; Med)" userId="cd89f1a1-d897-4e8b-bf98-1ba19356bc61" providerId="ADAL" clId="{1B2A46AA-40A8-4673-8875-56930F9ABADB}" dt="2022-11-28T15:16:52.014" v="583" actId="478"/>
          <ac:picMkLst>
            <pc:docMk/>
            <pc:sldMk cId="1697432208" sldId="558"/>
            <ac:picMk id="2" creationId="{2FB2F4F4-BE6D-9796-03DE-1E2D58F54074}"/>
          </ac:picMkLst>
        </pc:picChg>
        <pc:picChg chg="add del mod">
          <ac:chgData name="Giusti, Gianluca (PG/R - Sch of Biosci &amp; Med)" userId="cd89f1a1-d897-4e8b-bf98-1ba19356bc61" providerId="ADAL" clId="{1B2A46AA-40A8-4673-8875-56930F9ABADB}" dt="2022-11-28T15:15:11.766" v="567" actId="478"/>
          <ac:picMkLst>
            <pc:docMk/>
            <pc:sldMk cId="1697432208" sldId="558"/>
            <ac:picMk id="4" creationId="{7E05ECB7-7D6A-A61B-5507-9C367E29AF33}"/>
          </ac:picMkLst>
        </pc:picChg>
        <pc:picChg chg="add del mod">
          <ac:chgData name="Giusti, Gianluca (PG/R - Sch of Biosci &amp; Med)" userId="cd89f1a1-d897-4e8b-bf98-1ba19356bc61" providerId="ADAL" clId="{1B2A46AA-40A8-4673-8875-56930F9ABADB}" dt="2022-11-28T15:23:56.647" v="842" actId="478"/>
          <ac:picMkLst>
            <pc:docMk/>
            <pc:sldMk cId="1697432208" sldId="558"/>
            <ac:picMk id="5" creationId="{6B28E353-5C61-7002-B2C6-D66069F45C26}"/>
          </ac:picMkLst>
        </pc:picChg>
        <pc:picChg chg="add del mod">
          <ac:chgData name="Giusti, Gianluca (PG/R - Sch of Biosci &amp; Med)" userId="cd89f1a1-d897-4e8b-bf98-1ba19356bc61" providerId="ADAL" clId="{1B2A46AA-40A8-4673-8875-56930F9ABADB}" dt="2022-11-28T15:23:56.647" v="842" actId="478"/>
          <ac:picMkLst>
            <pc:docMk/>
            <pc:sldMk cId="1697432208" sldId="558"/>
            <ac:picMk id="6" creationId="{E86318A9-8A5B-E19C-FCA2-559BA06D9444}"/>
          </ac:picMkLst>
        </pc:picChg>
        <pc:picChg chg="add del mod">
          <ac:chgData name="Giusti, Gianluca (PG/R - Sch of Biosci &amp; Med)" userId="cd89f1a1-d897-4e8b-bf98-1ba19356bc61" providerId="ADAL" clId="{1B2A46AA-40A8-4673-8875-56930F9ABADB}" dt="2022-12-02T16:26:47.694" v="1732" actId="478"/>
          <ac:picMkLst>
            <pc:docMk/>
            <pc:sldMk cId="1697432208" sldId="558"/>
            <ac:picMk id="7" creationId="{77496427-1295-1D77-7E63-73A04EC61A0C}"/>
          </ac:picMkLst>
        </pc:picChg>
        <pc:picChg chg="add del mod">
          <ac:chgData name="Giusti, Gianluca (PG/R - Sch of Biosci &amp; Med)" userId="cd89f1a1-d897-4e8b-bf98-1ba19356bc61" providerId="ADAL" clId="{1B2A46AA-40A8-4673-8875-56930F9ABADB}" dt="2022-11-28T15:23:56.647" v="842" actId="478"/>
          <ac:picMkLst>
            <pc:docMk/>
            <pc:sldMk cId="1697432208" sldId="558"/>
            <ac:picMk id="10" creationId="{AD75D86D-6F34-2385-E973-94D6D46D458F}"/>
          </ac:picMkLst>
        </pc:picChg>
        <pc:picChg chg="add del mod">
          <ac:chgData name="Giusti, Gianluca (PG/R - Sch of Biosci &amp; Med)" userId="cd89f1a1-d897-4e8b-bf98-1ba19356bc61" providerId="ADAL" clId="{1B2A46AA-40A8-4673-8875-56930F9ABADB}" dt="2022-11-28T15:16:57.232" v="586" actId="478"/>
          <ac:picMkLst>
            <pc:docMk/>
            <pc:sldMk cId="1697432208" sldId="558"/>
            <ac:picMk id="18" creationId="{2CD8E76A-0249-D218-4F46-B9AF40355697}"/>
          </ac:picMkLst>
        </pc:picChg>
        <pc:picChg chg="mod">
          <ac:chgData name="Giusti, Gianluca (PG/R - Sch of Biosci &amp; Med)" userId="cd89f1a1-d897-4e8b-bf98-1ba19356bc61" providerId="ADAL" clId="{1B2A46AA-40A8-4673-8875-56930F9ABADB}" dt="2022-12-02T16:36:37.147" v="1886" actId="1076"/>
          <ac:picMkLst>
            <pc:docMk/>
            <pc:sldMk cId="1697432208" sldId="558"/>
            <ac:picMk id="1026" creationId="{1BC8D620-28E9-E7B9-0BF5-61594F1E9A73}"/>
          </ac:picMkLst>
        </pc:picChg>
      </pc:sldChg>
      <pc:sldChg chg="delSp add mod modShow">
        <pc:chgData name="Giusti, Gianluca (PG/R - Sch of Biosci &amp; Med)" userId="cd89f1a1-d897-4e8b-bf98-1ba19356bc61" providerId="ADAL" clId="{1B2A46AA-40A8-4673-8875-56930F9ABADB}" dt="2022-12-02T16:49:02.509" v="2027" actId="478"/>
        <pc:sldMkLst>
          <pc:docMk/>
          <pc:sldMk cId="1180470422" sldId="561"/>
        </pc:sldMkLst>
        <pc:spChg chg="del">
          <ac:chgData name="Giusti, Gianluca (PG/R - Sch of Biosci &amp; Med)" userId="cd89f1a1-d897-4e8b-bf98-1ba19356bc61" providerId="ADAL" clId="{1B2A46AA-40A8-4673-8875-56930F9ABADB}" dt="2022-12-02T16:49:02.509" v="2027" actId="478"/>
          <ac:spMkLst>
            <pc:docMk/>
            <pc:sldMk cId="1180470422" sldId="561"/>
            <ac:spMk id="5" creationId="{D104FE50-4830-360F-E32E-C5D880BCF9E2}"/>
          </ac:spMkLst>
        </pc:spChg>
        <pc:spChg chg="del">
          <ac:chgData name="Giusti, Gianluca (PG/R - Sch of Biosci &amp; Med)" userId="cd89f1a1-d897-4e8b-bf98-1ba19356bc61" providerId="ADAL" clId="{1B2A46AA-40A8-4673-8875-56930F9ABADB}" dt="2022-12-02T16:49:00.220" v="2025" actId="478"/>
          <ac:spMkLst>
            <pc:docMk/>
            <pc:sldMk cId="1180470422" sldId="561"/>
            <ac:spMk id="6" creationId="{3AA51182-2AD2-71EC-079B-3FAAC4B6993C}"/>
          </ac:spMkLst>
        </pc:spChg>
        <pc:spChg chg="del">
          <ac:chgData name="Giusti, Gianluca (PG/R - Sch of Biosci &amp; Med)" userId="cd89f1a1-d897-4e8b-bf98-1ba19356bc61" providerId="ADAL" clId="{1B2A46AA-40A8-4673-8875-56930F9ABADB}" dt="2022-12-02T16:49:01.084" v="2026" actId="478"/>
          <ac:spMkLst>
            <pc:docMk/>
            <pc:sldMk cId="1180470422" sldId="561"/>
            <ac:spMk id="7" creationId="{6122EB35-3942-0F52-B2AF-67FC86EE4A80}"/>
          </ac:spMkLst>
        </pc:spChg>
        <pc:picChg chg="del">
          <ac:chgData name="Giusti, Gianluca (PG/R - Sch of Biosci &amp; Med)" userId="cd89f1a1-d897-4e8b-bf98-1ba19356bc61" providerId="ADAL" clId="{1B2A46AA-40A8-4673-8875-56930F9ABADB}" dt="2022-12-02T14:32:56.361" v="1225" actId="478"/>
          <ac:picMkLst>
            <pc:docMk/>
            <pc:sldMk cId="1180470422" sldId="561"/>
            <ac:picMk id="2" creationId="{E6EA25F5-4F5F-B85D-41DE-C04BF45FEC96}"/>
          </ac:picMkLst>
        </pc:picChg>
        <pc:picChg chg="del">
          <ac:chgData name="Giusti, Gianluca (PG/R - Sch of Biosci &amp; Med)" userId="cd89f1a1-d897-4e8b-bf98-1ba19356bc61" providerId="ADAL" clId="{1B2A46AA-40A8-4673-8875-56930F9ABADB}" dt="2022-12-02T14:32:58.566" v="1226" actId="478"/>
          <ac:picMkLst>
            <pc:docMk/>
            <pc:sldMk cId="1180470422" sldId="561"/>
            <ac:picMk id="8" creationId="{5F8C1A30-C790-D04B-E606-1DF64B548845}"/>
          </ac:picMkLst>
        </pc:picChg>
      </pc:sldChg>
      <pc:sldChg chg="addSp modSp new mod modClrScheme modAnim chgLayout">
        <pc:chgData name="Giusti, Gianluca (PG/R - Sch of Biosci &amp; Med)" userId="cd89f1a1-d897-4e8b-bf98-1ba19356bc61" providerId="ADAL" clId="{1B2A46AA-40A8-4673-8875-56930F9ABADB}" dt="2022-12-02T16:51:35.726" v="2052" actId="1076"/>
        <pc:sldMkLst>
          <pc:docMk/>
          <pc:sldMk cId="3035123804" sldId="562"/>
        </pc:sldMkLst>
        <pc:spChg chg="add mod">
          <ac:chgData name="Giusti, Gianluca (PG/R - Sch of Biosci &amp; Med)" userId="cd89f1a1-d897-4e8b-bf98-1ba19356bc61" providerId="ADAL" clId="{1B2A46AA-40A8-4673-8875-56930F9ABADB}" dt="2022-12-02T16:50:55.099" v="2041" actId="26606"/>
          <ac:spMkLst>
            <pc:docMk/>
            <pc:sldMk cId="3035123804" sldId="562"/>
            <ac:spMk id="7" creationId="{53A3B9A8-8790-BD41-BFAD-FDDCB23CCB51}"/>
          </ac:spMkLst>
        </pc:spChg>
        <pc:picChg chg="add mod">
          <ac:chgData name="Giusti, Gianluca (PG/R - Sch of Biosci &amp; Med)" userId="cd89f1a1-d897-4e8b-bf98-1ba19356bc61" providerId="ADAL" clId="{1B2A46AA-40A8-4673-8875-56930F9ABADB}" dt="2022-12-02T16:51:35.726" v="2052" actId="1076"/>
          <ac:picMkLst>
            <pc:docMk/>
            <pc:sldMk cId="3035123804" sldId="562"/>
            <ac:picMk id="2" creationId="{C740F1DF-A54D-637B-7BEA-9924F0B04D65}"/>
          </ac:picMkLst>
        </pc:picChg>
      </pc:sldChg>
    </pc:docChg>
  </pc:docChgLst>
  <pc:docChgLst>
    <pc:chgData name="Giusti, Gianluca (PG/R - Sch of Biosciences)" userId="cd89f1a1-d897-4e8b-bf98-1ba19356bc61" providerId="ADAL" clId="{97C1628E-CC71-4F4C-AAB6-01A3F27624B6}"/>
    <pc:docChg chg="custSel modSld">
      <pc:chgData name="Giusti, Gianluca (PG/R - Sch of Biosciences)" userId="cd89f1a1-d897-4e8b-bf98-1ba19356bc61" providerId="ADAL" clId="{97C1628E-CC71-4F4C-AAB6-01A3F27624B6}" dt="2023-03-16T16:30:49.716" v="0" actId="313"/>
      <pc:docMkLst>
        <pc:docMk/>
      </pc:docMkLst>
      <pc:sldChg chg="modNotesTx">
        <pc:chgData name="Giusti, Gianluca (PG/R - Sch of Biosciences)" userId="cd89f1a1-d897-4e8b-bf98-1ba19356bc61" providerId="ADAL" clId="{97C1628E-CC71-4F4C-AAB6-01A3F27624B6}" dt="2023-03-16T16:30:49.716" v="0" actId="313"/>
        <pc:sldMkLst>
          <pc:docMk/>
          <pc:sldMk cId="1094659195" sldId="54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2B80C9-C577-4A20-A4A8-9E21559272D1}" type="datetimeFigureOut">
              <a:rPr lang="en-GB" smtClean="0"/>
              <a:t>06/07/2023</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FC6950-FCB4-49C8-9676-AB395B896D3C}" type="slidenum">
              <a:rPr lang="en-GB" smtClean="0"/>
              <a:t>‹#›</a:t>
            </a:fld>
            <a:endParaRPr lang="en-GB"/>
          </a:p>
        </p:txBody>
      </p:sp>
    </p:spTree>
    <p:extLst>
      <p:ext uri="{BB962C8B-B14F-4D97-AF65-F5344CB8AC3E}">
        <p14:creationId xmlns:p14="http://schemas.microsoft.com/office/powerpoint/2010/main" val="1884537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frontiersin.org/articles/10.3389/fphys.2020.00005/full#B28" TargetMode="External"/><Relationship Id="rId7" Type="http://schemas.openxmlformats.org/officeDocument/2006/relationships/hyperlink" Target="https://www.frontiersin.org/articles/10.3389/fphys.2020.00005/full#B21" TargetMode="External"/><Relationship Id="rId2" Type="http://schemas.openxmlformats.org/officeDocument/2006/relationships/slide" Target="../slides/slide14.xml"/><Relationship Id="rId1" Type="http://schemas.openxmlformats.org/officeDocument/2006/relationships/notesMaster" Target="../notesMasters/notesMaster1.xml"/><Relationship Id="rId6" Type="http://schemas.openxmlformats.org/officeDocument/2006/relationships/hyperlink" Target="https://www.frontiersin.org/articles/10.3389/fphys.2020.00005/full#B17" TargetMode="External"/><Relationship Id="rId5" Type="http://schemas.openxmlformats.org/officeDocument/2006/relationships/hyperlink" Target="https://www.frontiersin.org/articles/10.3389/fphys.2020.00005/full#B6" TargetMode="External"/><Relationship Id="rId4" Type="http://schemas.openxmlformats.org/officeDocument/2006/relationships/hyperlink" Target="https://www.frontiersin.org/articles/10.3389/fphys.2020.00005/full#F1"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Circadian-friendly hospital is the idea behind</a:t>
            </a:r>
            <a:endParaRPr lang="en-GB" dirty="0"/>
          </a:p>
        </p:txBody>
      </p:sp>
      <p:sp>
        <p:nvSpPr>
          <p:cNvPr id="4" name="Tijdelijke aanduiding voor dianummer 3"/>
          <p:cNvSpPr>
            <a:spLocks noGrp="1"/>
          </p:cNvSpPr>
          <p:nvPr>
            <p:ph type="sldNum" sz="quarter" idx="5"/>
          </p:nvPr>
        </p:nvSpPr>
        <p:spPr/>
        <p:txBody>
          <a:bodyPr/>
          <a:lstStyle/>
          <a:p>
            <a:fld id="{ABFC6950-FCB4-49C8-9676-AB395B896D3C}" type="slidenum">
              <a:rPr lang="en-GB" smtClean="0"/>
              <a:t>1</a:t>
            </a:fld>
            <a:endParaRPr lang="en-GB"/>
          </a:p>
        </p:txBody>
      </p:sp>
    </p:spTree>
    <p:extLst>
      <p:ext uri="{BB962C8B-B14F-4D97-AF65-F5344CB8AC3E}">
        <p14:creationId xmlns:p14="http://schemas.microsoft.com/office/powerpoint/2010/main" val="28385166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82828"/>
                </a:solidFill>
                <a:effectLst/>
                <a:latin typeface="MuseoSans"/>
              </a:rPr>
              <a:t>While in everyday life…</a:t>
            </a:r>
            <a:r>
              <a:rPr lang="en-US" b="1" i="0" dirty="0">
                <a:solidFill>
                  <a:srgbClr val="282828"/>
                </a:solidFill>
                <a:effectLst/>
                <a:latin typeface="MuseoSans"/>
              </a:rPr>
              <a:t>expose</a:t>
            </a:r>
            <a:r>
              <a:rPr lang="en-US" b="0" i="0" dirty="0">
                <a:solidFill>
                  <a:srgbClr val="282828"/>
                </a:solidFill>
                <a:effectLst/>
                <a:latin typeface="MuseoSans"/>
              </a:rPr>
              <a:t>…meal/activity timing and light entrain CC -&gt; </a:t>
            </a:r>
            <a:r>
              <a:rPr lang="en-US" sz="1200" b="1" i="0" u="sng" dirty="0">
                <a:solidFill>
                  <a:srgbClr val="282828"/>
                </a:solidFill>
                <a:effectLst/>
                <a:latin typeface="MuseoSans"/>
              </a:rPr>
              <a:t>habitual daily routines</a:t>
            </a:r>
            <a:endParaRPr lang="en-US" b="0" i="0" dirty="0">
              <a:solidFill>
                <a:srgbClr val="282828"/>
              </a:solidFill>
              <a:effectLst/>
              <a:latin typeface="Museo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82828"/>
                </a:solidFill>
                <a:effectLst/>
                <a:latin typeface="MuseoSans"/>
              </a:rPr>
              <a:t>Patients often have trouble adjusting to the clinical environment. In hospital: weak / inefficient zeitgebers …increase the risk for circadian misalignment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82828"/>
                </a:solidFill>
                <a:effectLst/>
                <a:latin typeface="MuseoSans"/>
              </a:rPr>
              <a:t>In hospital you have to set your schedule according to the timing of the ward -&gt; </a:t>
            </a:r>
            <a:r>
              <a:rPr lang="en-US" sz="1200" b="1" i="0" u="sng" dirty="0">
                <a:solidFill>
                  <a:srgbClr val="282828"/>
                </a:solidFill>
                <a:effectLst/>
                <a:latin typeface="MuseoSans"/>
              </a:rPr>
              <a:t>loss of habitual daily routines</a:t>
            </a:r>
            <a:endParaRPr lang="en-US" sz="1200" b="0" i="0" u="none" dirty="0">
              <a:solidFill>
                <a:srgbClr val="282828"/>
              </a:solidFill>
              <a:effectLst/>
              <a:latin typeface="Museo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u="sng" dirty="0">
                <a:solidFill>
                  <a:srgbClr val="282828"/>
                </a:solidFill>
                <a:effectLst/>
                <a:latin typeface="MuseoSans"/>
              </a:rPr>
              <a:t>Loss of habitual daily routines</a:t>
            </a:r>
            <a:r>
              <a:rPr lang="en-US" b="0" i="0" dirty="0">
                <a:solidFill>
                  <a:srgbClr val="282828"/>
                </a:solidFill>
                <a:effectLst/>
                <a:latin typeface="MuseoSans"/>
              </a:rPr>
              <a:t>, </a:t>
            </a:r>
            <a:r>
              <a:rPr lang="en-US" b="1" i="0" dirty="0">
                <a:solidFill>
                  <a:srgbClr val="282828"/>
                </a:solidFill>
                <a:effectLst/>
                <a:latin typeface="MuseoSans"/>
              </a:rPr>
              <a:t>noise</a:t>
            </a:r>
            <a:r>
              <a:rPr lang="en-US" b="0" i="0" dirty="0">
                <a:solidFill>
                  <a:srgbClr val="282828"/>
                </a:solidFill>
                <a:effectLst/>
                <a:latin typeface="MuseoSans"/>
              </a:rPr>
              <a:t> and </a:t>
            </a:r>
            <a:r>
              <a:rPr lang="en-US" b="1" i="0" dirty="0">
                <a:solidFill>
                  <a:srgbClr val="282828"/>
                </a:solidFill>
                <a:effectLst/>
                <a:latin typeface="MuseoSans"/>
              </a:rPr>
              <a:t>abnormal exposure to light </a:t>
            </a:r>
            <a:r>
              <a:rPr lang="en-US" b="0" i="0" dirty="0">
                <a:solidFill>
                  <a:srgbClr val="282828"/>
                </a:solidFill>
                <a:effectLst/>
                <a:latin typeface="MuseoSans"/>
              </a:rPr>
              <a:t>often </a:t>
            </a:r>
            <a:r>
              <a:rPr lang="en-US" b="0" i="0" u="none" dirty="0">
                <a:solidFill>
                  <a:srgbClr val="282828"/>
                </a:solidFill>
                <a:effectLst/>
                <a:latin typeface="MuseoSans"/>
              </a:rPr>
              <a:t>cause s</a:t>
            </a:r>
            <a:r>
              <a:rPr lang="en-US" b="0" i="0" dirty="0">
                <a:solidFill>
                  <a:srgbClr val="282828"/>
                </a:solidFill>
                <a:effectLst/>
                <a:latin typeface="MuseoSans"/>
              </a:rPr>
              <a:t>leep and circadian rhythm disorders amongst medical inpatients. </a:t>
            </a:r>
            <a:endParaRPr lang="en-US" b="0" i="0" dirty="0">
              <a:solidFill>
                <a:srgbClr val="1C1D1E"/>
              </a:solidFill>
              <a:effectLst/>
              <a:latin typeface="Open Sans" panose="020B0606030504020204" pitchFamily="34" charset="0"/>
            </a:endParaRPr>
          </a:p>
        </p:txBody>
      </p:sp>
      <p:sp>
        <p:nvSpPr>
          <p:cNvPr id="4" name="Tijdelijke aanduiding voor dianummer 3"/>
          <p:cNvSpPr>
            <a:spLocks noGrp="1"/>
          </p:cNvSpPr>
          <p:nvPr>
            <p:ph type="sldNum" sz="quarter" idx="5"/>
          </p:nvPr>
        </p:nvSpPr>
        <p:spPr/>
        <p:txBody>
          <a:bodyPr/>
          <a:lstStyle/>
          <a:p>
            <a:fld id="{ABFC6950-FCB4-49C8-9676-AB395B896D3C}" type="slidenum">
              <a:rPr lang="en-GB" smtClean="0"/>
              <a:t>2</a:t>
            </a:fld>
            <a:endParaRPr lang="en-GB"/>
          </a:p>
        </p:txBody>
      </p:sp>
    </p:spTree>
    <p:extLst>
      <p:ext uri="{BB962C8B-B14F-4D97-AF65-F5344CB8AC3E}">
        <p14:creationId xmlns:p14="http://schemas.microsoft.com/office/powerpoint/2010/main" val="14009771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Tijdelijke aanduiding voor dianummer 3"/>
          <p:cNvSpPr>
            <a:spLocks noGrp="1"/>
          </p:cNvSpPr>
          <p:nvPr>
            <p:ph type="sldNum" sz="quarter" idx="5"/>
          </p:nvPr>
        </p:nvSpPr>
        <p:spPr/>
        <p:txBody>
          <a:bodyPr/>
          <a:lstStyle/>
          <a:p>
            <a:fld id="{ABFC6950-FCB4-49C8-9676-AB395B896D3C}" type="slidenum">
              <a:rPr lang="en-GB" smtClean="0"/>
              <a:t>3</a:t>
            </a:fld>
            <a:endParaRPr lang="en-GB"/>
          </a:p>
        </p:txBody>
      </p:sp>
    </p:spTree>
    <p:extLst>
      <p:ext uri="{BB962C8B-B14F-4D97-AF65-F5344CB8AC3E}">
        <p14:creationId xmlns:p14="http://schemas.microsoft.com/office/powerpoint/2010/main" val="39730073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ea typeface="Open Sans" panose="020B0606030504020204" pitchFamily="34" charset="0"/>
                <a:cs typeface="Open Sans" panose="020B0606030504020204" pitchFamily="34" charset="0"/>
              </a:rPr>
              <a:t>simple randomization with stratification </a:t>
            </a:r>
            <a:r>
              <a:rPr lang="en-US" sz="1200" b="0" dirty="0">
                <a:ea typeface="Open Sans" panose="020B0606030504020204" pitchFamily="34" charset="0"/>
                <a:cs typeface="Open Sans" panose="020B0606030504020204" pitchFamily="34" charset="0"/>
              </a:rPr>
              <a:t>according to/by the circadian care group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a typeface="Open Sans" panose="020B0606030504020204" pitchFamily="34" charset="0"/>
                <a:cs typeface="Open Sans" panose="020B0606030504020204" pitchFamily="34" charset="0"/>
              </a:rPr>
              <a:t>94 patients admitted into the medical ward </a:t>
            </a:r>
            <a:r>
              <a:rPr lang="en-US" sz="1200" dirty="0" err="1">
                <a:ea typeface="Open Sans" panose="020B0606030504020204" pitchFamily="34" charset="0"/>
                <a:cs typeface="Open Sans" panose="020B0606030504020204" pitchFamily="34" charset="0"/>
              </a:rPr>
              <a:t>Clinica</a:t>
            </a:r>
            <a:r>
              <a:rPr lang="en-US" sz="1200" dirty="0">
                <a:ea typeface="Open Sans" panose="020B0606030504020204" pitchFamily="34" charset="0"/>
                <a:cs typeface="Open Sans" panose="020B0606030504020204" pitchFamily="34" charset="0"/>
              </a:rPr>
              <a:t> Medica V of Padua University Hospital for other reasons within 24 hour were screened.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ea typeface="Open Sans" panose="020B0606030504020204" pitchFamily="34" charset="0"/>
                <a:cs typeface="Open Sans" panose="020B0606030504020204" pitchFamily="34" charset="0"/>
              </a:rPr>
              <a:t>The others 50 patients were </a:t>
            </a:r>
            <a:r>
              <a:rPr lang="en-US" sz="1200" b="1" dirty="0" err="1">
                <a:ea typeface="Open Sans" panose="020B0606030504020204" pitchFamily="34" charset="0"/>
                <a:cs typeface="Open Sans" panose="020B0606030504020204" pitchFamily="34" charset="0"/>
              </a:rPr>
              <a:t>randomised</a:t>
            </a:r>
            <a:r>
              <a:rPr lang="en-US" sz="1200" dirty="0">
                <a:ea typeface="Open Sans" panose="020B0606030504020204" pitchFamily="34" charset="0"/>
                <a:cs typeface="Open Sans" panose="020B0606030504020204" pitchFamily="34" charset="0"/>
              </a:rPr>
              <a:t> to the treatment or the control group.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majority of patients hospitalized for liver/biliary/pancreatic diseases (42%). Other diagnoses on admission were cardiovascular diseases (34%), infections (including pneumonia, urinary tract infection and erysipelas; 12%), and gastrointestinal bleeding or acute anemia (12%).</a:t>
            </a:r>
            <a:endParaRPr lang="en-GB" dirty="0"/>
          </a:p>
        </p:txBody>
      </p:sp>
      <p:sp>
        <p:nvSpPr>
          <p:cNvPr id="4" name="Slide Number Placeholder 3"/>
          <p:cNvSpPr>
            <a:spLocks noGrp="1"/>
          </p:cNvSpPr>
          <p:nvPr>
            <p:ph type="sldNum" sz="quarter" idx="5"/>
          </p:nvPr>
        </p:nvSpPr>
        <p:spPr/>
        <p:txBody>
          <a:bodyPr/>
          <a:lstStyle/>
          <a:p>
            <a:fld id="{ABFC6950-FCB4-49C8-9676-AB395B896D3C}" type="slidenum">
              <a:rPr lang="en-GB" smtClean="0"/>
              <a:t>4</a:t>
            </a:fld>
            <a:endParaRPr lang="en-GB"/>
          </a:p>
        </p:txBody>
      </p:sp>
    </p:spTree>
    <p:extLst>
      <p:ext uri="{BB962C8B-B14F-4D97-AF65-F5344CB8AC3E}">
        <p14:creationId xmlns:p14="http://schemas.microsoft.com/office/powerpoint/2010/main" val="3556522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dirty="0"/>
              <a:t>ClinicalTrials.gov is a </a:t>
            </a:r>
            <a:r>
              <a:rPr lang="en-US" sz="900" b="1" dirty="0"/>
              <a:t>US government web-based resource </a:t>
            </a:r>
            <a:r>
              <a:rPr lang="en-US" sz="900" dirty="0"/>
              <a:t>maintained by the National Library of Medicine (NLM) at the National Institutes of Health (NIH) where clinical studies can be registered, information updated, and if required, results and documents posted. </a:t>
            </a:r>
            <a:r>
              <a:rPr lang="en-US" sz="900" b="1" dirty="0"/>
              <a:t>One of the most important database.</a:t>
            </a:r>
          </a:p>
          <a:p>
            <a:r>
              <a:rPr lang="en-US" sz="900" dirty="0"/>
              <a:t>Purpose:</a:t>
            </a:r>
          </a:p>
          <a:p>
            <a:r>
              <a:rPr lang="en-US" sz="900" dirty="0"/>
              <a:t>-some journal </a:t>
            </a:r>
            <a:r>
              <a:rPr lang="en-US" sz="900" b="1" dirty="0"/>
              <a:t>require</a:t>
            </a:r>
            <a:r>
              <a:rPr lang="en-US" sz="900" dirty="0"/>
              <a:t> that clinical trials were registered on </a:t>
            </a:r>
            <a:r>
              <a:rPr lang="en-US" sz="900" b="1" dirty="0"/>
              <a:t>publicly accessible database</a:t>
            </a:r>
            <a:r>
              <a:rPr lang="en-US" sz="900" dirty="0"/>
              <a:t> to support compliance with rules and regulations. </a:t>
            </a:r>
          </a:p>
          <a:p>
            <a:r>
              <a:rPr lang="en-US" sz="900" dirty="0"/>
              <a:t>-</a:t>
            </a:r>
            <a:r>
              <a:rPr lang="en-US" sz="900" b="0" i="0" dirty="0">
                <a:solidFill>
                  <a:srgbClr val="555555"/>
                </a:solidFill>
                <a:effectLst/>
                <a:latin typeface="Benton"/>
              </a:rPr>
              <a:t>promote </a:t>
            </a:r>
            <a:r>
              <a:rPr lang="en-US" sz="900" b="1" i="0" dirty="0">
                <a:solidFill>
                  <a:srgbClr val="555555"/>
                </a:solidFill>
                <a:effectLst/>
                <a:latin typeface="Benton"/>
              </a:rPr>
              <a:t>transparency and scientific integrity</a:t>
            </a:r>
            <a:r>
              <a:rPr lang="en-US" sz="900" b="0" i="0" dirty="0">
                <a:solidFill>
                  <a:srgbClr val="555555"/>
                </a:solidFill>
                <a:effectLst/>
                <a:latin typeface="Benton"/>
              </a:rPr>
              <a:t>.</a:t>
            </a:r>
            <a:endParaRPr lang="en-GB" sz="900" dirty="0"/>
          </a:p>
        </p:txBody>
      </p:sp>
      <p:sp>
        <p:nvSpPr>
          <p:cNvPr id="4" name="Slide Number Placeholder 3"/>
          <p:cNvSpPr>
            <a:spLocks noGrp="1"/>
          </p:cNvSpPr>
          <p:nvPr>
            <p:ph type="sldNum" sz="quarter" idx="5"/>
          </p:nvPr>
        </p:nvSpPr>
        <p:spPr/>
        <p:txBody>
          <a:bodyPr/>
          <a:lstStyle/>
          <a:p>
            <a:fld id="{ABFC6950-FCB4-49C8-9676-AB395B896D3C}" type="slidenum">
              <a:rPr lang="en-GB" smtClean="0"/>
              <a:t>5</a:t>
            </a:fld>
            <a:endParaRPr lang="en-GB"/>
          </a:p>
        </p:txBody>
      </p:sp>
    </p:spTree>
    <p:extLst>
      <p:ext uri="{BB962C8B-B14F-4D97-AF65-F5344CB8AC3E}">
        <p14:creationId xmlns:p14="http://schemas.microsoft.com/office/powerpoint/2010/main" val="847459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82828"/>
                </a:solidFill>
                <a:effectLst/>
                <a:latin typeface="MuseoSans"/>
              </a:rPr>
              <a:t>-&gt;Based on the known, the average length of the hospitalization is 9-10 days </a:t>
            </a:r>
          </a:p>
          <a:p>
            <a:r>
              <a:rPr lang="en-US" b="0" i="0" dirty="0">
                <a:solidFill>
                  <a:srgbClr val="282828"/>
                </a:solidFill>
                <a:effectLst/>
                <a:latin typeface="MuseoSans"/>
              </a:rPr>
              <a:t>Complete a sleep diary daily, recording bedtime, sleep onset, time taken to fall asleep, wake up time, get up time, and the number and duration of any night awakenings and/or daytime naps.</a:t>
            </a:r>
          </a:p>
          <a:p>
            <a:r>
              <a:rPr lang="en-US" b="1" i="0" dirty="0">
                <a:solidFill>
                  <a:srgbClr val="282828"/>
                </a:solidFill>
                <a:effectLst/>
                <a:latin typeface="MuseoSans"/>
              </a:rPr>
              <a:t>Feasibility - Discharge</a:t>
            </a:r>
          </a:p>
          <a:p>
            <a:endParaRPr lang="en-US" b="0" i="0" dirty="0">
              <a:solidFill>
                <a:srgbClr val="282828"/>
              </a:solidFill>
              <a:effectLst/>
              <a:latin typeface="MuseoSans"/>
            </a:endParaRPr>
          </a:p>
        </p:txBody>
      </p:sp>
      <p:sp>
        <p:nvSpPr>
          <p:cNvPr id="4" name="Slide Number Placeholder 3"/>
          <p:cNvSpPr>
            <a:spLocks noGrp="1"/>
          </p:cNvSpPr>
          <p:nvPr>
            <p:ph type="sldNum" sz="quarter" idx="5"/>
          </p:nvPr>
        </p:nvSpPr>
        <p:spPr/>
        <p:txBody>
          <a:bodyPr/>
          <a:lstStyle/>
          <a:p>
            <a:fld id="{ABFC6950-FCB4-49C8-9676-AB395B896D3C}" type="slidenum">
              <a:rPr lang="en-GB" smtClean="0"/>
              <a:t>6</a:t>
            </a:fld>
            <a:endParaRPr lang="en-GB"/>
          </a:p>
        </p:txBody>
      </p:sp>
    </p:spTree>
    <p:extLst>
      <p:ext uri="{BB962C8B-B14F-4D97-AF65-F5344CB8AC3E}">
        <p14:creationId xmlns:p14="http://schemas.microsoft.com/office/powerpoint/2010/main" val="16118891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dirty="0"/>
              <a:t>Standard demographics (sex, age, BMI and level of education)</a:t>
            </a:r>
          </a:p>
          <a:p>
            <a:pPr marL="285750" indent="-285750">
              <a:buFont typeface="Arial" panose="020B0604020202020204" pitchFamily="34" charset="0"/>
              <a:buChar char="•"/>
            </a:pPr>
            <a:r>
              <a:rPr lang="en-US" dirty="0"/>
              <a:t>The </a:t>
            </a:r>
            <a:r>
              <a:rPr lang="en-US" dirty="0" err="1"/>
              <a:t>Charlson</a:t>
            </a:r>
            <a:r>
              <a:rPr lang="en-US" dirty="0"/>
              <a:t> Comorbidity Index was used for purposes of assessment of disease severity/comorbidity. This ranges from 0 to 37, and a weight is assigned to each of 19 medical conditions, based on the corresponding relative risk of death within 12 months (</a:t>
            </a:r>
            <a:r>
              <a:rPr lang="en-US" dirty="0" err="1"/>
              <a:t>Charlson</a:t>
            </a:r>
            <a:r>
              <a:rPr lang="en-US" dirty="0"/>
              <a:t> et al., 1987).</a:t>
            </a:r>
          </a:p>
          <a:p>
            <a:pPr marL="285750" indent="-285750">
              <a:buFont typeface="Arial" panose="020B0604020202020204" pitchFamily="34" charset="0"/>
              <a:buChar char="•"/>
            </a:pPr>
            <a:r>
              <a:rPr lang="en-US" dirty="0"/>
              <a:t>Information on habitual meal timing</a:t>
            </a:r>
          </a:p>
          <a:p>
            <a:pPr marL="285750" indent="-285750">
              <a:buFont typeface="Arial" panose="020B0604020202020204" pitchFamily="34" charset="0"/>
              <a:buChar char="•"/>
            </a:pPr>
            <a:r>
              <a:rPr lang="en-US" dirty="0"/>
              <a:t>Subjective sleep quality over the preceding month, Pittsburgh Sleep Quality Index (PSQI)</a:t>
            </a:r>
          </a:p>
          <a:p>
            <a:pPr marL="285750" indent="-285750">
              <a:buFont typeface="Arial" panose="020B0604020202020204" pitchFamily="34" charset="0"/>
              <a:buChar char="•"/>
            </a:pPr>
            <a:r>
              <a:rPr lang="en-US" dirty="0"/>
              <a:t>Sleep-wake </a:t>
            </a:r>
            <a:r>
              <a:rPr lang="en-US" dirty="0" err="1"/>
              <a:t>behaviour</a:t>
            </a:r>
            <a:r>
              <a:rPr lang="en-US" dirty="0"/>
              <a:t> on working days and free days, </a:t>
            </a:r>
            <a:r>
              <a:rPr lang="en-US" dirty="0" err="1"/>
              <a:t>microMCTQ</a:t>
            </a:r>
            <a:r>
              <a:rPr lang="en-US" dirty="0"/>
              <a:t> questionnaire</a:t>
            </a:r>
          </a:p>
          <a:p>
            <a:pPr marL="285750" indent="-285750">
              <a:buFont typeface="Arial" panose="020B0604020202020204" pitchFamily="34" charset="0"/>
              <a:buChar char="•"/>
            </a:pPr>
            <a:r>
              <a:rPr lang="en-US" dirty="0"/>
              <a:t>The self-</a:t>
            </a:r>
            <a:r>
              <a:rPr lang="en-US" dirty="0" err="1"/>
              <a:t>morningness</a:t>
            </a:r>
            <a:r>
              <a:rPr lang="en-US" dirty="0"/>
              <a:t>/</a:t>
            </a:r>
            <a:r>
              <a:rPr lang="en-US" dirty="0" err="1"/>
              <a:t>eveningness</a:t>
            </a:r>
            <a:r>
              <a:rPr lang="en-US" dirty="0"/>
              <a:t> (Self-ME): An extremely concise and totally subjective assessment of diurnal preference.</a:t>
            </a:r>
          </a:p>
        </p:txBody>
      </p:sp>
      <p:sp>
        <p:nvSpPr>
          <p:cNvPr id="4" name="Slide Number Placeholder 3"/>
          <p:cNvSpPr>
            <a:spLocks noGrp="1"/>
          </p:cNvSpPr>
          <p:nvPr>
            <p:ph type="sldNum" sz="quarter" idx="5"/>
          </p:nvPr>
        </p:nvSpPr>
        <p:spPr/>
        <p:txBody>
          <a:bodyPr/>
          <a:lstStyle/>
          <a:p>
            <a:fld id="{ABFC6950-FCB4-49C8-9676-AB395B896D3C}" type="slidenum">
              <a:rPr lang="en-GB" smtClean="0"/>
              <a:t>7</a:t>
            </a:fld>
            <a:endParaRPr lang="en-GB"/>
          </a:p>
        </p:txBody>
      </p:sp>
    </p:spTree>
    <p:extLst>
      <p:ext uri="{BB962C8B-B14F-4D97-AF65-F5344CB8AC3E}">
        <p14:creationId xmlns:p14="http://schemas.microsoft.com/office/powerpoint/2010/main" val="241823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use of mark button</a:t>
            </a:r>
            <a:endParaRPr lang="en-GB" dirty="0"/>
          </a:p>
        </p:txBody>
      </p:sp>
      <p:sp>
        <p:nvSpPr>
          <p:cNvPr id="4" name="Slide Number Placeholder 3"/>
          <p:cNvSpPr>
            <a:spLocks noGrp="1"/>
          </p:cNvSpPr>
          <p:nvPr>
            <p:ph type="sldNum" sz="quarter" idx="5"/>
          </p:nvPr>
        </p:nvSpPr>
        <p:spPr/>
        <p:txBody>
          <a:bodyPr/>
          <a:lstStyle/>
          <a:p>
            <a:fld id="{ABFC6950-FCB4-49C8-9676-AB395B896D3C}" type="slidenum">
              <a:rPr lang="en-GB" smtClean="0"/>
              <a:t>8</a:t>
            </a:fld>
            <a:endParaRPr lang="en-GB"/>
          </a:p>
        </p:txBody>
      </p:sp>
    </p:spTree>
    <p:extLst>
      <p:ext uri="{BB962C8B-B14F-4D97-AF65-F5344CB8AC3E}">
        <p14:creationId xmlns:p14="http://schemas.microsoft.com/office/powerpoint/2010/main" val="18180100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measurements of the light were measured at eye-level for each patient. If he was not in the room, no recording was obtained</a:t>
            </a:r>
          </a:p>
          <a:p>
            <a:endParaRPr lang="en-US" sz="1200" dirty="0"/>
          </a:p>
          <a:p>
            <a:r>
              <a:rPr lang="en-US" sz="1200" dirty="0"/>
              <a:t>Recorded the room lighting, position of the shutters and number of people in the room.</a:t>
            </a:r>
            <a:endParaRPr lang="en-GB" dirty="0"/>
          </a:p>
        </p:txBody>
      </p:sp>
      <p:sp>
        <p:nvSpPr>
          <p:cNvPr id="4" name="Slide Number Placeholder 3"/>
          <p:cNvSpPr>
            <a:spLocks noGrp="1"/>
          </p:cNvSpPr>
          <p:nvPr>
            <p:ph type="sldNum" sz="quarter" idx="5"/>
          </p:nvPr>
        </p:nvSpPr>
        <p:spPr/>
        <p:txBody>
          <a:bodyPr/>
          <a:lstStyle/>
          <a:p>
            <a:fld id="{ABFC6950-FCB4-49C8-9676-AB395B896D3C}" type="slidenum">
              <a:rPr lang="en-GB" smtClean="0"/>
              <a:t>9</a:t>
            </a:fld>
            <a:endParaRPr lang="en-GB"/>
          </a:p>
        </p:txBody>
      </p:sp>
    </p:spTree>
    <p:extLst>
      <p:ext uri="{BB962C8B-B14F-4D97-AF65-F5344CB8AC3E}">
        <p14:creationId xmlns:p14="http://schemas.microsoft.com/office/powerpoint/2010/main" val="34523338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0,7,14 for 24 hours</a:t>
            </a:r>
          </a:p>
          <a:p>
            <a:endParaRPr lang="en-US" dirty="0"/>
          </a:p>
          <a:p>
            <a:r>
              <a:rPr lang="en-GB" sz="1200" b="1" dirty="0">
                <a:solidFill>
                  <a:schemeClr val="tx2"/>
                </a:solidFill>
                <a:latin typeface="+mj-lt"/>
              </a:rPr>
              <a:t>(close to the headboard of the bed) </a:t>
            </a:r>
            <a:r>
              <a:rPr lang="en-US" dirty="0"/>
              <a:t>close as possible to the patient</a:t>
            </a:r>
          </a:p>
          <a:p>
            <a:endParaRPr lang="en-US" dirty="0"/>
          </a:p>
          <a:p>
            <a:r>
              <a:rPr lang="en-US" dirty="0"/>
              <a:t>Open noise app for apple phone</a:t>
            </a:r>
            <a:endParaRPr lang="en-GB" dirty="0"/>
          </a:p>
        </p:txBody>
      </p:sp>
      <p:sp>
        <p:nvSpPr>
          <p:cNvPr id="4" name="Slide Number Placeholder 3"/>
          <p:cNvSpPr>
            <a:spLocks noGrp="1"/>
          </p:cNvSpPr>
          <p:nvPr>
            <p:ph type="sldNum" sz="quarter" idx="5"/>
          </p:nvPr>
        </p:nvSpPr>
        <p:spPr/>
        <p:txBody>
          <a:bodyPr/>
          <a:lstStyle/>
          <a:p>
            <a:fld id="{ABFC6950-FCB4-49C8-9676-AB395B896D3C}" type="slidenum">
              <a:rPr lang="en-GB" smtClean="0"/>
              <a:t>10</a:t>
            </a:fld>
            <a:endParaRPr lang="en-GB"/>
          </a:p>
        </p:txBody>
      </p:sp>
    </p:spTree>
    <p:extLst>
      <p:ext uri="{BB962C8B-B14F-4D97-AF65-F5344CB8AC3E}">
        <p14:creationId xmlns:p14="http://schemas.microsoft.com/office/powerpoint/2010/main" val="21960510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ea typeface="Open Sans" panose="020B0606030504020204" pitchFamily="34" charset="0"/>
                <a:cs typeface="Open Sans" panose="020B0606030504020204" pitchFamily="34" charset="0"/>
              </a:rPr>
              <a:t>Surgical tape to fix the button on the patient’s body</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err="1">
                <a:effectLst/>
                <a:latin typeface="Times New Roman" panose="02020603050405020304" pitchFamily="18" charset="0"/>
              </a:rPr>
              <a:t>Longato</a:t>
            </a:r>
            <a:r>
              <a:rPr lang="en-GB" sz="1200" dirty="0">
                <a:effectLst/>
                <a:latin typeface="Times New Roman" panose="02020603050405020304" pitchFamily="18" charset="0"/>
              </a:rPr>
              <a:t> et al </a:t>
            </a:r>
            <a:r>
              <a:rPr lang="en-GB" sz="1000" dirty="0">
                <a:ea typeface="Open Sans" panose="020B0606030504020204" pitchFamily="34" charset="0"/>
                <a:cs typeface="Open Sans" panose="020B0606030504020204" pitchFamily="34" charset="0"/>
              </a:rPr>
              <a:t>(2017)</a:t>
            </a:r>
          </a:p>
          <a:p>
            <a:endParaRPr lang="en-GB" dirty="0"/>
          </a:p>
        </p:txBody>
      </p:sp>
      <p:sp>
        <p:nvSpPr>
          <p:cNvPr id="4" name="Tijdelijke aanduiding voor dianummer 3"/>
          <p:cNvSpPr>
            <a:spLocks noGrp="1"/>
          </p:cNvSpPr>
          <p:nvPr>
            <p:ph type="sldNum" sz="quarter" idx="5"/>
          </p:nvPr>
        </p:nvSpPr>
        <p:spPr/>
        <p:txBody>
          <a:bodyPr/>
          <a:lstStyle/>
          <a:p>
            <a:fld id="{ABFC6950-FCB4-49C8-9676-AB395B896D3C}" type="slidenum">
              <a:rPr lang="en-GB" smtClean="0"/>
              <a:t>11</a:t>
            </a:fld>
            <a:endParaRPr lang="en-GB"/>
          </a:p>
        </p:txBody>
      </p:sp>
    </p:spTree>
    <p:extLst>
      <p:ext uri="{BB962C8B-B14F-4D97-AF65-F5344CB8AC3E}">
        <p14:creationId xmlns:p14="http://schemas.microsoft.com/office/powerpoint/2010/main" val="15238885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0,7,14 </a:t>
            </a:r>
            <a:endParaRPr lang="en-GB" dirty="0"/>
          </a:p>
        </p:txBody>
      </p:sp>
      <p:sp>
        <p:nvSpPr>
          <p:cNvPr id="4" name="Slide Number Placeholder 3"/>
          <p:cNvSpPr>
            <a:spLocks noGrp="1"/>
          </p:cNvSpPr>
          <p:nvPr>
            <p:ph type="sldNum" sz="quarter" idx="5"/>
          </p:nvPr>
        </p:nvSpPr>
        <p:spPr/>
        <p:txBody>
          <a:bodyPr/>
          <a:lstStyle/>
          <a:p>
            <a:fld id="{ABFC6950-FCB4-49C8-9676-AB395B896D3C}" type="slidenum">
              <a:rPr lang="en-GB" smtClean="0"/>
              <a:t>12</a:t>
            </a:fld>
            <a:endParaRPr lang="en-GB"/>
          </a:p>
        </p:txBody>
      </p:sp>
    </p:spTree>
    <p:extLst>
      <p:ext uri="{BB962C8B-B14F-4D97-AF65-F5344CB8AC3E}">
        <p14:creationId xmlns:p14="http://schemas.microsoft.com/office/powerpoint/2010/main" val="11310847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Standard arm was managed as per standard of care in the hospital, while treatment arm entered the </a:t>
            </a:r>
            <a:r>
              <a:rPr lang="en-US" dirty="0" err="1"/>
              <a:t>CircadianCare</a:t>
            </a:r>
            <a:r>
              <a:rPr lang="en-US" dirty="0"/>
              <a:t> management system, which include modulation of light/dark hygiene, meal timing and physical activity. </a:t>
            </a:r>
            <a:endParaRPr lang="en-GB" b="1"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Active or passive physiotherapy (they are sick patients)</a:t>
            </a:r>
          </a:p>
          <a:p>
            <a:endParaRPr lang="en-GB" dirty="0"/>
          </a:p>
        </p:txBody>
      </p:sp>
      <p:sp>
        <p:nvSpPr>
          <p:cNvPr id="4" name="Tijdelijke aanduiding voor dianummer 3"/>
          <p:cNvSpPr>
            <a:spLocks noGrp="1"/>
          </p:cNvSpPr>
          <p:nvPr>
            <p:ph type="sldNum" sz="quarter" idx="5"/>
          </p:nvPr>
        </p:nvSpPr>
        <p:spPr/>
        <p:txBody>
          <a:bodyPr/>
          <a:lstStyle/>
          <a:p>
            <a:fld id="{ABFC6950-FCB4-49C8-9676-AB395B896D3C}" type="slidenum">
              <a:rPr lang="en-GB" smtClean="0"/>
              <a:t>13</a:t>
            </a:fld>
            <a:endParaRPr lang="en-GB"/>
          </a:p>
        </p:txBody>
      </p:sp>
    </p:spTree>
    <p:extLst>
      <p:ext uri="{BB962C8B-B14F-4D97-AF65-F5344CB8AC3E}">
        <p14:creationId xmlns:p14="http://schemas.microsoft.com/office/powerpoint/2010/main" val="40519941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err="1">
                <a:solidFill>
                  <a:schemeClr val="tx2"/>
                </a:solidFill>
                <a:latin typeface="+mj-lt"/>
              </a:rPr>
              <a:t>CircadianCare</a:t>
            </a:r>
            <a:r>
              <a:rPr lang="en-GB" sz="1200" b="1" dirty="0">
                <a:solidFill>
                  <a:schemeClr val="tx2"/>
                </a:solidFill>
                <a:latin typeface="+mj-lt"/>
              </a:rPr>
              <a:t> management system </a:t>
            </a:r>
          </a:p>
          <a:p>
            <a:r>
              <a:rPr lang="en-US" b="0" i="0" dirty="0" err="1">
                <a:solidFill>
                  <a:srgbClr val="282828"/>
                </a:solidFill>
                <a:effectLst/>
                <a:latin typeface="MuseoSans"/>
              </a:rPr>
              <a:t>Luminette</a:t>
            </a:r>
            <a:r>
              <a:rPr lang="en-US" b="0" i="0" baseline="30000" dirty="0">
                <a:solidFill>
                  <a:srgbClr val="3E3D40"/>
                </a:solidFill>
                <a:effectLst/>
                <a:latin typeface="MuseoSans"/>
              </a:rPr>
              <a:t>®</a:t>
            </a:r>
            <a:r>
              <a:rPr lang="en-US" b="0" i="0" dirty="0">
                <a:solidFill>
                  <a:srgbClr val="282828"/>
                </a:solidFill>
                <a:effectLst/>
                <a:latin typeface="MuseoSans"/>
              </a:rPr>
              <a:t> light glasses (</a:t>
            </a:r>
            <a:r>
              <a:rPr lang="en-US" b="0" i="0" u="none" strike="noStrike" dirty="0">
                <a:solidFill>
                  <a:srgbClr val="1DB5C3"/>
                </a:solidFill>
                <a:effectLst/>
                <a:latin typeface="MuseoSans"/>
                <a:hlinkClick r:id="rId3"/>
              </a:rPr>
              <a:t>Langevin et al., 2014</a:t>
            </a:r>
            <a:r>
              <a:rPr lang="en-US" b="0" i="0" dirty="0">
                <a:solidFill>
                  <a:srgbClr val="282828"/>
                </a:solidFill>
                <a:effectLst/>
                <a:latin typeface="MuseoSans"/>
              </a:rPr>
              <a:t>) (</a:t>
            </a:r>
            <a:r>
              <a:rPr lang="en-US" b="0" i="0" dirty="0" err="1">
                <a:solidFill>
                  <a:srgbClr val="282828"/>
                </a:solidFill>
                <a:effectLst/>
                <a:latin typeface="MuseoSans"/>
              </a:rPr>
              <a:t>Lucimed</a:t>
            </a:r>
            <a:r>
              <a:rPr lang="en-US" b="0" i="0" dirty="0">
                <a:solidFill>
                  <a:srgbClr val="282828"/>
                </a:solidFill>
                <a:effectLst/>
                <a:latin typeface="MuseoSans"/>
              </a:rPr>
              <a:t>, Villers-le-</a:t>
            </a:r>
            <a:r>
              <a:rPr lang="en-US" b="0" i="0" dirty="0" err="1">
                <a:solidFill>
                  <a:srgbClr val="282828"/>
                </a:solidFill>
                <a:effectLst/>
                <a:latin typeface="MuseoSans"/>
              </a:rPr>
              <a:t>Bouillet</a:t>
            </a:r>
            <a:r>
              <a:rPr lang="en-US" b="0" i="0" dirty="0">
                <a:solidFill>
                  <a:srgbClr val="282828"/>
                </a:solidFill>
                <a:effectLst/>
                <a:latin typeface="MuseoSans"/>
              </a:rPr>
              <a:t>, Belgium; </a:t>
            </a:r>
            <a:r>
              <a:rPr lang="en-US" b="0" i="0" u="none" strike="noStrike" dirty="0">
                <a:solidFill>
                  <a:srgbClr val="1DB5C3"/>
                </a:solidFill>
                <a:effectLst/>
                <a:latin typeface="MuseoSans"/>
                <a:hlinkClick r:id="rId4"/>
              </a:rPr>
              <a:t>Figure 1A</a:t>
            </a:r>
            <a:r>
              <a:rPr lang="en-US" b="0" i="0" dirty="0">
                <a:solidFill>
                  <a:srgbClr val="282828"/>
                </a:solidFill>
                <a:effectLst/>
                <a:latin typeface="MuseoSans"/>
              </a:rPr>
              <a:t>), which can be worn over prescription glasses, are equipped with eight Light Emitting Diodes (LEDs) distributed on the upper part of the two lenses (four on each side), outside the patient’s visual field. The LEDs reflect light (2000 lux; blue-enriched 400–750 nm) toward the eye via a diffractive lens, thus focusing light toward the lower part of the retina, regardless of the position of the head. This also allows for uniform illumination and for dazzling avoidance (</a:t>
            </a:r>
            <a:r>
              <a:rPr lang="en-US" b="0" i="0" u="none" strike="noStrike" dirty="0" err="1">
                <a:solidFill>
                  <a:srgbClr val="1DB5C3"/>
                </a:solidFill>
                <a:effectLst/>
                <a:latin typeface="MuseoSans"/>
                <a:hlinkClick r:id="rId5"/>
              </a:rPr>
              <a:t>Bragard</a:t>
            </a:r>
            <a:r>
              <a:rPr lang="en-US" b="0" i="0" u="none" strike="noStrike" dirty="0">
                <a:solidFill>
                  <a:srgbClr val="1DB5C3"/>
                </a:solidFill>
                <a:effectLst/>
                <a:latin typeface="MuseoSans"/>
                <a:hlinkClick r:id="rId5"/>
              </a:rPr>
              <a:t> and </a:t>
            </a:r>
            <a:r>
              <a:rPr lang="en-US" b="0" i="0" u="none" strike="noStrike" dirty="0" err="1">
                <a:solidFill>
                  <a:srgbClr val="1DB5C3"/>
                </a:solidFill>
                <a:effectLst/>
                <a:latin typeface="MuseoSans"/>
                <a:hlinkClick r:id="rId5"/>
              </a:rPr>
              <a:t>Coucke</a:t>
            </a:r>
            <a:r>
              <a:rPr lang="en-US" b="0" i="0" u="none" strike="noStrike" dirty="0">
                <a:solidFill>
                  <a:srgbClr val="1DB5C3"/>
                </a:solidFill>
                <a:effectLst/>
                <a:latin typeface="MuseoSans"/>
                <a:hlinkClick r:id="rId5"/>
              </a:rPr>
              <a:t>, 2013</a:t>
            </a:r>
            <a:r>
              <a:rPr lang="en-US" b="0" i="0" dirty="0">
                <a:solidFill>
                  <a:srgbClr val="282828"/>
                </a:solidFill>
                <a:effectLst/>
                <a:latin typeface="MuseoSans"/>
              </a:rPr>
              <a:t>).</a:t>
            </a:r>
          </a:p>
          <a:p>
            <a:endParaRPr lang="en-GB" b="0" i="0" dirty="0">
              <a:solidFill>
                <a:srgbClr val="282828"/>
              </a:solidFill>
              <a:effectLst/>
              <a:latin typeface="MuseoSans"/>
            </a:endParaRPr>
          </a:p>
          <a:p>
            <a:r>
              <a:rPr lang="en-US" b="0" i="0" dirty="0">
                <a:solidFill>
                  <a:srgbClr val="282828"/>
                </a:solidFill>
                <a:effectLst/>
                <a:latin typeface="MuseoSans"/>
              </a:rPr>
              <a:t>Short-wavelength filter glasses (</a:t>
            </a:r>
            <a:r>
              <a:rPr lang="en-US" b="0" i="0" dirty="0" err="1">
                <a:solidFill>
                  <a:srgbClr val="282828"/>
                </a:solidFill>
                <a:effectLst/>
                <a:latin typeface="MuseoSans"/>
              </a:rPr>
              <a:t>MelaMedic</a:t>
            </a:r>
            <a:r>
              <a:rPr lang="en-US" b="0" i="0" dirty="0">
                <a:solidFill>
                  <a:srgbClr val="282828"/>
                </a:solidFill>
                <a:effectLst/>
                <a:latin typeface="MuseoSans"/>
              </a:rPr>
              <a:t>, Viborg, Denmark; </a:t>
            </a:r>
            <a:r>
              <a:rPr lang="en-US" b="0" i="0" u="none" strike="noStrike" dirty="0">
                <a:solidFill>
                  <a:srgbClr val="1DB5C3"/>
                </a:solidFill>
                <a:effectLst/>
                <a:latin typeface="MuseoSans"/>
                <a:hlinkClick r:id="rId4"/>
              </a:rPr>
              <a:t>Figure 1B</a:t>
            </a:r>
            <a:r>
              <a:rPr lang="en-US" b="0" i="0" dirty="0">
                <a:solidFill>
                  <a:srgbClr val="282828"/>
                </a:solidFill>
                <a:effectLst/>
                <a:latin typeface="MuseoSans"/>
              </a:rPr>
              <a:t>), which can be worn over prescription glasses, filter light in the blue range of the spectrum, i.e., the one our visual circadian timing system is most sensitive to (</a:t>
            </a:r>
            <a:r>
              <a:rPr lang="en-US" b="0" i="0" u="none" strike="noStrike" dirty="0">
                <a:solidFill>
                  <a:srgbClr val="1DB5C3"/>
                </a:solidFill>
                <a:effectLst/>
                <a:latin typeface="MuseoSans"/>
                <a:hlinkClick r:id="rId6"/>
              </a:rPr>
              <a:t>Foster, 2005</a:t>
            </a:r>
            <a:r>
              <a:rPr lang="en-US" b="0" i="0" dirty="0">
                <a:solidFill>
                  <a:srgbClr val="282828"/>
                </a:solidFill>
                <a:effectLst/>
                <a:latin typeface="MuseoSans"/>
              </a:rPr>
              <a:t>). Thus they limit exposure to awakening light signals at times when the natural environment is dark but the artificial one inside the hospital is well lit or the patients use mobile phones, tablets, reading devices which emit relatively strong and blue-enriched light (</a:t>
            </a:r>
            <a:r>
              <a:rPr lang="en-US" b="0" i="0" u="none" strike="noStrike" dirty="0" err="1">
                <a:solidFill>
                  <a:srgbClr val="1DB5C3"/>
                </a:solidFill>
                <a:effectLst/>
                <a:latin typeface="MuseoSans"/>
                <a:hlinkClick r:id="rId7"/>
              </a:rPr>
              <a:t>Gringras</a:t>
            </a:r>
            <a:r>
              <a:rPr lang="en-US" b="0" i="0" u="none" strike="noStrike" dirty="0">
                <a:solidFill>
                  <a:srgbClr val="1DB5C3"/>
                </a:solidFill>
                <a:effectLst/>
                <a:latin typeface="MuseoSans"/>
                <a:hlinkClick r:id="rId7"/>
              </a:rPr>
              <a:t> et al., 2015</a:t>
            </a:r>
            <a:r>
              <a:rPr lang="en-US" b="0" i="0" dirty="0">
                <a:solidFill>
                  <a:srgbClr val="282828"/>
                </a:solidFill>
                <a:effectLst/>
                <a:latin typeface="MuseoSans"/>
              </a:rPr>
              <a:t>).</a:t>
            </a:r>
            <a:endParaRPr lang="en-GB" dirty="0"/>
          </a:p>
        </p:txBody>
      </p:sp>
      <p:sp>
        <p:nvSpPr>
          <p:cNvPr id="4" name="Slide Number Placeholder 3"/>
          <p:cNvSpPr>
            <a:spLocks noGrp="1"/>
          </p:cNvSpPr>
          <p:nvPr>
            <p:ph type="sldNum" sz="quarter" idx="5"/>
          </p:nvPr>
        </p:nvSpPr>
        <p:spPr/>
        <p:txBody>
          <a:bodyPr/>
          <a:lstStyle/>
          <a:p>
            <a:fld id="{ABFC6950-FCB4-49C8-9676-AB395B896D3C}" type="slidenum">
              <a:rPr lang="en-GB" smtClean="0"/>
              <a:t>14</a:t>
            </a:fld>
            <a:endParaRPr lang="en-GB"/>
          </a:p>
        </p:txBody>
      </p:sp>
    </p:spTree>
    <p:extLst>
      <p:ext uri="{BB962C8B-B14F-4D97-AF65-F5344CB8AC3E}">
        <p14:creationId xmlns:p14="http://schemas.microsoft.com/office/powerpoint/2010/main" val="29553884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To ensure that patients are exposed to as much natural light as possible over the daytime hours and darkness is ensured overnight </a:t>
            </a:r>
            <a:r>
              <a:rPr lang="en-US" b="1" dirty="0"/>
              <a:t>Enforced rolling shutter policy</a:t>
            </a:r>
          </a:p>
          <a:p>
            <a:r>
              <a:rPr lang="en-US" b="1" dirty="0"/>
              <a:t>Active or passive physiotherapy (they are sick patients)</a:t>
            </a:r>
          </a:p>
          <a:p>
            <a:endParaRPr lang="en-GB" b="1" dirty="0"/>
          </a:p>
        </p:txBody>
      </p:sp>
      <p:sp>
        <p:nvSpPr>
          <p:cNvPr id="4" name="Slide Number Placeholder 3"/>
          <p:cNvSpPr>
            <a:spLocks noGrp="1"/>
          </p:cNvSpPr>
          <p:nvPr>
            <p:ph type="sldNum" sz="quarter" idx="5"/>
          </p:nvPr>
        </p:nvSpPr>
        <p:spPr/>
        <p:txBody>
          <a:bodyPr/>
          <a:lstStyle/>
          <a:p>
            <a:fld id="{ABFC6950-FCB4-49C8-9676-AB395B896D3C}" type="slidenum">
              <a:rPr lang="en-GB" smtClean="0"/>
              <a:t>15</a:t>
            </a:fld>
            <a:endParaRPr lang="en-GB"/>
          </a:p>
        </p:txBody>
      </p:sp>
    </p:spTree>
    <p:extLst>
      <p:ext uri="{BB962C8B-B14F-4D97-AF65-F5344CB8AC3E}">
        <p14:creationId xmlns:p14="http://schemas.microsoft.com/office/powerpoint/2010/main" val="35036533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5"/>
          </p:nvPr>
        </p:nvSpPr>
        <p:spPr/>
        <p:txBody>
          <a:bodyPr/>
          <a:lstStyle/>
          <a:p>
            <a:fld id="{ABFC6950-FCB4-49C8-9676-AB395B896D3C}" type="slidenum">
              <a:rPr lang="en-GB" smtClean="0"/>
              <a:t>19</a:t>
            </a:fld>
            <a:endParaRPr lang="en-GB"/>
          </a:p>
        </p:txBody>
      </p:sp>
    </p:spTree>
    <p:extLst>
      <p:ext uri="{BB962C8B-B14F-4D97-AF65-F5344CB8AC3E}">
        <p14:creationId xmlns:p14="http://schemas.microsoft.com/office/powerpoint/2010/main" val="28273834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r>
              <a:rPr lang="en-GB" dirty="0"/>
              <a:t>Endogenous rhythm, circa 24 hours in hormones melatonin and cortisol and core body temperature</a:t>
            </a:r>
          </a:p>
          <a:p>
            <a:r>
              <a:rPr lang="en-GB" b="1" dirty="0"/>
              <a:t>generated  </a:t>
            </a:r>
            <a:r>
              <a:rPr lang="en-GB" b="0" dirty="0"/>
              <a:t>by the Central clock in the brain </a:t>
            </a:r>
          </a:p>
          <a:p>
            <a:endParaRPr lang="en-GB" b="0" dirty="0"/>
          </a:p>
          <a:p>
            <a:r>
              <a:rPr lang="en-GB" b="0" dirty="0"/>
              <a:t>Besides the central clock there is a clock present in nearly every cell of the body called peripheral clocks</a:t>
            </a:r>
          </a:p>
          <a:p>
            <a:r>
              <a:rPr lang="en-GB" b="0" dirty="0"/>
              <a:t>They are synchronized by the central clock (such as the central clock in the brain is the conductor of the peripheral clocks in the body)</a:t>
            </a:r>
          </a:p>
          <a:p>
            <a:endParaRPr lang="en-GB" b="0" dirty="0"/>
          </a:p>
          <a:p>
            <a:endParaRPr lang="en-GB" b="1" dirty="0"/>
          </a:p>
        </p:txBody>
      </p:sp>
      <p:sp>
        <p:nvSpPr>
          <p:cNvPr id="4" name="Tijdelijke aanduiding voor dianummer 3"/>
          <p:cNvSpPr>
            <a:spLocks noGrp="1"/>
          </p:cNvSpPr>
          <p:nvPr>
            <p:ph type="sldNum" sz="quarter" idx="5"/>
          </p:nvPr>
        </p:nvSpPr>
        <p:spPr/>
        <p:txBody>
          <a:bodyPr/>
          <a:lstStyle/>
          <a:p>
            <a:fld id="{ABFC6950-FCB4-49C8-9676-AB395B896D3C}" type="slidenum">
              <a:rPr lang="en-GB" smtClean="0"/>
              <a:t>21</a:t>
            </a:fld>
            <a:endParaRPr lang="en-GB"/>
          </a:p>
        </p:txBody>
      </p:sp>
    </p:spTree>
    <p:extLst>
      <p:ext uri="{BB962C8B-B14F-4D97-AF65-F5344CB8AC3E}">
        <p14:creationId xmlns:p14="http://schemas.microsoft.com/office/powerpoint/2010/main" val="37915833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82828"/>
                </a:solidFill>
                <a:effectLst/>
                <a:latin typeface="MuseoSans"/>
              </a:rPr>
              <a:t>Sleep–wake disturbances are common in hospitalized patient, but few studies have assessed them systematically!</a:t>
            </a:r>
          </a:p>
          <a:p>
            <a:endParaRPr lang="en-US" b="0" i="0" dirty="0">
              <a:solidFill>
                <a:srgbClr val="282828"/>
              </a:solidFill>
              <a:effectLst/>
              <a:latin typeface="Museo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Circadian and sleep</a:t>
            </a:r>
            <a:r>
              <a:rPr lang="en-US" sz="1200" b="1" dirty="0">
                <a:effectLst/>
              </a:rPr>
              <a:t> disturbance remain an ongoing problem for hospitalized patients. </a:t>
            </a:r>
          </a:p>
          <a:p>
            <a:endParaRPr lang="en-US" b="0" i="0" dirty="0">
              <a:solidFill>
                <a:srgbClr val="282828"/>
              </a:solidFill>
              <a:effectLst/>
              <a:latin typeface="MuseoSans"/>
            </a:endParaRPr>
          </a:p>
        </p:txBody>
      </p:sp>
      <p:sp>
        <p:nvSpPr>
          <p:cNvPr id="4" name="Slide Number Placeholder 3"/>
          <p:cNvSpPr>
            <a:spLocks noGrp="1"/>
          </p:cNvSpPr>
          <p:nvPr>
            <p:ph type="sldNum" sz="quarter" idx="5"/>
          </p:nvPr>
        </p:nvSpPr>
        <p:spPr/>
        <p:txBody>
          <a:bodyPr/>
          <a:lstStyle/>
          <a:p>
            <a:fld id="{ABFC6950-FCB4-49C8-9676-AB395B896D3C}" type="slidenum">
              <a:rPr lang="en-GB" smtClean="0"/>
              <a:t>22</a:t>
            </a:fld>
            <a:endParaRPr lang="en-GB"/>
          </a:p>
        </p:txBody>
      </p:sp>
    </p:spTree>
    <p:extLst>
      <p:ext uri="{BB962C8B-B14F-4D97-AF65-F5344CB8AC3E}">
        <p14:creationId xmlns:p14="http://schemas.microsoft.com/office/powerpoint/2010/main" val="16667770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slight delay in increase in CC, but no significant differences between</a:t>
            </a:r>
          </a:p>
          <a:p>
            <a:endParaRPr lang="en-US" dirty="0"/>
          </a:p>
          <a:p>
            <a:r>
              <a:rPr lang="en-US" dirty="0"/>
              <a:t>T1 we can see a treatment effect since the temp variation is greater in the treatment group, being lower than the standard of care group before try to sleep time and higher after try to sleep time. The group*time interaction was significant. </a:t>
            </a:r>
          </a:p>
          <a:p>
            <a:endParaRPr lang="en-GB" dirty="0"/>
          </a:p>
        </p:txBody>
      </p:sp>
      <p:sp>
        <p:nvSpPr>
          <p:cNvPr id="4" name="Slide Number Placeholder 3"/>
          <p:cNvSpPr>
            <a:spLocks noGrp="1"/>
          </p:cNvSpPr>
          <p:nvPr>
            <p:ph type="sldNum" sz="quarter" idx="5"/>
          </p:nvPr>
        </p:nvSpPr>
        <p:spPr/>
        <p:txBody>
          <a:bodyPr/>
          <a:lstStyle/>
          <a:p>
            <a:fld id="{ABFC6950-FCB4-49C8-9676-AB395B896D3C}" type="slidenum">
              <a:rPr lang="en-GB" smtClean="0"/>
              <a:t>23</a:t>
            </a:fld>
            <a:endParaRPr lang="en-GB"/>
          </a:p>
        </p:txBody>
      </p:sp>
    </p:spTree>
    <p:extLst>
      <p:ext uri="{BB962C8B-B14F-4D97-AF65-F5344CB8AC3E}">
        <p14:creationId xmlns:p14="http://schemas.microsoft.com/office/powerpoint/2010/main" val="2625632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egnaposto immagine diapositiva 1">
            <a:extLst>
              <a:ext uri="{FF2B5EF4-FFF2-40B4-BE49-F238E27FC236}">
                <a16:creationId xmlns:a16="http://schemas.microsoft.com/office/drawing/2014/main" id="{29F59023-4F2F-1B4C-B0B4-33C88F76E9B1}"/>
              </a:ext>
            </a:extLst>
          </p:cNvPr>
          <p:cNvSpPr>
            <a:spLocks noGrp="1" noRot="1" noChangeAspect="1" noChangeArrowheads="1" noTextEdit="1"/>
          </p:cNvSpPr>
          <p:nvPr>
            <p:ph type="sldImg"/>
          </p:nvPr>
        </p:nvSpPr>
        <p:spPr>
          <a:ln/>
        </p:spPr>
      </p:sp>
      <p:sp>
        <p:nvSpPr>
          <p:cNvPr id="53250" name="Segnaposto note 2">
            <a:extLst>
              <a:ext uri="{FF2B5EF4-FFF2-40B4-BE49-F238E27FC236}">
                <a16:creationId xmlns:a16="http://schemas.microsoft.com/office/drawing/2014/main" id="{6056B9D9-8782-DB40-8D1A-A62B8091DD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it-IT" altLang="it-IT" dirty="0">
                <a:latin typeface="Arial" panose="020B0604020202020204" pitchFamily="34" charset="0"/>
              </a:rPr>
              <a:t>At baseline, no </a:t>
            </a:r>
            <a:r>
              <a:rPr lang="it-IT" altLang="it-IT" dirty="0" err="1">
                <a:latin typeface="Arial" panose="020B0604020202020204" pitchFamily="34" charset="0"/>
              </a:rPr>
              <a:t>differents</a:t>
            </a:r>
            <a:r>
              <a:rPr lang="it-IT" altLang="it-IT" dirty="0">
                <a:latin typeface="Arial" panose="020B0604020202020204" pitchFamily="34" charset="0"/>
              </a:rPr>
              <a:t> </a:t>
            </a:r>
            <a:r>
              <a:rPr lang="it-IT" altLang="it-IT" dirty="0" err="1">
                <a:latin typeface="Arial" panose="020B0604020202020204" pitchFamily="34" charset="0"/>
              </a:rPr>
              <a:t>between</a:t>
            </a:r>
            <a:r>
              <a:rPr lang="it-IT" altLang="it-IT" dirty="0">
                <a:latin typeface="Arial" panose="020B0604020202020204" pitchFamily="34" charset="0"/>
              </a:rPr>
              <a:t> the </a:t>
            </a:r>
            <a:r>
              <a:rPr lang="it-IT" altLang="it-IT" dirty="0" err="1">
                <a:latin typeface="Arial" panose="020B0604020202020204" pitchFamily="34" charset="0"/>
              </a:rPr>
              <a:t>two</a:t>
            </a:r>
            <a:r>
              <a:rPr lang="it-IT" altLang="it-IT" dirty="0">
                <a:latin typeface="Arial" panose="020B0604020202020204" pitchFamily="34" charset="0"/>
              </a:rPr>
              <a:t> groups</a:t>
            </a:r>
          </a:p>
        </p:txBody>
      </p:sp>
      <p:sp>
        <p:nvSpPr>
          <p:cNvPr id="53251" name="Segnaposto numero diapositiva 3">
            <a:extLst>
              <a:ext uri="{FF2B5EF4-FFF2-40B4-BE49-F238E27FC236}">
                <a16:creationId xmlns:a16="http://schemas.microsoft.com/office/drawing/2014/main" id="{A404C9F1-5780-154A-9A65-EDEAD81FE9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90B2A338-B9F2-8740-87A1-1E084C40ADD6}" type="slidenum">
              <a:rPr lang="it-IT" altLang="it-IT" b="0" smtClean="0"/>
              <a:pPr/>
              <a:t>24</a:t>
            </a:fld>
            <a:endParaRPr lang="it-IT" altLang="it-IT" b="0"/>
          </a:p>
        </p:txBody>
      </p:sp>
    </p:spTree>
    <p:extLst>
      <p:ext uri="{BB962C8B-B14F-4D97-AF65-F5344CB8AC3E}">
        <p14:creationId xmlns:p14="http://schemas.microsoft.com/office/powerpoint/2010/main" val="5186313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When entrainment is compromised : circadian disorders</a:t>
            </a:r>
          </a:p>
          <a:p>
            <a:endParaRPr lang="en-US" dirty="0"/>
          </a:p>
          <a:p>
            <a:r>
              <a:rPr lang="it-IT" dirty="0" err="1"/>
              <a:t>This</a:t>
            </a:r>
            <a:r>
              <a:rPr lang="it-IT" dirty="0"/>
              <a:t>  </a:t>
            </a:r>
            <a:r>
              <a:rPr lang="it-IT" dirty="0" err="1"/>
              <a:t>misalignment</a:t>
            </a:r>
            <a:r>
              <a:rPr lang="it-IT" dirty="0"/>
              <a:t>  </a:t>
            </a:r>
            <a:r>
              <a:rPr lang="it-IT" dirty="0" err="1"/>
              <a:t>appears</a:t>
            </a:r>
            <a:r>
              <a:rPr lang="it-IT" dirty="0"/>
              <a:t>  to  </a:t>
            </a:r>
            <a:r>
              <a:rPr lang="it-IT" dirty="0" err="1"/>
              <a:t>increase</a:t>
            </a:r>
            <a:r>
              <a:rPr lang="it-IT" dirty="0"/>
              <a:t>  the  risk  for  </a:t>
            </a:r>
            <a:r>
              <a:rPr lang="it-IT" dirty="0" err="1"/>
              <a:t>chronic</a:t>
            </a:r>
            <a:r>
              <a:rPr lang="it-IT" dirty="0"/>
              <a:t>  </a:t>
            </a:r>
            <a:r>
              <a:rPr lang="it-IT" dirty="0" err="1"/>
              <a:t>disease</a:t>
            </a:r>
            <a:r>
              <a:rPr lang="it-IT" dirty="0"/>
              <a:t>,  with  impact  </a:t>
            </a:r>
            <a:r>
              <a:rPr lang="it-IT" dirty="0" err="1"/>
              <a:t>seen</a:t>
            </a:r>
            <a:r>
              <a:rPr lang="it-IT" dirty="0"/>
              <a:t>  in  </a:t>
            </a:r>
            <a:r>
              <a:rPr lang="it-IT" dirty="0" err="1"/>
              <a:t>many</a:t>
            </a:r>
            <a:r>
              <a:rPr lang="it-IT" dirty="0"/>
              <a:t> </a:t>
            </a:r>
            <a:r>
              <a:rPr lang="it-IT" dirty="0" err="1"/>
              <a:t>areas</a:t>
            </a:r>
            <a:r>
              <a:rPr lang="it-IT" dirty="0"/>
              <a:t> of human health, </a:t>
            </a:r>
            <a:r>
              <a:rPr lang="it-IT" dirty="0" err="1"/>
              <a:t>including</a:t>
            </a:r>
            <a:r>
              <a:rPr lang="it-IT" dirty="0"/>
              <a:t> </a:t>
            </a:r>
            <a:r>
              <a:rPr lang="it-IT" dirty="0" err="1"/>
              <a:t>hypertension</a:t>
            </a:r>
            <a:r>
              <a:rPr lang="it-IT" dirty="0"/>
              <a:t>, </a:t>
            </a:r>
            <a:r>
              <a:rPr lang="it-IT" dirty="0" err="1"/>
              <a:t>diabetes</a:t>
            </a:r>
            <a:r>
              <a:rPr lang="it-IT" dirty="0"/>
              <a:t>, and  </a:t>
            </a:r>
            <a:r>
              <a:rPr lang="it-IT" dirty="0" err="1"/>
              <a:t>cancer</a:t>
            </a:r>
            <a:r>
              <a:rPr lang="it-IT" dirty="0"/>
              <a:t>  risk  (Forman,  </a:t>
            </a:r>
            <a:r>
              <a:rPr lang="it-IT" dirty="0" err="1"/>
              <a:t>Curhan</a:t>
            </a:r>
            <a:r>
              <a:rPr lang="it-IT" dirty="0"/>
              <a:t>,  &amp;  </a:t>
            </a:r>
            <a:r>
              <a:rPr lang="it-IT" dirty="0" err="1"/>
              <a:t>Schernhammer</a:t>
            </a:r>
            <a:r>
              <a:rPr lang="it-IT" dirty="0"/>
              <a:t>,  2010;  </a:t>
            </a:r>
            <a:r>
              <a:rPr lang="it-IT" dirty="0" err="1"/>
              <a:t>McMullan</a:t>
            </a:r>
            <a:r>
              <a:rPr lang="it-IT" dirty="0"/>
              <a:t>,  </a:t>
            </a:r>
            <a:r>
              <a:rPr lang="it-IT" dirty="0" err="1"/>
              <a:t>Schernhammer</a:t>
            </a:r>
            <a:r>
              <a:rPr lang="it-IT" dirty="0"/>
              <a:t>,  </a:t>
            </a:r>
            <a:r>
              <a:rPr lang="it-IT" dirty="0" err="1"/>
              <a:t>Rimm</a:t>
            </a:r>
            <a:r>
              <a:rPr lang="it-IT" dirty="0"/>
              <a:t>,  Hu,  &amp;  Forman,  2013;  </a:t>
            </a:r>
            <a:r>
              <a:rPr lang="it-IT" dirty="0" err="1"/>
              <a:t>Schernhammer</a:t>
            </a:r>
            <a:r>
              <a:rPr lang="it-IT" dirty="0"/>
              <a:t>  et  al.,  2001).</a:t>
            </a:r>
          </a:p>
        </p:txBody>
      </p:sp>
      <p:sp>
        <p:nvSpPr>
          <p:cNvPr id="4" name="Slide Number Placeholder 3"/>
          <p:cNvSpPr>
            <a:spLocks noGrp="1"/>
          </p:cNvSpPr>
          <p:nvPr>
            <p:ph type="sldNum" sz="quarter" idx="5"/>
          </p:nvPr>
        </p:nvSpPr>
        <p:spPr/>
        <p:txBody>
          <a:bodyPr/>
          <a:lstStyle/>
          <a:p>
            <a:fld id="{ABFC6950-FCB4-49C8-9676-AB395B896D3C}" type="slidenum">
              <a:rPr lang="en-GB" smtClean="0"/>
              <a:t>27</a:t>
            </a:fld>
            <a:endParaRPr lang="en-GB"/>
          </a:p>
        </p:txBody>
      </p:sp>
    </p:spTree>
    <p:extLst>
      <p:ext uri="{BB962C8B-B14F-4D97-AF65-F5344CB8AC3E}">
        <p14:creationId xmlns:p14="http://schemas.microsoft.com/office/powerpoint/2010/main" val="394941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6000"/>
            </a:lvl1pPr>
          </a:lstStyle>
          <a:p>
            <a:r>
              <a:rPr lang="nl-NL" dirty="0"/>
              <a:t>Klik om stijl te bewerken</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defRPr>
            </a:lvl1pPr>
            <a:lvl2pPr marL="457178" indent="0" algn="ctr">
              <a:buNone/>
              <a:defRPr sz="2800"/>
            </a:lvl2pPr>
            <a:lvl3pPr marL="914354" indent="0" algn="ctr">
              <a:buNone/>
              <a:defRPr sz="2400"/>
            </a:lvl3pPr>
            <a:lvl4pPr marL="1371532" indent="0" algn="ctr">
              <a:buNone/>
              <a:defRPr sz="2000"/>
            </a:lvl4pPr>
            <a:lvl5pPr marL="1828709" indent="0" algn="ctr">
              <a:buNone/>
              <a:defRPr sz="2000"/>
            </a:lvl5pPr>
            <a:lvl6pPr marL="2285886" indent="0" algn="ctr">
              <a:buNone/>
              <a:defRPr sz="2000"/>
            </a:lvl6pPr>
            <a:lvl7pPr marL="2743062" indent="0" algn="ctr">
              <a:buNone/>
              <a:defRPr sz="2000"/>
            </a:lvl7pPr>
            <a:lvl8pPr marL="3200240" indent="0" algn="ctr">
              <a:buNone/>
              <a:defRPr sz="2000"/>
            </a:lvl8pPr>
            <a:lvl9pPr marL="3657418" indent="0" algn="ctr">
              <a:buNone/>
              <a:defRPr sz="2000"/>
            </a:lvl9pPr>
          </a:lstStyle>
          <a:p>
            <a:r>
              <a:rPr lang="nl-NL"/>
              <a:t>Klikken om de ondertitelstijl van het model te bewerken</a:t>
            </a:r>
            <a:endParaRPr lang="en-US" dirty="0"/>
          </a:p>
        </p:txBody>
      </p:sp>
      <p:sp>
        <p:nvSpPr>
          <p:cNvPr id="4" name="Date Placeholder 3"/>
          <p:cNvSpPr>
            <a:spLocks noGrp="1"/>
          </p:cNvSpPr>
          <p:nvPr>
            <p:ph type="dt" sz="half" idx="10"/>
          </p:nvPr>
        </p:nvSpPr>
        <p:spPr/>
        <p:txBody>
          <a:bodyPr/>
          <a:lstStyle/>
          <a:p>
            <a:fld id="{7CB9CB81-F32A-4BBD-9B83-4074A6098CE8}" type="datetimeFigureOut">
              <a:rPr lang="en-GB" smtClean="0"/>
              <a:t>06/07/2023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929C461-A607-45F7-8E67-7E51E6A16754}" type="slidenum">
              <a:rPr lang="en-GB" smtClean="0"/>
              <a:t>‹#›</a:t>
            </a:fld>
            <a:endParaRPr lang="en-GB"/>
          </a:p>
        </p:txBody>
      </p:sp>
    </p:spTree>
    <p:extLst>
      <p:ext uri="{BB962C8B-B14F-4D97-AF65-F5344CB8AC3E}">
        <p14:creationId xmlns:p14="http://schemas.microsoft.com/office/powerpoint/2010/main" val="2784168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a:t>Klik om stijl te bewerken</a:t>
            </a:r>
            <a:endParaRPr lang="en-US" dirty="0"/>
          </a:p>
        </p:txBody>
      </p:sp>
      <p:sp>
        <p:nvSpPr>
          <p:cNvPr id="3" name="Content Placeholder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fld id="{7CB9CB81-F32A-4BBD-9B83-4074A6098CE8}" type="datetimeFigureOut">
              <a:rPr lang="en-GB" smtClean="0"/>
              <a:t>06/07/2023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929C461-A607-45F7-8E67-7E51E6A16754}" type="slidenum">
              <a:rPr lang="en-GB" smtClean="0"/>
              <a:t>‹#›</a:t>
            </a:fld>
            <a:endParaRPr lang="en-GB"/>
          </a:p>
        </p:txBody>
      </p:sp>
    </p:spTree>
    <p:extLst>
      <p:ext uri="{BB962C8B-B14F-4D97-AF65-F5344CB8AC3E}">
        <p14:creationId xmlns:p14="http://schemas.microsoft.com/office/powerpoint/2010/main" val="3039607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le 1"/>
          <p:cNvSpPr>
            <a:spLocks noGrp="1"/>
          </p:cNvSpPr>
          <p:nvPr>
            <p:ph type="title"/>
          </p:nvPr>
        </p:nvSpPr>
        <p:spPr>
          <a:xfrm>
            <a:off x="831851" y="1712423"/>
            <a:ext cx="10515600" cy="2851208"/>
          </a:xfrm>
        </p:spPr>
        <p:txBody>
          <a:bodyPr anchor="b">
            <a:normAutofit/>
          </a:bodyPr>
          <a:lstStyle>
            <a:lvl1pPr>
              <a:defRPr sz="6000" b="0"/>
            </a:lvl1pPr>
          </a:lstStyle>
          <a:p>
            <a:r>
              <a:rPr lang="nl-NL"/>
              <a:t>Klik om stijl te bewerken</a:t>
            </a:r>
            <a:endParaRPr lang="en-US" dirty="0"/>
          </a:p>
        </p:txBody>
      </p:sp>
      <p:sp>
        <p:nvSpPr>
          <p:cNvPr id="3" name="Text Placeholder 2"/>
          <p:cNvSpPr>
            <a:spLocks noGrp="1"/>
          </p:cNvSpPr>
          <p:nvPr>
            <p:ph type="body" idx="1"/>
          </p:nvPr>
        </p:nvSpPr>
        <p:spPr>
          <a:xfrm>
            <a:off x="831851" y="4552637"/>
            <a:ext cx="10515600" cy="1500187"/>
          </a:xfrm>
        </p:spPr>
        <p:txBody>
          <a:bodyPr anchor="t">
            <a:normAutofit/>
          </a:bodyPr>
          <a:lstStyle>
            <a:lvl1pPr marL="0" indent="0">
              <a:buNone/>
              <a:defRPr sz="2400">
                <a:solidFill>
                  <a:schemeClr val="tx1">
                    <a:lumMod val="75000"/>
                    <a:lumOff val="25000"/>
                  </a:schemeClr>
                </a:solidFill>
              </a:defRPr>
            </a:lvl1pPr>
            <a:lvl2pPr marL="457178" indent="0">
              <a:buNone/>
              <a:defRPr sz="1800">
                <a:solidFill>
                  <a:schemeClr val="tx1">
                    <a:tint val="75000"/>
                  </a:schemeClr>
                </a:solidFill>
              </a:defRPr>
            </a:lvl2pPr>
            <a:lvl3pPr marL="914354" indent="0">
              <a:buNone/>
              <a:defRPr sz="1600">
                <a:solidFill>
                  <a:schemeClr val="tx1">
                    <a:tint val="75000"/>
                  </a:schemeClr>
                </a:solidFill>
              </a:defRPr>
            </a:lvl3pPr>
            <a:lvl4pPr marL="1371532" indent="0">
              <a:buNone/>
              <a:defRPr sz="1400">
                <a:solidFill>
                  <a:schemeClr val="tx1">
                    <a:tint val="75000"/>
                  </a:schemeClr>
                </a:solidFill>
              </a:defRPr>
            </a:lvl4pPr>
            <a:lvl5pPr marL="1828709" indent="0">
              <a:buNone/>
              <a:defRPr sz="1400">
                <a:solidFill>
                  <a:schemeClr val="tx1">
                    <a:tint val="75000"/>
                  </a:schemeClr>
                </a:solidFill>
              </a:defRPr>
            </a:lvl5pPr>
            <a:lvl6pPr marL="2285886" indent="0">
              <a:buNone/>
              <a:defRPr sz="1400">
                <a:solidFill>
                  <a:schemeClr val="tx1">
                    <a:tint val="75000"/>
                  </a:schemeClr>
                </a:solidFill>
              </a:defRPr>
            </a:lvl6pPr>
            <a:lvl7pPr marL="2743062" indent="0">
              <a:buNone/>
              <a:defRPr sz="1400">
                <a:solidFill>
                  <a:schemeClr val="tx1">
                    <a:tint val="75000"/>
                  </a:schemeClr>
                </a:solidFill>
              </a:defRPr>
            </a:lvl7pPr>
            <a:lvl8pPr marL="3200240" indent="0">
              <a:buNone/>
              <a:defRPr sz="1400">
                <a:solidFill>
                  <a:schemeClr val="tx1">
                    <a:tint val="75000"/>
                  </a:schemeClr>
                </a:solidFill>
              </a:defRPr>
            </a:lvl8pPr>
            <a:lvl9pPr marL="3657418" indent="0">
              <a:buNone/>
              <a:defRPr sz="1400">
                <a:solidFill>
                  <a:schemeClr val="tx1">
                    <a:tint val="75000"/>
                  </a:schemeClr>
                </a:solidFill>
              </a:defRPr>
            </a:lvl9pPr>
          </a:lstStyle>
          <a:p>
            <a:pPr lvl="0"/>
            <a:r>
              <a:rPr lang="nl-NL"/>
              <a:t>Klikken om de tekststijl van het model te bewerken</a:t>
            </a:r>
          </a:p>
        </p:txBody>
      </p:sp>
      <p:sp>
        <p:nvSpPr>
          <p:cNvPr id="4" name="Date Placeholder 3"/>
          <p:cNvSpPr>
            <a:spLocks noGrp="1"/>
          </p:cNvSpPr>
          <p:nvPr>
            <p:ph type="dt" sz="half" idx="10"/>
          </p:nvPr>
        </p:nvSpPr>
        <p:spPr/>
        <p:txBody>
          <a:bodyPr/>
          <a:lstStyle/>
          <a:p>
            <a:fld id="{7CB9CB81-F32A-4BBD-9B83-4074A6098CE8}" type="datetimeFigureOut">
              <a:rPr lang="en-GB" smtClean="0"/>
              <a:t>06/07/2023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929C461-A607-45F7-8E67-7E51E6A16754}" type="slidenum">
              <a:rPr lang="en-GB" smtClean="0"/>
              <a:t>‹#›</a:t>
            </a:fld>
            <a:endParaRPr lang="en-GB"/>
          </a:p>
        </p:txBody>
      </p:sp>
    </p:spTree>
    <p:extLst>
      <p:ext uri="{BB962C8B-B14F-4D97-AF65-F5344CB8AC3E}">
        <p14:creationId xmlns:p14="http://schemas.microsoft.com/office/powerpoint/2010/main" val="4114742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sz="half" idx="1"/>
          </p:nvPr>
        </p:nvSpPr>
        <p:spPr>
          <a:xfrm>
            <a:off x="845127" y="1828803"/>
            <a:ext cx="5181600" cy="4351337"/>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Content Placeholder 3"/>
          <p:cNvSpPr>
            <a:spLocks noGrp="1"/>
          </p:cNvSpPr>
          <p:nvPr>
            <p:ph sz="half" idx="2"/>
          </p:nvPr>
        </p:nvSpPr>
        <p:spPr>
          <a:xfrm>
            <a:off x="6172200" y="1828803"/>
            <a:ext cx="5181600" cy="4351337"/>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Date Placeholder 4"/>
          <p:cNvSpPr>
            <a:spLocks noGrp="1"/>
          </p:cNvSpPr>
          <p:nvPr>
            <p:ph type="dt" sz="half" idx="10"/>
          </p:nvPr>
        </p:nvSpPr>
        <p:spPr/>
        <p:txBody>
          <a:bodyPr/>
          <a:lstStyle/>
          <a:p>
            <a:fld id="{7CB9CB81-F32A-4BBD-9B83-4074A6098CE8}" type="datetimeFigureOut">
              <a:rPr lang="en-GB" smtClean="0"/>
              <a:t>06/07/2023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929C461-A607-45F7-8E67-7E51E6A16754}" type="slidenum">
              <a:rPr lang="en-GB" smtClean="0"/>
              <a:t>‹#›</a:t>
            </a:fld>
            <a:endParaRPr lang="en-GB"/>
          </a:p>
        </p:txBody>
      </p:sp>
    </p:spTree>
    <p:extLst>
      <p:ext uri="{BB962C8B-B14F-4D97-AF65-F5344CB8AC3E}">
        <p14:creationId xmlns:p14="http://schemas.microsoft.com/office/powerpoint/2010/main" val="321244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ergelijkin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2"/>
            <a:ext cx="5156200" cy="825699"/>
          </a:xfrm>
        </p:spPr>
        <p:txBody>
          <a:bodyPr anchor="b">
            <a:normAutofit/>
          </a:bodyPr>
          <a:lstStyle>
            <a:lvl1pPr marL="0" indent="0">
              <a:spcBef>
                <a:spcPts val="0"/>
              </a:spcBef>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nl-NL"/>
              <a:t>Klikken om de tekststijl van het model te bewerken</a:t>
            </a:r>
          </a:p>
        </p:txBody>
      </p:sp>
      <p:sp>
        <p:nvSpPr>
          <p:cNvPr id="4" name="Content Placeholder 3"/>
          <p:cNvSpPr>
            <a:spLocks noGrp="1"/>
          </p:cNvSpPr>
          <p:nvPr>
            <p:ph sz="half" idx="2"/>
          </p:nvPr>
        </p:nvSpPr>
        <p:spPr>
          <a:xfrm>
            <a:off x="845127" y="2507554"/>
            <a:ext cx="5156200" cy="3680525"/>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Text Placeholder 4"/>
          <p:cNvSpPr>
            <a:spLocks noGrp="1"/>
          </p:cNvSpPr>
          <p:nvPr>
            <p:ph type="body" sz="quarter" idx="3"/>
          </p:nvPr>
        </p:nvSpPr>
        <p:spPr>
          <a:xfrm>
            <a:off x="6172202" y="1681851"/>
            <a:ext cx="5181601" cy="825698"/>
          </a:xfrm>
        </p:spPr>
        <p:txBody>
          <a:bodyPr anchor="b"/>
          <a:lstStyle>
            <a:lvl1pPr marL="0" indent="0">
              <a:spcBef>
                <a:spcPts val="0"/>
              </a:spcBef>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nl-NL"/>
              <a:t>Klikken om de tekststijl van het model te bewerken</a:t>
            </a:r>
          </a:p>
        </p:txBody>
      </p:sp>
      <p:sp>
        <p:nvSpPr>
          <p:cNvPr id="6" name="Content Placeholder 5"/>
          <p:cNvSpPr>
            <a:spLocks noGrp="1"/>
          </p:cNvSpPr>
          <p:nvPr>
            <p:ph sz="quarter" idx="4"/>
          </p:nvPr>
        </p:nvSpPr>
        <p:spPr>
          <a:xfrm>
            <a:off x="6172202" y="2507554"/>
            <a:ext cx="5181601" cy="3680525"/>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7" name="Date Placeholder 6"/>
          <p:cNvSpPr>
            <a:spLocks noGrp="1"/>
          </p:cNvSpPr>
          <p:nvPr>
            <p:ph type="dt" sz="half" idx="10"/>
          </p:nvPr>
        </p:nvSpPr>
        <p:spPr/>
        <p:txBody>
          <a:bodyPr/>
          <a:lstStyle/>
          <a:p>
            <a:fld id="{7CB9CB81-F32A-4BBD-9B83-4074A6098CE8}" type="datetimeFigureOut">
              <a:rPr lang="en-GB" smtClean="0"/>
              <a:t>06/07/2023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929C461-A607-45F7-8E67-7E51E6A16754}" type="slidenum">
              <a:rPr lang="en-GB" smtClean="0"/>
              <a:t>‹#›</a:t>
            </a:fld>
            <a:endParaRPr lang="en-GB"/>
          </a:p>
        </p:txBody>
      </p:sp>
      <p:sp>
        <p:nvSpPr>
          <p:cNvPr id="10" name="Title 9"/>
          <p:cNvSpPr>
            <a:spLocks noGrp="1"/>
          </p:cNvSpPr>
          <p:nvPr>
            <p:ph type="title"/>
          </p:nvPr>
        </p:nvSpPr>
        <p:spPr/>
        <p:txBody>
          <a:bodyPr/>
          <a:lstStyle/>
          <a:p>
            <a:r>
              <a:rPr lang="nl-NL"/>
              <a:t>Klik om stijl te bewerken</a:t>
            </a:r>
            <a:endParaRPr lang="en-US" dirty="0"/>
          </a:p>
        </p:txBody>
      </p:sp>
    </p:spTree>
    <p:extLst>
      <p:ext uri="{BB962C8B-B14F-4D97-AF65-F5344CB8AC3E}">
        <p14:creationId xmlns:p14="http://schemas.microsoft.com/office/powerpoint/2010/main" val="3873705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lleen titel">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CB9CB81-F32A-4BBD-9B83-4074A6098CE8}" type="datetimeFigureOut">
              <a:rPr lang="en-GB" smtClean="0"/>
              <a:t>06/07/2023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929C461-A607-45F7-8E67-7E51E6A16754}" type="slidenum">
              <a:rPr lang="en-GB" smtClean="0"/>
              <a:t>‹#›</a:t>
            </a:fld>
            <a:endParaRPr lang="en-GB"/>
          </a:p>
        </p:txBody>
      </p:sp>
      <p:sp>
        <p:nvSpPr>
          <p:cNvPr id="6" name="Title 5"/>
          <p:cNvSpPr>
            <a:spLocks noGrp="1"/>
          </p:cNvSpPr>
          <p:nvPr>
            <p:ph type="title"/>
          </p:nvPr>
        </p:nvSpPr>
        <p:spPr/>
        <p:txBody>
          <a:bodyPr/>
          <a:lstStyle/>
          <a:p>
            <a:r>
              <a:rPr lang="nl-NL"/>
              <a:t>Klik om stijl te bewerken</a:t>
            </a:r>
            <a:endParaRPr lang="en-US"/>
          </a:p>
        </p:txBody>
      </p:sp>
    </p:spTree>
    <p:extLst>
      <p:ext uri="{BB962C8B-B14F-4D97-AF65-F5344CB8AC3E}">
        <p14:creationId xmlns:p14="http://schemas.microsoft.com/office/powerpoint/2010/main" val="2698007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B9CB81-F32A-4BBD-9B83-4074A6098CE8}" type="datetimeFigureOut">
              <a:rPr lang="en-GB" smtClean="0"/>
              <a:t>06/07/2023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929C461-A607-45F7-8E67-7E51E6A16754}" type="slidenum">
              <a:rPr lang="en-GB" smtClean="0"/>
              <a:t>‹#›</a:t>
            </a:fld>
            <a:endParaRPr lang="en-GB"/>
          </a:p>
        </p:txBody>
      </p:sp>
    </p:spTree>
    <p:extLst>
      <p:ext uri="{BB962C8B-B14F-4D97-AF65-F5344CB8AC3E}">
        <p14:creationId xmlns:p14="http://schemas.microsoft.com/office/powerpoint/2010/main" val="3897619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4"/>
            <a:ext cx="3931920" cy="1600197"/>
          </a:xfrm>
        </p:spPr>
        <p:txBody>
          <a:bodyPr anchor="b">
            <a:normAutofit/>
          </a:bodyPr>
          <a:lstStyle>
            <a:lvl1pPr>
              <a:defRPr sz="3200" b="0"/>
            </a:lvl1pPr>
          </a:lstStyle>
          <a:p>
            <a:r>
              <a:rPr lang="nl-NL"/>
              <a:t>Klik om stijl te bewerken</a:t>
            </a:r>
            <a:endParaRPr lang="en-US" dirty="0"/>
          </a:p>
        </p:txBody>
      </p:sp>
      <p:sp>
        <p:nvSpPr>
          <p:cNvPr id="3" name="Content Placeholder 2"/>
          <p:cNvSpPr>
            <a:spLocks noGrp="1"/>
          </p:cNvSpPr>
          <p:nvPr>
            <p:ph idx="1"/>
          </p:nvPr>
        </p:nvSpPr>
        <p:spPr>
          <a:xfrm>
            <a:off x="5181600" y="990600"/>
            <a:ext cx="6172200" cy="4876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600"/>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7CB9CB81-F32A-4BBD-9B83-4074A6098CE8}" type="datetimeFigureOut">
              <a:rPr lang="en-GB" smtClean="0"/>
              <a:t>06/07/2023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929C461-A607-45F7-8E67-7E51E6A16754}" type="slidenum">
              <a:rPr lang="en-GB" smtClean="0"/>
              <a:t>‹#›</a:t>
            </a:fld>
            <a:endParaRPr lang="en-GB"/>
          </a:p>
        </p:txBody>
      </p:sp>
    </p:spTree>
    <p:extLst>
      <p:ext uri="{BB962C8B-B14F-4D97-AF65-F5344CB8AC3E}">
        <p14:creationId xmlns:p14="http://schemas.microsoft.com/office/powerpoint/2010/main" val="1282469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3200" b="0"/>
            </a:lvl1pPr>
          </a:lstStyle>
          <a:p>
            <a:r>
              <a:rPr lang="nl-NL"/>
              <a:t>Klik om stijl te bewerken</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nl-NL"/>
              <a:t>Klik op het pictogram als u een afbeelding wilt toevoegen</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600"/>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7CB9CB81-F32A-4BBD-9B83-4074A6098CE8}" type="datetimeFigureOut">
              <a:rPr lang="en-GB" smtClean="0"/>
              <a:t>06/07/2023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929C461-A607-45F7-8E67-7E51E6A16754}" type="slidenum">
              <a:rPr lang="en-GB" smtClean="0"/>
              <a:t>‹#›</a:t>
            </a:fld>
            <a:endParaRPr lang="en-GB"/>
          </a:p>
        </p:txBody>
      </p:sp>
    </p:spTree>
    <p:extLst>
      <p:ext uri="{BB962C8B-B14F-4D97-AF65-F5344CB8AC3E}">
        <p14:creationId xmlns:p14="http://schemas.microsoft.com/office/powerpoint/2010/main" val="2463421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Vertical Text Placeholder 2"/>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fld id="{7CB9CB81-F32A-4BBD-9B83-4074A6098CE8}" type="datetimeFigureOut">
              <a:rPr lang="en-GB" smtClean="0"/>
              <a:t>06/07/2023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929C461-A607-45F7-8E67-7E51E6A16754}" type="slidenum">
              <a:rPr lang="en-GB" smtClean="0"/>
              <a:t>‹#›</a:t>
            </a:fld>
            <a:endParaRPr lang="en-GB"/>
          </a:p>
        </p:txBody>
      </p:sp>
    </p:spTree>
    <p:extLst>
      <p:ext uri="{BB962C8B-B14F-4D97-AF65-F5344CB8AC3E}">
        <p14:creationId xmlns:p14="http://schemas.microsoft.com/office/powerpoint/2010/main" val="2913571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0362"/>
            <a:ext cx="2628900" cy="5811838"/>
          </a:xfrm>
        </p:spPr>
        <p:txBody>
          <a:bodyPr vert="eaVert"/>
          <a:lstStyle/>
          <a:p>
            <a:r>
              <a:rPr lang="nl-NL"/>
              <a:t>Klik om stijl te bewerken</a:t>
            </a:r>
            <a:endParaRPr lang="en-US"/>
          </a:p>
        </p:txBody>
      </p:sp>
      <p:sp>
        <p:nvSpPr>
          <p:cNvPr id="3" name="Vertical Text Placeholder 2"/>
          <p:cNvSpPr>
            <a:spLocks noGrp="1"/>
          </p:cNvSpPr>
          <p:nvPr>
            <p:ph type="body" orient="vert" idx="1"/>
          </p:nvPr>
        </p:nvSpPr>
        <p:spPr>
          <a:xfrm>
            <a:off x="838202" y="360366"/>
            <a:ext cx="7734300" cy="5811837"/>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10"/>
          </p:nvPr>
        </p:nvSpPr>
        <p:spPr/>
        <p:txBody>
          <a:bodyPr/>
          <a:lstStyle/>
          <a:p>
            <a:fld id="{7CB9CB81-F32A-4BBD-9B83-4074A6098CE8}" type="datetimeFigureOut">
              <a:rPr lang="en-GB" smtClean="0"/>
              <a:t>06/07/2023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929C461-A607-45F7-8E67-7E51E6A16754}" type="slidenum">
              <a:rPr lang="en-GB" smtClean="0"/>
              <a:t>‹#›</a:t>
            </a:fld>
            <a:endParaRPr lang="en-GB"/>
          </a:p>
        </p:txBody>
      </p:sp>
    </p:spTree>
    <p:extLst>
      <p:ext uri="{BB962C8B-B14F-4D97-AF65-F5344CB8AC3E}">
        <p14:creationId xmlns:p14="http://schemas.microsoft.com/office/powerpoint/2010/main" val="16208748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olo e contenuto">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C500844-54D3-2E4B-A886-8CAAA94FE329}"/>
              </a:ext>
            </a:extLst>
          </p:cNvPr>
          <p:cNvSpPr>
            <a:spLocks noChangeArrowheads="1"/>
          </p:cNvSpPr>
          <p:nvPr userDrawn="1"/>
        </p:nvSpPr>
        <p:spPr bwMode="auto">
          <a:xfrm>
            <a:off x="-129117" y="1"/>
            <a:ext cx="12465051" cy="999067"/>
          </a:xfrm>
          <a:prstGeom prst="rect">
            <a:avLst/>
          </a:prstGeom>
          <a:solidFill>
            <a:srgbClr val="B3071B"/>
          </a:solidFill>
          <a:ln>
            <a:noFill/>
          </a:ln>
        </p:spPr>
        <p:txBody>
          <a:bodyPr wrap="none" rIns="360000"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r" eaLnBrk="1" hangingPunct="1">
              <a:defRPr/>
            </a:pPr>
            <a:endParaRPr lang="it-IT" altLang="it-IT" sz="2400" dirty="0">
              <a:solidFill>
                <a:schemeClr val="bg1"/>
              </a:solidFill>
            </a:endParaRPr>
          </a:p>
        </p:txBody>
      </p:sp>
      <p:pic>
        <p:nvPicPr>
          <p:cNvPr id="3" name="Immagine 7">
            <a:extLst>
              <a:ext uri="{FF2B5EF4-FFF2-40B4-BE49-F238E27FC236}">
                <a16:creationId xmlns:a16="http://schemas.microsoft.com/office/drawing/2014/main" id="{8F643225-A142-B24D-8021-5F1EB40AC776}"/>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34434" y="203202"/>
            <a:ext cx="2861733" cy="584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6759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nl-NL"/>
              <a:t>Klik om stijl te bewerken</a:t>
            </a:r>
            <a:endParaRPr lang="en-US" dirty="0"/>
          </a:p>
        </p:txBody>
      </p:sp>
      <p:sp>
        <p:nvSpPr>
          <p:cNvPr id="3" name="Text Placeholder 2"/>
          <p:cNvSpPr>
            <a:spLocks noGrp="1"/>
          </p:cNvSpPr>
          <p:nvPr>
            <p:ph type="body" idx="1"/>
          </p:nvPr>
        </p:nvSpPr>
        <p:spPr>
          <a:xfrm>
            <a:off x="845127" y="1828803"/>
            <a:ext cx="10515600" cy="4351337"/>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fld id="{7CB9CB81-F32A-4BBD-9B83-4074A6098CE8}" type="datetimeFigureOut">
              <a:rPr lang="en-GB" smtClean="0"/>
              <a:t>06/07/2023</a:t>
            </a:fld>
            <a:endParaRPr lang="en-GB"/>
          </a:p>
        </p:txBody>
      </p:sp>
      <p:sp>
        <p:nvSpPr>
          <p:cNvPr id="5" name="Footer Placeholder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1100">
                <a:solidFill>
                  <a:schemeClr val="tx1">
                    <a:lumMod val="65000"/>
                    <a:lumOff val="35000"/>
                  </a:schemeClr>
                </a:solidFill>
              </a:defRPr>
            </a:lvl1pPr>
          </a:lstStyle>
          <a:p>
            <a:endParaRPr lang="en-GB"/>
          </a:p>
        </p:txBody>
      </p:sp>
      <p:sp>
        <p:nvSpPr>
          <p:cNvPr id="6" name="Slide Number Placeholder 5"/>
          <p:cNvSpPr>
            <a:spLocks noGrp="1"/>
          </p:cNvSpPr>
          <p:nvPr>
            <p:ph type="sldNum" sz="quarter" idx="4"/>
          </p:nvPr>
        </p:nvSpPr>
        <p:spPr>
          <a:xfrm>
            <a:off x="8617527" y="6356354"/>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2929C461-A607-45F7-8E67-7E51E6A16754}" type="slidenum">
              <a:rPr lang="en-GB" smtClean="0"/>
              <a:t>‹#›</a:t>
            </a:fld>
            <a:endParaRPr lang="en-GB"/>
          </a:p>
        </p:txBody>
      </p:sp>
    </p:spTree>
    <p:extLst>
      <p:ext uri="{BB962C8B-B14F-4D97-AF65-F5344CB8AC3E}">
        <p14:creationId xmlns:p14="http://schemas.microsoft.com/office/powerpoint/2010/main" val="15338255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9143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474" indent="-228589" algn="l" defTabSz="914354"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652" indent="-228589" algn="l" defTabSz="914354"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8829" indent="-228589" algn="l" defTabSz="914354"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006" indent="-228589" algn="l" defTabSz="914354" rtl="0" eaLnBrk="1" latinLnBrk="0" hangingPunct="1">
        <a:spcBef>
          <a:spcPct val="20000"/>
        </a:spcBef>
        <a:buFont typeface="Wingdings 2" pitchFamily="18" charset="2"/>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5" Type="http://schemas.microsoft.com/office/2007/relationships/hdphoto" Target="../media/hdphoto1.wdp"/><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5.tiff"/><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6.png"/><Relationship Id="rId4" Type="http://schemas.openxmlformats.org/officeDocument/2006/relationships/image" Target="../media/image16.tiff"/></Relationships>
</file>

<file path=ppt/slides/_rels/slide11.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8.jpeg"/><Relationship Id="rId5" Type="http://schemas.microsoft.com/office/2007/relationships/hdphoto" Target="../media/hdphoto1.wdp"/><Relationship Id="rId4" Type="http://schemas.openxmlformats.org/officeDocument/2006/relationships/image" Target="../media/image6.png"/><Relationship Id="rId9"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3.png"/><Relationship Id="rId7"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6.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6.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8" Type="http://schemas.microsoft.com/office/2007/relationships/hdphoto" Target="../media/hdphoto5.wdp"/><Relationship Id="rId3" Type="http://schemas.openxmlformats.org/officeDocument/2006/relationships/image" Target="../media/image6.png"/><Relationship Id="rId7"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microsoft.com/office/2007/relationships/hdphoto" Target="../media/hdphoto4.wdp"/><Relationship Id="rId5" Type="http://schemas.openxmlformats.org/officeDocument/2006/relationships/image" Target="../media/image30.png"/><Relationship Id="rId10" Type="http://schemas.microsoft.com/office/2007/relationships/hdphoto" Target="../media/hdphoto6.wdp"/><Relationship Id="rId4" Type="http://schemas.microsoft.com/office/2007/relationships/hdphoto" Target="../media/hdphoto1.wdp"/><Relationship Id="rId9"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3.jpeg"/><Relationship Id="rId1" Type="http://schemas.openxmlformats.org/officeDocument/2006/relationships/slideLayout" Target="../slideLayouts/slideLayout2.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6.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6.png"/><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7" Type="http://schemas.microsoft.com/office/2007/relationships/hdphoto" Target="../media/hdphoto1.wdp"/><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4.png"/><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5.png"/><Relationship Id="rId1" Type="http://schemas.openxmlformats.org/officeDocument/2006/relationships/slideLayout" Target="../slideLayouts/slideLayout2.xml"/><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1.png"/><Relationship Id="rId1" Type="http://schemas.openxmlformats.org/officeDocument/2006/relationships/slideLayout" Target="../slideLayouts/slideLayout8.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www.sleeprhythm.org/wp-content/uploads/2016/09/logo.png">
            <a:extLst>
              <a:ext uri="{FF2B5EF4-FFF2-40B4-BE49-F238E27FC236}">
                <a16:creationId xmlns:a16="http://schemas.microsoft.com/office/drawing/2014/main" id="{5ACA6BF9-0012-EE77-8122-E140F23BBC25}"/>
              </a:ext>
            </a:extLst>
          </p:cNvPr>
          <p:cNvPicPr>
            <a:picLocks noChangeAspect="1" noChangeArrowheads="1"/>
          </p:cNvPicPr>
          <p:nvPr/>
        </p:nvPicPr>
        <p:blipFill>
          <a:blip r:embed="rId3" cstate="print"/>
          <a:srcRect/>
          <a:stretch>
            <a:fillRect/>
          </a:stretch>
        </p:blipFill>
        <p:spPr bwMode="auto">
          <a:xfrm>
            <a:off x="47908" y="63060"/>
            <a:ext cx="2503572" cy="1036832"/>
          </a:xfrm>
          <a:prstGeom prst="rect">
            <a:avLst/>
          </a:prstGeom>
          <a:noFill/>
          <a:ln w="9525">
            <a:noFill/>
            <a:miter lim="800000"/>
            <a:headEnd/>
            <a:tailEnd/>
          </a:ln>
        </p:spPr>
      </p:pic>
      <p:pic>
        <p:nvPicPr>
          <p:cNvPr id="14" name="Picture 13">
            <a:extLst>
              <a:ext uri="{FF2B5EF4-FFF2-40B4-BE49-F238E27FC236}">
                <a16:creationId xmlns:a16="http://schemas.microsoft.com/office/drawing/2014/main" id="{1DD9D8D6-45AA-7498-3470-7A6206ADFF52}"/>
              </a:ext>
            </a:extLst>
          </p:cNvPr>
          <p:cNvPicPr>
            <a:picLocks noChangeAspect="1"/>
          </p:cNvPicPr>
          <p:nvPr/>
        </p:nvPicPr>
        <p:blipFill rotWithShape="1">
          <a:blip r:embed="rId4"/>
          <a:srcRect l="14361" t="18132" r="11218" b="18809"/>
          <a:stretch/>
        </p:blipFill>
        <p:spPr>
          <a:xfrm>
            <a:off x="9469820" y="76444"/>
            <a:ext cx="2722179" cy="1023448"/>
          </a:xfrm>
          <a:prstGeom prst="rect">
            <a:avLst/>
          </a:prstGeom>
        </p:spPr>
      </p:pic>
      <p:pic>
        <p:nvPicPr>
          <p:cNvPr id="15" name="Picture 14">
            <a:extLst>
              <a:ext uri="{FF2B5EF4-FFF2-40B4-BE49-F238E27FC236}">
                <a16:creationId xmlns:a16="http://schemas.microsoft.com/office/drawing/2014/main" id="{B2941661-D5F0-F2BF-E7B4-A05D7349F675}"/>
              </a:ext>
            </a:extLst>
          </p:cNvPr>
          <p:cNvPicPr>
            <a:picLocks noChangeAspect="1"/>
          </p:cNvPicPr>
          <p:nvPr/>
        </p:nvPicPr>
        <p:blipFill rotWithShape="1">
          <a:blip r:embed="rId5">
            <a:alphaModFix amt="50000"/>
          </a:blip>
          <a:srcRect l="20660" t="6523" r="17707" b="7079"/>
          <a:stretch/>
        </p:blipFill>
        <p:spPr>
          <a:xfrm>
            <a:off x="8123272" y="2869112"/>
            <a:ext cx="3930443" cy="3856848"/>
          </a:xfrm>
          <a:prstGeom prst="rect">
            <a:avLst/>
          </a:prstGeom>
        </p:spPr>
      </p:pic>
      <p:sp>
        <p:nvSpPr>
          <p:cNvPr id="6" name="TextBox 5">
            <a:extLst>
              <a:ext uri="{FF2B5EF4-FFF2-40B4-BE49-F238E27FC236}">
                <a16:creationId xmlns:a16="http://schemas.microsoft.com/office/drawing/2014/main" id="{30B8674A-95EB-F8F1-482A-60FD28E72098}"/>
              </a:ext>
            </a:extLst>
          </p:cNvPr>
          <p:cNvSpPr txBox="1"/>
          <p:nvPr/>
        </p:nvSpPr>
        <p:spPr>
          <a:xfrm>
            <a:off x="218148" y="4549676"/>
            <a:ext cx="6432331" cy="2308324"/>
          </a:xfrm>
          <a:prstGeom prst="rect">
            <a:avLst/>
          </a:prstGeom>
          <a:noFill/>
        </p:spPr>
        <p:txBody>
          <a:bodyPr wrap="square" rtlCol="0">
            <a:spAutoFit/>
          </a:bodyPr>
          <a:lstStyle/>
          <a:p>
            <a:r>
              <a:rPr lang="en-GB" sz="1800" dirty="0">
                <a:ea typeface="Open Sans" panose="020B0606030504020204" pitchFamily="34" charset="0"/>
                <a:cs typeface="Open Sans" panose="020B0606030504020204" pitchFamily="34" charset="0"/>
              </a:rPr>
              <a:t>Gianluca Giusti PhD Student</a:t>
            </a:r>
          </a:p>
          <a:p>
            <a:pPr algn="l" fontAlgn="base"/>
            <a:endParaRPr lang="en-US" sz="1800" b="0" i="0" dirty="0">
              <a:effectLst/>
              <a:latin typeface="Segoe UI" panose="020B0502040204020203" pitchFamily="34" charset="0"/>
            </a:endParaRPr>
          </a:p>
          <a:p>
            <a:pPr algn="l" fontAlgn="base"/>
            <a:r>
              <a:rPr lang="en-US" sz="1800" b="0" i="0" dirty="0">
                <a:effectLst/>
                <a:latin typeface="Segoe UI" panose="020B0502040204020203" pitchFamily="34" charset="0"/>
              </a:rPr>
              <a:t>Faculty of Health and Medical sciences</a:t>
            </a:r>
          </a:p>
          <a:p>
            <a:pPr algn="l" fontAlgn="base"/>
            <a:r>
              <a:rPr lang="en-US" sz="1800" b="0" i="0" dirty="0">
                <a:effectLst/>
                <a:latin typeface="Segoe UI" panose="020B0502040204020203" pitchFamily="34" charset="0"/>
              </a:rPr>
              <a:t>School of Biosciences</a:t>
            </a:r>
          </a:p>
          <a:p>
            <a:pPr algn="l" fontAlgn="base"/>
            <a:endParaRPr lang="en-US" dirty="0">
              <a:latin typeface="Segoe UI" panose="020B0502040204020203" pitchFamily="34" charset="0"/>
            </a:endParaRPr>
          </a:p>
          <a:p>
            <a:pPr algn="l" fontAlgn="base"/>
            <a:r>
              <a:rPr lang="en-US" sz="1800" b="0" i="0" dirty="0">
                <a:effectLst/>
                <a:latin typeface="Segoe UI" panose="020B0502040204020203" pitchFamily="34" charset="0"/>
              </a:rPr>
              <a:t>Prof. Sara </a:t>
            </a:r>
            <a:r>
              <a:rPr lang="en-US" sz="1800" b="0" i="0" dirty="0" err="1">
                <a:effectLst/>
                <a:latin typeface="Segoe UI" panose="020B0502040204020203" pitchFamily="34" charset="0"/>
              </a:rPr>
              <a:t>Montagnese</a:t>
            </a:r>
            <a:r>
              <a:rPr lang="en-US" sz="1800" b="0" i="0" dirty="0">
                <a:effectLst/>
                <a:latin typeface="Segoe UI" panose="020B0502040204020203" pitchFamily="34" charset="0"/>
              </a:rPr>
              <a:t> (supervisor)</a:t>
            </a:r>
          </a:p>
          <a:p>
            <a:pPr algn="l" fontAlgn="base"/>
            <a:r>
              <a:rPr lang="en-US" dirty="0">
                <a:latin typeface="Segoe UI" panose="020B0502040204020203" pitchFamily="34" charset="0"/>
              </a:rPr>
              <a:t>Prof. Debra J. Skene (supervisor)</a:t>
            </a:r>
            <a:endParaRPr lang="en-US" sz="1800" b="0" i="0" dirty="0">
              <a:effectLst/>
              <a:latin typeface="Segoe UI" panose="020B0502040204020203" pitchFamily="34" charset="0"/>
            </a:endParaRPr>
          </a:p>
          <a:p>
            <a:endParaRPr lang="it-IT" dirty="0"/>
          </a:p>
        </p:txBody>
      </p:sp>
      <p:sp>
        <p:nvSpPr>
          <p:cNvPr id="2" name="Titel 1">
            <a:extLst>
              <a:ext uri="{FF2B5EF4-FFF2-40B4-BE49-F238E27FC236}">
                <a16:creationId xmlns:a16="http://schemas.microsoft.com/office/drawing/2014/main" id="{531151AD-0B59-AB27-A31E-A669EA1AFE20}"/>
              </a:ext>
            </a:extLst>
          </p:cNvPr>
          <p:cNvSpPr>
            <a:spLocks noGrp="1"/>
          </p:cNvSpPr>
          <p:nvPr>
            <p:ph type="ctrTitle"/>
          </p:nvPr>
        </p:nvSpPr>
        <p:spPr>
          <a:xfrm>
            <a:off x="138284" y="1347473"/>
            <a:ext cx="10428791" cy="1264914"/>
          </a:xfrm>
          <a:noFill/>
        </p:spPr>
        <p:txBody>
          <a:bodyPr>
            <a:normAutofit/>
          </a:bodyPr>
          <a:lstStyle/>
          <a:p>
            <a:pPr algn="l"/>
            <a:r>
              <a:rPr lang="en-GB" sz="4400" b="1" dirty="0">
                <a:solidFill>
                  <a:schemeClr val="tx1">
                    <a:lumMod val="75000"/>
                    <a:lumOff val="25000"/>
                  </a:schemeClr>
                </a:solidFill>
                <a:ea typeface="Open Sans" panose="020B0606030504020204" pitchFamily="34" charset="0"/>
                <a:cs typeface="Open Sans" panose="020B0606030504020204" pitchFamily="34" charset="0"/>
              </a:rPr>
              <a:t>A Circadian-Friendly Hospital</a:t>
            </a:r>
          </a:p>
        </p:txBody>
      </p:sp>
      <p:sp>
        <p:nvSpPr>
          <p:cNvPr id="3" name="TextBox 2">
            <a:extLst>
              <a:ext uri="{FF2B5EF4-FFF2-40B4-BE49-F238E27FC236}">
                <a16:creationId xmlns:a16="http://schemas.microsoft.com/office/drawing/2014/main" id="{73C6D459-8469-2A53-CF16-944897D5E842}"/>
              </a:ext>
            </a:extLst>
          </p:cNvPr>
          <p:cNvSpPr txBox="1"/>
          <p:nvPr/>
        </p:nvSpPr>
        <p:spPr>
          <a:xfrm>
            <a:off x="138284" y="2614373"/>
            <a:ext cx="11636536" cy="677108"/>
          </a:xfrm>
          <a:prstGeom prst="rect">
            <a:avLst/>
          </a:prstGeom>
          <a:noFill/>
        </p:spPr>
        <p:txBody>
          <a:bodyPr wrap="square" rtlCol="0">
            <a:spAutoFit/>
          </a:bodyPr>
          <a:lstStyle/>
          <a:p>
            <a:r>
              <a:rPr lang="en-GB" altLang="it-IT" sz="2000" b="1" dirty="0">
                <a:latin typeface="+mn-lt"/>
              </a:rPr>
              <a:t>Managing sleep-wake disruption due to hospitalisation: </a:t>
            </a:r>
            <a:r>
              <a:rPr lang="en-GB" altLang="it-IT" sz="2000" b="1" i="1" dirty="0"/>
              <a:t>T</a:t>
            </a:r>
            <a:r>
              <a:rPr lang="en-GB" altLang="it-IT" sz="2000" b="1" i="1" dirty="0">
                <a:latin typeface="+mn-lt"/>
              </a:rPr>
              <a:t>he Circadian Care Project</a:t>
            </a:r>
          </a:p>
          <a:p>
            <a:endParaRPr lang="it-IT" dirty="0"/>
          </a:p>
        </p:txBody>
      </p:sp>
    </p:spTree>
    <p:extLst>
      <p:ext uri="{BB962C8B-B14F-4D97-AF65-F5344CB8AC3E}">
        <p14:creationId xmlns:p14="http://schemas.microsoft.com/office/powerpoint/2010/main" val="2015893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magine 5">
            <a:extLst>
              <a:ext uri="{FF2B5EF4-FFF2-40B4-BE49-F238E27FC236}">
                <a16:creationId xmlns:a16="http://schemas.microsoft.com/office/drawing/2014/main" id="{37CD8A77-1D88-38E2-4EFE-37E2F48A3566}"/>
              </a:ext>
            </a:extLst>
          </p:cNvPr>
          <p:cNvPicPr>
            <a:picLocks noChangeAspect="1"/>
          </p:cNvPicPr>
          <p:nvPr/>
        </p:nvPicPr>
        <p:blipFill rotWithShape="1">
          <a:blip r:embed="rId3" cstate="print"/>
          <a:srcRect b="56726"/>
          <a:stretch/>
        </p:blipFill>
        <p:spPr>
          <a:xfrm>
            <a:off x="1679860" y="722348"/>
            <a:ext cx="9144000" cy="2081911"/>
          </a:xfrm>
          <a:prstGeom prst="rect">
            <a:avLst/>
          </a:prstGeom>
        </p:spPr>
      </p:pic>
      <p:pic>
        <p:nvPicPr>
          <p:cNvPr id="14" name="Immagine 6">
            <a:extLst>
              <a:ext uri="{FF2B5EF4-FFF2-40B4-BE49-F238E27FC236}">
                <a16:creationId xmlns:a16="http://schemas.microsoft.com/office/drawing/2014/main" id="{F2E0D6DA-0938-8FBF-D011-1105FFB554BC}"/>
              </a:ext>
            </a:extLst>
          </p:cNvPr>
          <p:cNvPicPr>
            <a:picLocks noChangeAspect="1"/>
          </p:cNvPicPr>
          <p:nvPr/>
        </p:nvPicPr>
        <p:blipFill rotWithShape="1">
          <a:blip r:embed="rId3" cstate="print"/>
          <a:srcRect t="62913"/>
          <a:stretch/>
        </p:blipFill>
        <p:spPr>
          <a:xfrm>
            <a:off x="1679860" y="3590980"/>
            <a:ext cx="9144000" cy="1784227"/>
          </a:xfrm>
          <a:prstGeom prst="rect">
            <a:avLst/>
          </a:prstGeom>
        </p:spPr>
      </p:pic>
      <p:sp>
        <p:nvSpPr>
          <p:cNvPr id="15" name="Titolo 1">
            <a:extLst>
              <a:ext uri="{FF2B5EF4-FFF2-40B4-BE49-F238E27FC236}">
                <a16:creationId xmlns:a16="http://schemas.microsoft.com/office/drawing/2014/main" id="{5AE66CC9-E752-A010-5BC1-24C23E4327E5}"/>
              </a:ext>
            </a:extLst>
          </p:cNvPr>
          <p:cNvSpPr>
            <a:spLocks noGrp="1"/>
          </p:cNvSpPr>
          <p:nvPr>
            <p:ph type="title"/>
          </p:nvPr>
        </p:nvSpPr>
        <p:spPr>
          <a:xfrm>
            <a:off x="1842356" y="57310"/>
            <a:ext cx="8507288" cy="1143000"/>
          </a:xfrm>
        </p:spPr>
        <p:txBody>
          <a:bodyPr>
            <a:normAutofit/>
          </a:bodyPr>
          <a:lstStyle/>
          <a:p>
            <a:pPr algn="l"/>
            <a:r>
              <a:rPr lang="it-IT" sz="3600" dirty="0"/>
              <a:t>Everyday life</a:t>
            </a:r>
          </a:p>
        </p:txBody>
      </p:sp>
      <p:sp>
        <p:nvSpPr>
          <p:cNvPr id="16" name="Titolo 1">
            <a:extLst>
              <a:ext uri="{FF2B5EF4-FFF2-40B4-BE49-F238E27FC236}">
                <a16:creationId xmlns:a16="http://schemas.microsoft.com/office/drawing/2014/main" id="{B9897A87-AB84-6A50-D1B0-8A7544B0182B}"/>
              </a:ext>
            </a:extLst>
          </p:cNvPr>
          <p:cNvSpPr txBox="1">
            <a:spLocks/>
          </p:cNvSpPr>
          <p:nvPr/>
        </p:nvSpPr>
        <p:spPr>
          <a:xfrm>
            <a:off x="1842356" y="2910742"/>
            <a:ext cx="8507288"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it-IT" sz="3600" dirty="0"/>
              <a:t>Hospitalisation</a:t>
            </a:r>
          </a:p>
        </p:txBody>
      </p:sp>
      <p:pic>
        <p:nvPicPr>
          <p:cNvPr id="18" name="Afbeelding 17">
            <a:extLst>
              <a:ext uri="{FF2B5EF4-FFF2-40B4-BE49-F238E27FC236}">
                <a16:creationId xmlns:a16="http://schemas.microsoft.com/office/drawing/2014/main" id="{E38649A1-1FCD-0DB1-3E1E-D22F884BCFD4}"/>
              </a:ext>
            </a:extLst>
          </p:cNvPr>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32724" y="6104107"/>
            <a:ext cx="421317" cy="486136"/>
          </a:xfrm>
          <a:prstGeom prst="rect">
            <a:avLst/>
          </a:prstGeom>
        </p:spPr>
      </p:pic>
      <p:cxnSp>
        <p:nvCxnSpPr>
          <p:cNvPr id="19" name="Rechte verbindingslijn 18">
            <a:extLst>
              <a:ext uri="{FF2B5EF4-FFF2-40B4-BE49-F238E27FC236}">
                <a16:creationId xmlns:a16="http://schemas.microsoft.com/office/drawing/2014/main" id="{E942A4B9-8A8F-9A4D-DADE-A04EFA97515C}"/>
              </a:ext>
            </a:extLst>
          </p:cNvPr>
          <p:cNvCxnSpPr>
            <a:cxnSpLocks/>
          </p:cNvCxnSpPr>
          <p:nvPr/>
        </p:nvCxnSpPr>
        <p:spPr>
          <a:xfrm>
            <a:off x="0" y="6559762"/>
            <a:ext cx="11659623" cy="0"/>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sp>
        <p:nvSpPr>
          <p:cNvPr id="2" name="Titolo 1">
            <a:extLst>
              <a:ext uri="{FF2B5EF4-FFF2-40B4-BE49-F238E27FC236}">
                <a16:creationId xmlns:a16="http://schemas.microsoft.com/office/drawing/2014/main" id="{019DDDB5-B53F-2FC4-6443-C02C4F1007B5}"/>
              </a:ext>
            </a:extLst>
          </p:cNvPr>
          <p:cNvSpPr txBox="1">
            <a:spLocks/>
          </p:cNvSpPr>
          <p:nvPr/>
        </p:nvSpPr>
        <p:spPr>
          <a:xfrm>
            <a:off x="5092966" y="5236422"/>
            <a:ext cx="5730894" cy="1143000"/>
          </a:xfrm>
          <a:prstGeom prst="rect">
            <a:avLst/>
          </a:prstGeom>
        </p:spPr>
        <p:txBody>
          <a:bodyPr vert="horz" lIns="91440" tIns="45720" rIns="91440" bIns="45720" rtlCol="0" anchor="ctr">
            <a:normAutofit/>
          </a:bodyPr>
          <a:lstStyle>
            <a:lvl1pPr algn="l" defTabSz="914354" rtl="0" eaLnBrk="1" latinLnBrk="0" hangingPunct="1">
              <a:lnSpc>
                <a:spcPct val="90000"/>
              </a:lnSpc>
              <a:spcBef>
                <a:spcPct val="0"/>
              </a:spcBef>
              <a:buNone/>
              <a:defRPr sz="4400" kern="1200">
                <a:solidFill>
                  <a:schemeClr val="tx1"/>
                </a:solidFill>
                <a:latin typeface="+mj-lt"/>
                <a:ea typeface="+mj-ea"/>
                <a:cs typeface="+mj-cs"/>
              </a:defRPr>
            </a:lvl1pPr>
          </a:lstStyle>
          <a:p>
            <a:r>
              <a:rPr lang="it-IT" sz="3600" dirty="0"/>
              <a:t>Circadian-friendly hospital </a:t>
            </a:r>
          </a:p>
        </p:txBody>
      </p:sp>
    </p:spTree>
    <p:extLst>
      <p:ext uri="{BB962C8B-B14F-4D97-AF65-F5344CB8AC3E}">
        <p14:creationId xmlns:p14="http://schemas.microsoft.com/office/powerpoint/2010/main" val="1029241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Afbeelding 17">
            <a:extLst>
              <a:ext uri="{FF2B5EF4-FFF2-40B4-BE49-F238E27FC236}">
                <a16:creationId xmlns:a16="http://schemas.microsoft.com/office/drawing/2014/main" id="{E38649A1-1FCD-0DB1-3E1E-D22F884BCFD4}"/>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32724" y="6104107"/>
            <a:ext cx="421317" cy="486136"/>
          </a:xfrm>
          <a:prstGeom prst="rect">
            <a:avLst/>
          </a:prstGeom>
        </p:spPr>
      </p:pic>
      <p:cxnSp>
        <p:nvCxnSpPr>
          <p:cNvPr id="19" name="Rechte verbindingslijn 18">
            <a:extLst>
              <a:ext uri="{FF2B5EF4-FFF2-40B4-BE49-F238E27FC236}">
                <a16:creationId xmlns:a16="http://schemas.microsoft.com/office/drawing/2014/main" id="{E942A4B9-8A8F-9A4D-DADE-A04EFA97515C}"/>
              </a:ext>
            </a:extLst>
          </p:cNvPr>
          <p:cNvCxnSpPr>
            <a:cxnSpLocks/>
          </p:cNvCxnSpPr>
          <p:nvPr/>
        </p:nvCxnSpPr>
        <p:spPr>
          <a:xfrm>
            <a:off x="0" y="6559762"/>
            <a:ext cx="11659623" cy="0"/>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94DB064-F625-27FA-6EE6-C98C5E84E2CC}"/>
              </a:ext>
            </a:extLst>
          </p:cNvPr>
          <p:cNvSpPr txBox="1"/>
          <p:nvPr/>
        </p:nvSpPr>
        <p:spPr>
          <a:xfrm>
            <a:off x="757222" y="1494955"/>
            <a:ext cx="10677555" cy="3539430"/>
          </a:xfrm>
          <a:prstGeom prst="rect">
            <a:avLst/>
          </a:prstGeom>
          <a:noFill/>
        </p:spPr>
        <p:txBody>
          <a:bodyPr wrap="square" rtlCol="0">
            <a:spAutoFit/>
          </a:bodyPr>
          <a:lstStyle/>
          <a:p>
            <a:r>
              <a:rPr lang="en-US" sz="4800" b="1" dirty="0">
                <a:solidFill>
                  <a:schemeClr val="tx2"/>
                </a:solidFill>
              </a:rPr>
              <a:t>Aims</a:t>
            </a:r>
          </a:p>
          <a:p>
            <a:endParaRPr lang="en-US" sz="3600" dirty="0"/>
          </a:p>
          <a:p>
            <a:pPr lvl="0"/>
            <a:r>
              <a:rPr lang="en" sz="2800" dirty="0"/>
              <a:t>To test a manag</a:t>
            </a:r>
            <a:r>
              <a:rPr lang="en-GB" sz="2800" dirty="0"/>
              <a:t>e</a:t>
            </a:r>
            <a:r>
              <a:rPr lang="en" sz="2800" dirty="0"/>
              <a:t>ment system that limits the circadian impact of hospitalisation </a:t>
            </a:r>
            <a:r>
              <a:rPr lang="en-GB" sz="2800" dirty="0"/>
              <a:t>thorough</a:t>
            </a:r>
            <a:r>
              <a:rPr lang="en" sz="2800" dirty="0"/>
              <a:t> assessment of patients’ specific circadina features and needs and </a:t>
            </a:r>
            <a:r>
              <a:rPr lang="en-US" sz="2800" dirty="0"/>
              <a:t>an ad-hoc, personalized light-dark, meal and activity schedule to cover the whole of the stay </a:t>
            </a:r>
          </a:p>
          <a:p>
            <a:pPr lvl="0"/>
            <a:endParaRPr lang="en-GB" sz="2800" dirty="0"/>
          </a:p>
        </p:txBody>
      </p:sp>
    </p:spTree>
    <p:extLst>
      <p:ext uri="{BB962C8B-B14F-4D97-AF65-F5344CB8AC3E}">
        <p14:creationId xmlns:p14="http://schemas.microsoft.com/office/powerpoint/2010/main" val="1168214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Diagram&#10;&#10;Description automatically generated with medium confidence">
            <a:extLst>
              <a:ext uri="{FF2B5EF4-FFF2-40B4-BE49-F238E27FC236}">
                <a16:creationId xmlns:a16="http://schemas.microsoft.com/office/drawing/2014/main" id="{4E78C488-7F3F-BAD6-B702-D632A17294F4}"/>
              </a:ext>
            </a:extLst>
          </p:cNvPr>
          <p:cNvPicPr>
            <a:picLocks noChangeAspect="1"/>
          </p:cNvPicPr>
          <p:nvPr/>
        </p:nvPicPr>
        <p:blipFill rotWithShape="1">
          <a:blip r:embed="rId3">
            <a:extLst>
              <a:ext uri="{28A0092B-C50C-407E-A947-70E740481C1C}">
                <a14:useLocalDpi xmlns:a14="http://schemas.microsoft.com/office/drawing/2010/main" val="0"/>
              </a:ext>
            </a:extLst>
          </a:blip>
          <a:srcRect l="1429" t="16539" r="4378" b="11676"/>
          <a:stretch/>
        </p:blipFill>
        <p:spPr>
          <a:xfrm>
            <a:off x="1582993" y="1286761"/>
            <a:ext cx="9457199" cy="5045173"/>
          </a:xfrm>
          <a:prstGeom prst="rect">
            <a:avLst/>
          </a:prstGeom>
        </p:spPr>
      </p:pic>
      <p:sp>
        <p:nvSpPr>
          <p:cNvPr id="15" name="Tijdelijke aanduiding voor inhoud 2">
            <a:extLst>
              <a:ext uri="{FF2B5EF4-FFF2-40B4-BE49-F238E27FC236}">
                <a16:creationId xmlns:a16="http://schemas.microsoft.com/office/drawing/2014/main" id="{099F06AA-C12C-11DF-6059-D78BDF490367}"/>
              </a:ext>
            </a:extLst>
          </p:cNvPr>
          <p:cNvSpPr>
            <a:spLocks noGrp="1"/>
          </p:cNvSpPr>
          <p:nvPr/>
        </p:nvSpPr>
        <p:spPr>
          <a:xfrm>
            <a:off x="144076" y="188913"/>
            <a:ext cx="8081800" cy="18535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70000"/>
              </a:lnSpc>
            </a:pPr>
            <a:r>
              <a:rPr lang="nl-NL" sz="2400" dirty="0" err="1">
                <a:ea typeface="Open Sans" panose="020B0606030504020204" pitchFamily="34" charset="0"/>
                <a:cs typeface="Open Sans" panose="020B0606030504020204" pitchFamily="34" charset="0"/>
              </a:rPr>
              <a:t>Randomised</a:t>
            </a:r>
            <a:r>
              <a:rPr lang="nl-NL" sz="2400" dirty="0">
                <a:ea typeface="Open Sans" panose="020B0606030504020204" pitchFamily="34" charset="0"/>
                <a:cs typeface="Open Sans" panose="020B0606030504020204" pitchFamily="34" charset="0"/>
              </a:rPr>
              <a:t> </a:t>
            </a:r>
            <a:r>
              <a:rPr lang="nl-NL" sz="2400" dirty="0" err="1">
                <a:ea typeface="Open Sans" panose="020B0606030504020204" pitchFamily="34" charset="0"/>
                <a:cs typeface="Open Sans" panose="020B0606030504020204" pitchFamily="34" charset="0"/>
              </a:rPr>
              <a:t>controlled</a:t>
            </a:r>
            <a:r>
              <a:rPr lang="nl-NL" sz="2400" dirty="0">
                <a:ea typeface="Open Sans" panose="020B0606030504020204" pitchFamily="34" charset="0"/>
                <a:cs typeface="Open Sans" panose="020B0606030504020204" pitchFamily="34" charset="0"/>
              </a:rPr>
              <a:t> trial (RCT)</a:t>
            </a:r>
          </a:p>
        </p:txBody>
      </p:sp>
      <p:pic>
        <p:nvPicPr>
          <p:cNvPr id="3" name="Afbeelding 2">
            <a:extLst>
              <a:ext uri="{FF2B5EF4-FFF2-40B4-BE49-F238E27FC236}">
                <a16:creationId xmlns:a16="http://schemas.microsoft.com/office/drawing/2014/main" id="{59BAB98F-4BA5-3330-5CAB-A55666877408}"/>
              </a:ext>
            </a:extLst>
          </p:cNvPr>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32724" y="6104107"/>
            <a:ext cx="421317" cy="486136"/>
          </a:xfrm>
          <a:prstGeom prst="rect">
            <a:avLst/>
          </a:prstGeom>
        </p:spPr>
      </p:pic>
      <p:cxnSp>
        <p:nvCxnSpPr>
          <p:cNvPr id="5" name="Rechte verbindingslijn 4">
            <a:extLst>
              <a:ext uri="{FF2B5EF4-FFF2-40B4-BE49-F238E27FC236}">
                <a16:creationId xmlns:a16="http://schemas.microsoft.com/office/drawing/2014/main" id="{A51160D6-5C63-5DD1-F1B3-AD62491BDA8B}"/>
              </a:ext>
            </a:extLst>
          </p:cNvPr>
          <p:cNvCxnSpPr>
            <a:cxnSpLocks/>
          </p:cNvCxnSpPr>
          <p:nvPr/>
        </p:nvCxnSpPr>
        <p:spPr>
          <a:xfrm flipV="1">
            <a:off x="0" y="6559762"/>
            <a:ext cx="11659623" cy="30481"/>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F9557EAA-90C1-07CE-4DDA-9071BDAE302B}"/>
              </a:ext>
            </a:extLst>
          </p:cNvPr>
          <p:cNvSpPr txBox="1"/>
          <p:nvPr/>
        </p:nvSpPr>
        <p:spPr>
          <a:xfrm>
            <a:off x="1452287" y="2097866"/>
            <a:ext cx="2732689" cy="1446550"/>
          </a:xfrm>
          <a:prstGeom prst="rect">
            <a:avLst/>
          </a:prstGeom>
          <a:noFill/>
        </p:spPr>
        <p:txBody>
          <a:bodyPr wrap="square" rtlCol="0">
            <a:spAutoFit/>
          </a:bodyPr>
          <a:lstStyle/>
          <a:p>
            <a:pPr algn="ctr"/>
            <a:r>
              <a:rPr lang="en-US" sz="4400" dirty="0">
                <a:ln w="12700" cap="sq" cmpd="tri">
                  <a:solidFill>
                    <a:schemeClr val="tx2"/>
                  </a:solidFill>
                  <a:round/>
                </a:ln>
                <a:solidFill>
                  <a:schemeClr val="tx2"/>
                </a:solidFill>
                <a:effectLst>
                  <a:glow rad="279400">
                    <a:schemeClr val="bg1">
                      <a:alpha val="82000"/>
                    </a:schemeClr>
                  </a:glow>
                </a:effectLst>
                <a:latin typeface="Arial" panose="020B0604020202020204" pitchFamily="34" charset="0"/>
                <a:cs typeface="Arial" panose="020B0604020202020204" pitchFamily="34" charset="0"/>
              </a:rPr>
              <a:t>94</a:t>
            </a:r>
          </a:p>
          <a:p>
            <a:pPr algn="ctr"/>
            <a:r>
              <a:rPr lang="en-US" sz="4400" dirty="0">
                <a:ln w="12700" cap="sq" cmpd="tri">
                  <a:solidFill>
                    <a:schemeClr val="tx2"/>
                  </a:solidFill>
                  <a:round/>
                </a:ln>
                <a:solidFill>
                  <a:schemeClr val="tx2"/>
                </a:solidFill>
                <a:effectLst>
                  <a:glow rad="279400">
                    <a:schemeClr val="bg1">
                      <a:alpha val="82000"/>
                    </a:schemeClr>
                  </a:glow>
                </a:effectLst>
                <a:latin typeface="Arial" panose="020B0604020202020204" pitchFamily="34" charset="0"/>
                <a:cs typeface="Arial" panose="020B0604020202020204" pitchFamily="34" charset="0"/>
              </a:rPr>
              <a:t>Patients</a:t>
            </a:r>
            <a:endParaRPr lang="en-GB" sz="4400" dirty="0">
              <a:ln w="12700" cap="sq" cmpd="tri">
                <a:solidFill>
                  <a:schemeClr val="tx2"/>
                </a:solidFill>
                <a:round/>
              </a:ln>
              <a:solidFill>
                <a:schemeClr val="tx2"/>
              </a:solidFill>
              <a:effectLst>
                <a:glow rad="279400">
                  <a:schemeClr val="bg1">
                    <a:alpha val="82000"/>
                  </a:schemeClr>
                </a:glo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546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Graphical user interface, text, application, email&#10;&#10;Description automatically generated">
            <a:extLst>
              <a:ext uri="{FF2B5EF4-FFF2-40B4-BE49-F238E27FC236}">
                <a16:creationId xmlns:a16="http://schemas.microsoft.com/office/drawing/2014/main" id="{A84883B5-7228-446B-63FD-264C72822669}"/>
              </a:ext>
            </a:extLst>
          </p:cNvPr>
          <p:cNvPicPr>
            <a:picLocks noChangeAspect="1"/>
          </p:cNvPicPr>
          <p:nvPr/>
        </p:nvPicPr>
        <p:blipFill>
          <a:blip r:embed="rId3"/>
          <a:stretch>
            <a:fillRect/>
          </a:stretch>
        </p:blipFill>
        <p:spPr>
          <a:xfrm>
            <a:off x="131536" y="646409"/>
            <a:ext cx="11950700" cy="5586954"/>
          </a:xfrm>
          <a:prstGeom prst="rect">
            <a:avLst/>
          </a:prstGeom>
          <a:noFill/>
        </p:spPr>
      </p:pic>
    </p:spTree>
    <p:extLst>
      <p:ext uri="{BB962C8B-B14F-4D97-AF65-F5344CB8AC3E}">
        <p14:creationId xmlns:p14="http://schemas.microsoft.com/office/powerpoint/2010/main" val="1854854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3F2EED-B84A-4F62-04D0-C25DB8B9D41E}"/>
              </a:ext>
            </a:extLst>
          </p:cNvPr>
          <p:cNvPicPr>
            <a:picLocks noChangeAspect="1"/>
          </p:cNvPicPr>
          <p:nvPr/>
        </p:nvPicPr>
        <p:blipFill>
          <a:blip r:embed="rId3"/>
          <a:stretch>
            <a:fillRect/>
          </a:stretch>
        </p:blipFill>
        <p:spPr>
          <a:xfrm>
            <a:off x="192887" y="1966137"/>
            <a:ext cx="11031747" cy="3975846"/>
          </a:xfrm>
          <a:prstGeom prst="rect">
            <a:avLst/>
          </a:prstGeom>
        </p:spPr>
      </p:pic>
      <p:pic>
        <p:nvPicPr>
          <p:cNvPr id="3" name="Afbeelding 2">
            <a:extLst>
              <a:ext uri="{FF2B5EF4-FFF2-40B4-BE49-F238E27FC236}">
                <a16:creationId xmlns:a16="http://schemas.microsoft.com/office/drawing/2014/main" id="{D1D04FF9-32AA-DA0B-2A62-B275376E446F}"/>
              </a:ext>
            </a:extLst>
          </p:cNvPr>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32724" y="6111836"/>
            <a:ext cx="421317" cy="486136"/>
          </a:xfrm>
          <a:prstGeom prst="rect">
            <a:avLst/>
          </a:prstGeom>
        </p:spPr>
      </p:pic>
      <p:cxnSp>
        <p:nvCxnSpPr>
          <p:cNvPr id="5" name="Rechte verbindingslijn 4">
            <a:extLst>
              <a:ext uri="{FF2B5EF4-FFF2-40B4-BE49-F238E27FC236}">
                <a16:creationId xmlns:a16="http://schemas.microsoft.com/office/drawing/2014/main" id="{DA885529-E86C-A494-3DF2-D00C2AB2353B}"/>
              </a:ext>
            </a:extLst>
          </p:cNvPr>
          <p:cNvCxnSpPr>
            <a:cxnSpLocks/>
          </p:cNvCxnSpPr>
          <p:nvPr/>
        </p:nvCxnSpPr>
        <p:spPr>
          <a:xfrm flipV="1">
            <a:off x="0" y="6590243"/>
            <a:ext cx="11659623" cy="13856"/>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E312D32-3C51-D3EC-16F2-BD5E562B1B43}"/>
              </a:ext>
            </a:extLst>
          </p:cNvPr>
          <p:cNvSpPr txBox="1"/>
          <p:nvPr/>
        </p:nvSpPr>
        <p:spPr>
          <a:xfrm>
            <a:off x="337958" y="522383"/>
            <a:ext cx="6364224" cy="584775"/>
          </a:xfrm>
          <a:prstGeom prst="rect">
            <a:avLst/>
          </a:prstGeom>
          <a:noFill/>
        </p:spPr>
        <p:txBody>
          <a:bodyPr wrap="square" rtlCol="0">
            <a:spAutoFit/>
          </a:bodyPr>
          <a:lstStyle/>
          <a:p>
            <a:r>
              <a:rPr lang="en-US" sz="3200" b="1" dirty="0">
                <a:solidFill>
                  <a:schemeClr val="tx2"/>
                </a:solidFill>
              </a:rPr>
              <a:t>Experimental design </a:t>
            </a:r>
            <a:endParaRPr lang="en-GB" sz="3200" b="1" dirty="0">
              <a:solidFill>
                <a:schemeClr val="tx2"/>
              </a:solidFill>
            </a:endParaRPr>
          </a:p>
        </p:txBody>
      </p:sp>
      <p:pic>
        <p:nvPicPr>
          <p:cNvPr id="18" name="Picture 17">
            <a:extLst>
              <a:ext uri="{FF2B5EF4-FFF2-40B4-BE49-F238E27FC236}">
                <a16:creationId xmlns:a16="http://schemas.microsoft.com/office/drawing/2014/main" id="{89826B88-ADCA-2468-7EB4-4631DC4BF378}"/>
              </a:ext>
            </a:extLst>
          </p:cNvPr>
          <p:cNvPicPr>
            <a:picLocks noChangeAspect="1"/>
          </p:cNvPicPr>
          <p:nvPr/>
        </p:nvPicPr>
        <p:blipFill rotWithShape="1">
          <a:blip r:embed="rId6"/>
          <a:srcRect l="65492" b="79588"/>
          <a:stretch/>
        </p:blipFill>
        <p:spPr>
          <a:xfrm>
            <a:off x="7860774" y="540528"/>
            <a:ext cx="3782608" cy="1299159"/>
          </a:xfrm>
          <a:prstGeom prst="rect">
            <a:avLst/>
          </a:prstGeom>
        </p:spPr>
      </p:pic>
      <p:pic>
        <p:nvPicPr>
          <p:cNvPr id="13" name="Picture 12">
            <a:extLst>
              <a:ext uri="{FF2B5EF4-FFF2-40B4-BE49-F238E27FC236}">
                <a16:creationId xmlns:a16="http://schemas.microsoft.com/office/drawing/2014/main" id="{563B86B7-5B5C-2628-E62A-A9A1A97847A6}"/>
              </a:ext>
            </a:extLst>
          </p:cNvPr>
          <p:cNvPicPr>
            <a:picLocks noChangeAspect="1"/>
          </p:cNvPicPr>
          <p:nvPr/>
        </p:nvPicPr>
        <p:blipFill rotWithShape="1">
          <a:blip r:embed="rId7"/>
          <a:srcRect l="2779" t="37873" r="69067" b="50047"/>
          <a:stretch/>
        </p:blipFill>
        <p:spPr>
          <a:xfrm>
            <a:off x="314247" y="2069476"/>
            <a:ext cx="3086078" cy="768920"/>
          </a:xfrm>
          <a:prstGeom prst="rect">
            <a:avLst/>
          </a:prstGeom>
        </p:spPr>
      </p:pic>
      <p:cxnSp>
        <p:nvCxnSpPr>
          <p:cNvPr id="20" name="Straight Arrow Connector 19">
            <a:extLst>
              <a:ext uri="{FF2B5EF4-FFF2-40B4-BE49-F238E27FC236}">
                <a16:creationId xmlns:a16="http://schemas.microsoft.com/office/drawing/2014/main" id="{5404C5CE-663D-8B3D-0956-FFCA712C0647}"/>
              </a:ext>
            </a:extLst>
          </p:cNvPr>
          <p:cNvCxnSpPr/>
          <p:nvPr/>
        </p:nvCxnSpPr>
        <p:spPr>
          <a:xfrm>
            <a:off x="1827056" y="2928257"/>
            <a:ext cx="0" cy="6858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22" name="Picture 21">
            <a:extLst>
              <a:ext uri="{FF2B5EF4-FFF2-40B4-BE49-F238E27FC236}">
                <a16:creationId xmlns:a16="http://schemas.microsoft.com/office/drawing/2014/main" id="{FD0A2642-3DA9-8233-D148-E8A2122EC9EA}"/>
              </a:ext>
            </a:extLst>
          </p:cNvPr>
          <p:cNvPicPr>
            <a:picLocks noChangeAspect="1"/>
          </p:cNvPicPr>
          <p:nvPr/>
        </p:nvPicPr>
        <p:blipFill rotWithShape="1">
          <a:blip r:embed="rId7"/>
          <a:srcRect l="2779" t="37873" r="69067" b="50047"/>
          <a:stretch/>
        </p:blipFill>
        <p:spPr>
          <a:xfrm>
            <a:off x="7978207" y="2047545"/>
            <a:ext cx="3086078" cy="768920"/>
          </a:xfrm>
          <a:prstGeom prst="rect">
            <a:avLst/>
          </a:prstGeom>
        </p:spPr>
      </p:pic>
      <p:sp>
        <p:nvSpPr>
          <p:cNvPr id="35" name="Sun 34">
            <a:extLst>
              <a:ext uri="{FF2B5EF4-FFF2-40B4-BE49-F238E27FC236}">
                <a16:creationId xmlns:a16="http://schemas.microsoft.com/office/drawing/2014/main" id="{BC62629D-46DF-146B-F9B7-8CEF8D8F56B2}"/>
              </a:ext>
            </a:extLst>
          </p:cNvPr>
          <p:cNvSpPr/>
          <p:nvPr/>
        </p:nvSpPr>
        <p:spPr>
          <a:xfrm>
            <a:off x="8711594" y="3216405"/>
            <a:ext cx="424647" cy="364831"/>
          </a:xfrm>
          <a:prstGeom prst="sun">
            <a:avLst/>
          </a:prstGeom>
          <a:solidFill>
            <a:srgbClr val="FFC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ln>
                <a:solidFill>
                  <a:srgbClr val="FFFF00"/>
                </a:solidFill>
              </a:ln>
              <a:solidFill>
                <a:srgbClr val="FFFF00"/>
              </a:solidFill>
            </a:endParaRPr>
          </a:p>
        </p:txBody>
      </p:sp>
      <p:pic>
        <p:nvPicPr>
          <p:cNvPr id="25" name="Picture 24">
            <a:extLst>
              <a:ext uri="{FF2B5EF4-FFF2-40B4-BE49-F238E27FC236}">
                <a16:creationId xmlns:a16="http://schemas.microsoft.com/office/drawing/2014/main" id="{2DEBC2A5-3F51-834D-27BC-6C8AB7B21C62}"/>
              </a:ext>
            </a:extLst>
          </p:cNvPr>
          <p:cNvPicPr>
            <a:picLocks noChangeAspect="1"/>
          </p:cNvPicPr>
          <p:nvPr/>
        </p:nvPicPr>
        <p:blipFill rotWithShape="1">
          <a:blip r:embed="rId7"/>
          <a:srcRect l="2779" t="37873" r="69067" b="50047"/>
          <a:stretch/>
        </p:blipFill>
        <p:spPr>
          <a:xfrm>
            <a:off x="4142469" y="2069476"/>
            <a:ext cx="3086078" cy="768920"/>
          </a:xfrm>
          <a:prstGeom prst="rect">
            <a:avLst/>
          </a:prstGeom>
        </p:spPr>
      </p:pic>
      <p:sp>
        <p:nvSpPr>
          <p:cNvPr id="28" name="Sun 27">
            <a:extLst>
              <a:ext uri="{FF2B5EF4-FFF2-40B4-BE49-F238E27FC236}">
                <a16:creationId xmlns:a16="http://schemas.microsoft.com/office/drawing/2014/main" id="{E2A3EBF7-E6E6-2859-815F-732C6CD2B2A9}"/>
              </a:ext>
            </a:extLst>
          </p:cNvPr>
          <p:cNvSpPr/>
          <p:nvPr/>
        </p:nvSpPr>
        <p:spPr>
          <a:xfrm>
            <a:off x="2166101" y="3216409"/>
            <a:ext cx="424647" cy="364831"/>
          </a:xfrm>
          <a:prstGeom prst="sun">
            <a:avLst/>
          </a:prstGeom>
          <a:solidFill>
            <a:srgbClr val="FFC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ln>
                <a:solidFill>
                  <a:srgbClr val="FFFF00"/>
                </a:solidFill>
              </a:ln>
              <a:solidFill>
                <a:srgbClr val="FFFF00"/>
              </a:solidFill>
            </a:endParaRPr>
          </a:p>
        </p:txBody>
      </p:sp>
      <p:sp>
        <p:nvSpPr>
          <p:cNvPr id="29" name="Sun 28">
            <a:extLst>
              <a:ext uri="{FF2B5EF4-FFF2-40B4-BE49-F238E27FC236}">
                <a16:creationId xmlns:a16="http://schemas.microsoft.com/office/drawing/2014/main" id="{C4E4EFC6-C231-0C41-C597-C31A58DD30E8}"/>
              </a:ext>
            </a:extLst>
          </p:cNvPr>
          <p:cNvSpPr/>
          <p:nvPr/>
        </p:nvSpPr>
        <p:spPr>
          <a:xfrm>
            <a:off x="3253966" y="3216408"/>
            <a:ext cx="424647" cy="364831"/>
          </a:xfrm>
          <a:prstGeom prst="sun">
            <a:avLst/>
          </a:prstGeom>
          <a:solidFill>
            <a:srgbClr val="FFC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ln>
                <a:solidFill>
                  <a:srgbClr val="FFFF00"/>
                </a:solidFill>
              </a:ln>
              <a:solidFill>
                <a:srgbClr val="FFFF00"/>
              </a:solidFill>
            </a:endParaRPr>
          </a:p>
        </p:txBody>
      </p:sp>
      <p:cxnSp>
        <p:nvCxnSpPr>
          <p:cNvPr id="24" name="Straight Arrow Connector 23">
            <a:extLst>
              <a:ext uri="{FF2B5EF4-FFF2-40B4-BE49-F238E27FC236}">
                <a16:creationId xmlns:a16="http://schemas.microsoft.com/office/drawing/2014/main" id="{FE4C4902-4D16-C00E-61B0-0E9AA03602EA}"/>
              </a:ext>
            </a:extLst>
          </p:cNvPr>
          <p:cNvCxnSpPr/>
          <p:nvPr/>
        </p:nvCxnSpPr>
        <p:spPr>
          <a:xfrm>
            <a:off x="9481872" y="2906326"/>
            <a:ext cx="0" cy="6858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0" name="Sun 29">
            <a:extLst>
              <a:ext uri="{FF2B5EF4-FFF2-40B4-BE49-F238E27FC236}">
                <a16:creationId xmlns:a16="http://schemas.microsoft.com/office/drawing/2014/main" id="{57F7C977-473C-E586-6264-69D32247A40E}"/>
              </a:ext>
            </a:extLst>
          </p:cNvPr>
          <p:cNvSpPr/>
          <p:nvPr/>
        </p:nvSpPr>
        <p:spPr>
          <a:xfrm>
            <a:off x="5427867" y="3216406"/>
            <a:ext cx="424647" cy="364831"/>
          </a:xfrm>
          <a:prstGeom prst="sun">
            <a:avLst/>
          </a:prstGeom>
          <a:solidFill>
            <a:srgbClr val="FFC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ln>
                <a:solidFill>
                  <a:srgbClr val="FFFF00"/>
                </a:solidFill>
              </a:ln>
              <a:solidFill>
                <a:srgbClr val="FFFF00"/>
              </a:solidFill>
            </a:endParaRPr>
          </a:p>
        </p:txBody>
      </p:sp>
      <p:sp>
        <p:nvSpPr>
          <p:cNvPr id="31" name="Sun 30">
            <a:extLst>
              <a:ext uri="{FF2B5EF4-FFF2-40B4-BE49-F238E27FC236}">
                <a16:creationId xmlns:a16="http://schemas.microsoft.com/office/drawing/2014/main" id="{EA12846E-3C67-92CC-D928-8C6602281522}"/>
              </a:ext>
            </a:extLst>
          </p:cNvPr>
          <p:cNvSpPr/>
          <p:nvPr/>
        </p:nvSpPr>
        <p:spPr>
          <a:xfrm>
            <a:off x="4344839" y="3216407"/>
            <a:ext cx="424647" cy="364831"/>
          </a:xfrm>
          <a:prstGeom prst="sun">
            <a:avLst/>
          </a:prstGeom>
          <a:solidFill>
            <a:srgbClr val="FFC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ln>
                <a:solidFill>
                  <a:srgbClr val="FFFF00"/>
                </a:solidFill>
              </a:ln>
              <a:solidFill>
                <a:srgbClr val="FFFF00"/>
              </a:solidFill>
            </a:endParaRPr>
          </a:p>
        </p:txBody>
      </p:sp>
      <p:sp>
        <p:nvSpPr>
          <p:cNvPr id="32" name="Sun 31">
            <a:extLst>
              <a:ext uri="{FF2B5EF4-FFF2-40B4-BE49-F238E27FC236}">
                <a16:creationId xmlns:a16="http://schemas.microsoft.com/office/drawing/2014/main" id="{E90E63D4-C86F-C86E-8BE5-993BCC6A829E}"/>
              </a:ext>
            </a:extLst>
          </p:cNvPr>
          <p:cNvSpPr/>
          <p:nvPr/>
        </p:nvSpPr>
        <p:spPr>
          <a:xfrm>
            <a:off x="6531660" y="3227295"/>
            <a:ext cx="424647" cy="364831"/>
          </a:xfrm>
          <a:prstGeom prst="sun">
            <a:avLst/>
          </a:prstGeom>
          <a:solidFill>
            <a:srgbClr val="FFC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ln>
                <a:solidFill>
                  <a:srgbClr val="FFFF00"/>
                </a:solidFill>
              </a:ln>
              <a:solidFill>
                <a:srgbClr val="FFFF00"/>
              </a:solidFill>
            </a:endParaRPr>
          </a:p>
        </p:txBody>
      </p:sp>
      <p:sp>
        <p:nvSpPr>
          <p:cNvPr id="34" name="Sun 33">
            <a:extLst>
              <a:ext uri="{FF2B5EF4-FFF2-40B4-BE49-F238E27FC236}">
                <a16:creationId xmlns:a16="http://schemas.microsoft.com/office/drawing/2014/main" id="{3C83694C-69E0-7EA9-F64A-0DBB6F04FA25}"/>
              </a:ext>
            </a:extLst>
          </p:cNvPr>
          <p:cNvSpPr/>
          <p:nvPr/>
        </p:nvSpPr>
        <p:spPr>
          <a:xfrm>
            <a:off x="7630528" y="3216405"/>
            <a:ext cx="424647" cy="364831"/>
          </a:xfrm>
          <a:prstGeom prst="sun">
            <a:avLst/>
          </a:prstGeom>
          <a:solidFill>
            <a:srgbClr val="FFC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ln>
                <a:solidFill>
                  <a:srgbClr val="FFFF00"/>
                </a:solidFill>
              </a:ln>
              <a:solidFill>
                <a:srgbClr val="FFFF00"/>
              </a:solidFill>
            </a:endParaRPr>
          </a:p>
        </p:txBody>
      </p:sp>
      <p:cxnSp>
        <p:nvCxnSpPr>
          <p:cNvPr id="27" name="Straight Arrow Connector 26">
            <a:extLst>
              <a:ext uri="{FF2B5EF4-FFF2-40B4-BE49-F238E27FC236}">
                <a16:creationId xmlns:a16="http://schemas.microsoft.com/office/drawing/2014/main" id="{12C7D8BD-370B-58BC-66BF-2019E8F2C3EF}"/>
              </a:ext>
            </a:extLst>
          </p:cNvPr>
          <p:cNvCxnSpPr/>
          <p:nvPr/>
        </p:nvCxnSpPr>
        <p:spPr>
          <a:xfrm>
            <a:off x="5646134" y="2928257"/>
            <a:ext cx="0" cy="6858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2" name="Picture 1">
            <a:extLst>
              <a:ext uri="{FF2B5EF4-FFF2-40B4-BE49-F238E27FC236}">
                <a16:creationId xmlns:a16="http://schemas.microsoft.com/office/drawing/2014/main" id="{E7696E36-26F6-95E8-E3B1-FFEC94BA11A1}"/>
              </a:ext>
            </a:extLst>
          </p:cNvPr>
          <p:cNvPicPr>
            <a:picLocks noChangeAspect="1"/>
          </p:cNvPicPr>
          <p:nvPr/>
        </p:nvPicPr>
        <p:blipFill>
          <a:blip r:embed="rId8"/>
          <a:stretch>
            <a:fillRect/>
          </a:stretch>
        </p:blipFill>
        <p:spPr>
          <a:xfrm>
            <a:off x="4575591" y="4157073"/>
            <a:ext cx="2145978" cy="682811"/>
          </a:xfrm>
          <a:prstGeom prst="rect">
            <a:avLst/>
          </a:prstGeom>
        </p:spPr>
      </p:pic>
    </p:spTree>
    <p:extLst>
      <p:ext uri="{BB962C8B-B14F-4D97-AF65-F5344CB8AC3E}">
        <p14:creationId xmlns:p14="http://schemas.microsoft.com/office/powerpoint/2010/main" val="1094659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fill="hold"/>
                                        <p:tgtEl>
                                          <p:spTgt spid="13"/>
                                        </p:tgtEl>
                                        <p:attrNameLst>
                                          <p:attrName>ppt_x</p:attrName>
                                        </p:attrNameLst>
                                      </p:cBhvr>
                                      <p:tavLst>
                                        <p:tav tm="0">
                                          <p:val>
                                            <p:strVal val="#ppt_x"/>
                                          </p:val>
                                        </p:tav>
                                        <p:tav tm="100000">
                                          <p:val>
                                            <p:strVal val="#ppt_x"/>
                                          </p:val>
                                        </p:tav>
                                      </p:tavLst>
                                    </p:anim>
                                    <p:anim calcmode="lin" valueType="num">
                                      <p:cBhvr additive="base">
                                        <p:cTn id="13" dur="500" fill="hold"/>
                                        <p:tgtEl>
                                          <p:spTgt spid="13"/>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 calcmode="lin" valueType="num">
                                      <p:cBhvr additive="base">
                                        <p:cTn id="16" dur="500" fill="hold"/>
                                        <p:tgtEl>
                                          <p:spTgt spid="20"/>
                                        </p:tgtEl>
                                        <p:attrNameLst>
                                          <p:attrName>ppt_x</p:attrName>
                                        </p:attrNameLst>
                                      </p:cBhvr>
                                      <p:tavLst>
                                        <p:tav tm="0">
                                          <p:val>
                                            <p:strVal val="#ppt_x"/>
                                          </p:val>
                                        </p:tav>
                                        <p:tav tm="100000">
                                          <p:val>
                                            <p:strVal val="#ppt_x"/>
                                          </p:val>
                                        </p:tav>
                                      </p:tavLst>
                                    </p:anim>
                                    <p:anim calcmode="lin" valueType="num">
                                      <p:cBhvr additive="base">
                                        <p:cTn id="17" dur="500" fill="hold"/>
                                        <p:tgtEl>
                                          <p:spTgt spid="20"/>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22"/>
                                        </p:tgtEl>
                                        <p:attrNameLst>
                                          <p:attrName>style.visibility</p:attrName>
                                        </p:attrNameLst>
                                      </p:cBhvr>
                                      <p:to>
                                        <p:strVal val="visible"/>
                                      </p:to>
                                    </p:set>
                                    <p:anim calcmode="lin" valueType="num">
                                      <p:cBhvr additive="base">
                                        <p:cTn id="20" dur="500" fill="hold"/>
                                        <p:tgtEl>
                                          <p:spTgt spid="22"/>
                                        </p:tgtEl>
                                        <p:attrNameLst>
                                          <p:attrName>ppt_x</p:attrName>
                                        </p:attrNameLst>
                                      </p:cBhvr>
                                      <p:tavLst>
                                        <p:tav tm="0">
                                          <p:val>
                                            <p:strVal val="#ppt_x"/>
                                          </p:val>
                                        </p:tav>
                                        <p:tav tm="100000">
                                          <p:val>
                                            <p:strVal val="#ppt_x"/>
                                          </p:val>
                                        </p:tav>
                                      </p:tavLst>
                                    </p:anim>
                                    <p:anim calcmode="lin" valueType="num">
                                      <p:cBhvr additive="base">
                                        <p:cTn id="21" dur="500" fill="hold"/>
                                        <p:tgtEl>
                                          <p:spTgt spid="22"/>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24"/>
                                        </p:tgtEl>
                                        <p:attrNameLst>
                                          <p:attrName>style.visibility</p:attrName>
                                        </p:attrNameLst>
                                      </p:cBhvr>
                                      <p:to>
                                        <p:strVal val="visible"/>
                                      </p:to>
                                    </p:set>
                                    <p:anim calcmode="lin" valueType="num">
                                      <p:cBhvr additive="base">
                                        <p:cTn id="24" dur="500" fill="hold"/>
                                        <p:tgtEl>
                                          <p:spTgt spid="24"/>
                                        </p:tgtEl>
                                        <p:attrNameLst>
                                          <p:attrName>ppt_x</p:attrName>
                                        </p:attrNameLst>
                                      </p:cBhvr>
                                      <p:tavLst>
                                        <p:tav tm="0">
                                          <p:val>
                                            <p:strVal val="#ppt_x"/>
                                          </p:val>
                                        </p:tav>
                                        <p:tav tm="100000">
                                          <p:val>
                                            <p:strVal val="#ppt_x"/>
                                          </p:val>
                                        </p:tav>
                                      </p:tavLst>
                                    </p:anim>
                                    <p:anim calcmode="lin" valueType="num">
                                      <p:cBhvr additive="base">
                                        <p:cTn id="25" dur="500" fill="hold"/>
                                        <p:tgtEl>
                                          <p:spTgt spid="24"/>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25"/>
                                        </p:tgtEl>
                                        <p:attrNameLst>
                                          <p:attrName>style.visibility</p:attrName>
                                        </p:attrNameLst>
                                      </p:cBhvr>
                                      <p:to>
                                        <p:strVal val="visible"/>
                                      </p:to>
                                    </p:set>
                                    <p:anim calcmode="lin" valueType="num">
                                      <p:cBhvr additive="base">
                                        <p:cTn id="28" dur="500" fill="hold"/>
                                        <p:tgtEl>
                                          <p:spTgt spid="25"/>
                                        </p:tgtEl>
                                        <p:attrNameLst>
                                          <p:attrName>ppt_x</p:attrName>
                                        </p:attrNameLst>
                                      </p:cBhvr>
                                      <p:tavLst>
                                        <p:tav tm="0">
                                          <p:val>
                                            <p:strVal val="#ppt_x"/>
                                          </p:val>
                                        </p:tav>
                                        <p:tav tm="100000">
                                          <p:val>
                                            <p:strVal val="#ppt_x"/>
                                          </p:val>
                                        </p:tav>
                                      </p:tavLst>
                                    </p:anim>
                                    <p:anim calcmode="lin" valueType="num">
                                      <p:cBhvr additive="base">
                                        <p:cTn id="29" dur="500" fill="hold"/>
                                        <p:tgtEl>
                                          <p:spTgt spid="25"/>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additive="base">
                                        <p:cTn id="32" dur="500" fill="hold"/>
                                        <p:tgtEl>
                                          <p:spTgt spid="27"/>
                                        </p:tgtEl>
                                        <p:attrNameLst>
                                          <p:attrName>ppt_x</p:attrName>
                                        </p:attrNameLst>
                                      </p:cBhvr>
                                      <p:tavLst>
                                        <p:tav tm="0">
                                          <p:val>
                                            <p:strVal val="#ppt_x"/>
                                          </p:val>
                                        </p:tav>
                                        <p:tav tm="100000">
                                          <p:val>
                                            <p:strVal val="#ppt_x"/>
                                          </p:val>
                                        </p:tav>
                                      </p:tavLst>
                                    </p:anim>
                                    <p:anim calcmode="lin" valueType="num">
                                      <p:cBhvr additive="base">
                                        <p:cTn id="33"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35"/>
                                        </p:tgtEl>
                                        <p:attrNameLst>
                                          <p:attrName>style.visibility</p:attrName>
                                        </p:attrNameLst>
                                      </p:cBhvr>
                                      <p:to>
                                        <p:strVal val="visible"/>
                                      </p:to>
                                    </p:set>
                                    <p:anim calcmode="lin" valueType="num">
                                      <p:cBhvr additive="base">
                                        <p:cTn id="38" dur="500" fill="hold"/>
                                        <p:tgtEl>
                                          <p:spTgt spid="35"/>
                                        </p:tgtEl>
                                        <p:attrNameLst>
                                          <p:attrName>ppt_x</p:attrName>
                                        </p:attrNameLst>
                                      </p:cBhvr>
                                      <p:tavLst>
                                        <p:tav tm="0">
                                          <p:val>
                                            <p:strVal val="#ppt_x"/>
                                          </p:val>
                                        </p:tav>
                                        <p:tav tm="100000">
                                          <p:val>
                                            <p:strVal val="#ppt_x"/>
                                          </p:val>
                                        </p:tav>
                                      </p:tavLst>
                                    </p:anim>
                                    <p:anim calcmode="lin" valueType="num">
                                      <p:cBhvr additive="base">
                                        <p:cTn id="39" dur="500" fill="hold"/>
                                        <p:tgtEl>
                                          <p:spTgt spid="35"/>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34"/>
                                        </p:tgtEl>
                                        <p:attrNameLst>
                                          <p:attrName>style.visibility</p:attrName>
                                        </p:attrNameLst>
                                      </p:cBhvr>
                                      <p:to>
                                        <p:strVal val="visible"/>
                                      </p:to>
                                    </p:set>
                                    <p:anim calcmode="lin" valueType="num">
                                      <p:cBhvr additive="base">
                                        <p:cTn id="42" dur="500" fill="hold"/>
                                        <p:tgtEl>
                                          <p:spTgt spid="34"/>
                                        </p:tgtEl>
                                        <p:attrNameLst>
                                          <p:attrName>ppt_x</p:attrName>
                                        </p:attrNameLst>
                                      </p:cBhvr>
                                      <p:tavLst>
                                        <p:tav tm="0">
                                          <p:val>
                                            <p:strVal val="#ppt_x"/>
                                          </p:val>
                                        </p:tav>
                                        <p:tav tm="100000">
                                          <p:val>
                                            <p:strVal val="#ppt_x"/>
                                          </p:val>
                                        </p:tav>
                                      </p:tavLst>
                                    </p:anim>
                                    <p:anim calcmode="lin" valueType="num">
                                      <p:cBhvr additive="base">
                                        <p:cTn id="43" dur="500" fill="hold"/>
                                        <p:tgtEl>
                                          <p:spTgt spid="34"/>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 calcmode="lin" valueType="num">
                                      <p:cBhvr additive="base">
                                        <p:cTn id="46" dur="500" fill="hold"/>
                                        <p:tgtEl>
                                          <p:spTgt spid="32"/>
                                        </p:tgtEl>
                                        <p:attrNameLst>
                                          <p:attrName>ppt_x</p:attrName>
                                        </p:attrNameLst>
                                      </p:cBhvr>
                                      <p:tavLst>
                                        <p:tav tm="0">
                                          <p:val>
                                            <p:strVal val="#ppt_x"/>
                                          </p:val>
                                        </p:tav>
                                        <p:tav tm="100000">
                                          <p:val>
                                            <p:strVal val="#ppt_x"/>
                                          </p:val>
                                        </p:tav>
                                      </p:tavLst>
                                    </p:anim>
                                    <p:anim calcmode="lin" valueType="num">
                                      <p:cBhvr additive="base">
                                        <p:cTn id="47" dur="500" fill="hold"/>
                                        <p:tgtEl>
                                          <p:spTgt spid="32"/>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30"/>
                                        </p:tgtEl>
                                        <p:attrNameLst>
                                          <p:attrName>style.visibility</p:attrName>
                                        </p:attrNameLst>
                                      </p:cBhvr>
                                      <p:to>
                                        <p:strVal val="visible"/>
                                      </p:to>
                                    </p:set>
                                    <p:anim calcmode="lin" valueType="num">
                                      <p:cBhvr additive="base">
                                        <p:cTn id="50" dur="500" fill="hold"/>
                                        <p:tgtEl>
                                          <p:spTgt spid="30"/>
                                        </p:tgtEl>
                                        <p:attrNameLst>
                                          <p:attrName>ppt_x</p:attrName>
                                        </p:attrNameLst>
                                      </p:cBhvr>
                                      <p:tavLst>
                                        <p:tav tm="0">
                                          <p:val>
                                            <p:strVal val="#ppt_x"/>
                                          </p:val>
                                        </p:tav>
                                        <p:tav tm="100000">
                                          <p:val>
                                            <p:strVal val="#ppt_x"/>
                                          </p:val>
                                        </p:tav>
                                      </p:tavLst>
                                    </p:anim>
                                    <p:anim calcmode="lin" valueType="num">
                                      <p:cBhvr additive="base">
                                        <p:cTn id="51" dur="500" fill="hold"/>
                                        <p:tgtEl>
                                          <p:spTgt spid="30"/>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31"/>
                                        </p:tgtEl>
                                        <p:attrNameLst>
                                          <p:attrName>style.visibility</p:attrName>
                                        </p:attrNameLst>
                                      </p:cBhvr>
                                      <p:to>
                                        <p:strVal val="visible"/>
                                      </p:to>
                                    </p:set>
                                    <p:anim calcmode="lin" valueType="num">
                                      <p:cBhvr additive="base">
                                        <p:cTn id="54" dur="500" fill="hold"/>
                                        <p:tgtEl>
                                          <p:spTgt spid="31"/>
                                        </p:tgtEl>
                                        <p:attrNameLst>
                                          <p:attrName>ppt_x</p:attrName>
                                        </p:attrNameLst>
                                      </p:cBhvr>
                                      <p:tavLst>
                                        <p:tav tm="0">
                                          <p:val>
                                            <p:strVal val="#ppt_x"/>
                                          </p:val>
                                        </p:tav>
                                        <p:tav tm="100000">
                                          <p:val>
                                            <p:strVal val="#ppt_x"/>
                                          </p:val>
                                        </p:tav>
                                      </p:tavLst>
                                    </p:anim>
                                    <p:anim calcmode="lin" valueType="num">
                                      <p:cBhvr additive="base">
                                        <p:cTn id="55" dur="500" fill="hold"/>
                                        <p:tgtEl>
                                          <p:spTgt spid="31"/>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29"/>
                                        </p:tgtEl>
                                        <p:attrNameLst>
                                          <p:attrName>style.visibility</p:attrName>
                                        </p:attrNameLst>
                                      </p:cBhvr>
                                      <p:to>
                                        <p:strVal val="visible"/>
                                      </p:to>
                                    </p:set>
                                    <p:anim calcmode="lin" valueType="num">
                                      <p:cBhvr additive="base">
                                        <p:cTn id="58" dur="500" fill="hold"/>
                                        <p:tgtEl>
                                          <p:spTgt spid="29"/>
                                        </p:tgtEl>
                                        <p:attrNameLst>
                                          <p:attrName>ppt_x</p:attrName>
                                        </p:attrNameLst>
                                      </p:cBhvr>
                                      <p:tavLst>
                                        <p:tav tm="0">
                                          <p:val>
                                            <p:strVal val="#ppt_x"/>
                                          </p:val>
                                        </p:tav>
                                        <p:tav tm="100000">
                                          <p:val>
                                            <p:strVal val="#ppt_x"/>
                                          </p:val>
                                        </p:tav>
                                      </p:tavLst>
                                    </p:anim>
                                    <p:anim calcmode="lin" valueType="num">
                                      <p:cBhvr additive="base">
                                        <p:cTn id="59" dur="500" fill="hold"/>
                                        <p:tgtEl>
                                          <p:spTgt spid="29"/>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 calcmode="lin" valueType="num">
                                      <p:cBhvr additive="base">
                                        <p:cTn id="62" dur="500" fill="hold"/>
                                        <p:tgtEl>
                                          <p:spTgt spid="28"/>
                                        </p:tgtEl>
                                        <p:attrNameLst>
                                          <p:attrName>ppt_x</p:attrName>
                                        </p:attrNameLst>
                                      </p:cBhvr>
                                      <p:tavLst>
                                        <p:tav tm="0">
                                          <p:val>
                                            <p:strVal val="#ppt_x"/>
                                          </p:val>
                                        </p:tav>
                                        <p:tav tm="100000">
                                          <p:val>
                                            <p:strVal val="#ppt_x"/>
                                          </p:val>
                                        </p:tav>
                                      </p:tavLst>
                                    </p:anim>
                                    <p:anim calcmode="lin" valueType="num">
                                      <p:cBhvr additive="base">
                                        <p:cTn id="63"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28" grpId="0" animBg="1"/>
      <p:bldP spid="29" grpId="0" animBg="1"/>
      <p:bldP spid="30" grpId="0" animBg="1"/>
      <p:bldP spid="31" grpId="0" animBg="1"/>
      <p:bldP spid="32" grpId="0" animBg="1"/>
      <p:bldP spid="3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7AAB640-468A-9A7F-3B21-574074BA8E14}"/>
              </a:ext>
            </a:extLst>
          </p:cNvPr>
          <p:cNvSpPr txBox="1"/>
          <p:nvPr/>
        </p:nvSpPr>
        <p:spPr>
          <a:xfrm>
            <a:off x="495945" y="985392"/>
            <a:ext cx="11200110" cy="5072864"/>
          </a:xfrm>
          <a:prstGeom prst="rect">
            <a:avLst/>
          </a:prstGeom>
          <a:noFill/>
        </p:spPr>
        <p:txBody>
          <a:bodyPr wrap="square">
            <a:spAutoFit/>
          </a:bodyPr>
          <a:lstStyle/>
          <a:p>
            <a:pPr>
              <a:lnSpc>
                <a:spcPct val="150000"/>
              </a:lnSpc>
            </a:pPr>
            <a:r>
              <a:rPr lang="en-US" sz="3200" b="1" dirty="0">
                <a:solidFill>
                  <a:schemeClr val="tx2"/>
                </a:solidFill>
              </a:rPr>
              <a:t>Baseline circadian assessment</a:t>
            </a:r>
          </a:p>
          <a:p>
            <a:pPr>
              <a:lnSpc>
                <a:spcPct val="150000"/>
              </a:lnSpc>
            </a:pPr>
            <a:endParaRPr lang="en-US" sz="2400" dirty="0"/>
          </a:p>
          <a:p>
            <a:pPr marL="285750" indent="-285750">
              <a:lnSpc>
                <a:spcPct val="150000"/>
              </a:lnSpc>
              <a:buFont typeface="Arial" panose="020B0604020202020204" pitchFamily="34" charset="0"/>
              <a:buChar char="•"/>
            </a:pPr>
            <a:r>
              <a:rPr lang="en-US" sz="2400" dirty="0"/>
              <a:t>Standard demographics </a:t>
            </a:r>
          </a:p>
          <a:p>
            <a:pPr marL="285750" indent="-285750">
              <a:lnSpc>
                <a:spcPct val="150000"/>
              </a:lnSpc>
              <a:buFont typeface="Arial" panose="020B0604020202020204" pitchFamily="34" charset="0"/>
              <a:buChar char="•"/>
            </a:pPr>
            <a:r>
              <a:rPr lang="en-US" sz="2400" dirty="0" err="1"/>
              <a:t>Charlson</a:t>
            </a:r>
            <a:r>
              <a:rPr lang="en-US" sz="2400" dirty="0"/>
              <a:t> co-morbidity index</a:t>
            </a:r>
          </a:p>
          <a:p>
            <a:pPr marL="285750" indent="-285750">
              <a:lnSpc>
                <a:spcPct val="150000"/>
              </a:lnSpc>
              <a:buFont typeface="Arial" panose="020B0604020202020204" pitchFamily="34" charset="0"/>
              <a:buChar char="•"/>
            </a:pPr>
            <a:r>
              <a:rPr lang="en-US" sz="2400" dirty="0"/>
              <a:t>Habitual meal timing</a:t>
            </a:r>
          </a:p>
          <a:p>
            <a:pPr marL="285750" indent="-285750">
              <a:lnSpc>
                <a:spcPct val="150000"/>
              </a:lnSpc>
              <a:buFont typeface="Arial" panose="020B0604020202020204" pitchFamily="34" charset="0"/>
              <a:buChar char="•"/>
            </a:pPr>
            <a:r>
              <a:rPr lang="en-US" sz="2400" dirty="0"/>
              <a:t>Pittsburgh Sleep Quality Index (PSQI)</a:t>
            </a:r>
          </a:p>
          <a:p>
            <a:pPr marL="285750" indent="-285750">
              <a:lnSpc>
                <a:spcPct val="150000"/>
              </a:lnSpc>
              <a:buFont typeface="Arial" panose="020B0604020202020204" pitchFamily="34" charset="0"/>
              <a:buChar char="•"/>
            </a:pPr>
            <a:r>
              <a:rPr lang="en-US" sz="2400" dirty="0" err="1"/>
              <a:t>microMCTQ</a:t>
            </a:r>
            <a:r>
              <a:rPr lang="en-US" sz="2400" dirty="0"/>
              <a:t> questionnaire</a:t>
            </a:r>
          </a:p>
          <a:p>
            <a:pPr marL="285750" indent="-285750">
              <a:lnSpc>
                <a:spcPct val="150000"/>
              </a:lnSpc>
              <a:buFont typeface="Arial" panose="020B0604020202020204" pitchFamily="34" charset="0"/>
              <a:buChar char="•"/>
            </a:pPr>
            <a:r>
              <a:rPr lang="en-US" sz="2400" dirty="0"/>
              <a:t>The self-</a:t>
            </a:r>
            <a:r>
              <a:rPr lang="en-US" sz="2400" dirty="0" err="1"/>
              <a:t>morningness</a:t>
            </a:r>
            <a:r>
              <a:rPr lang="en-US" sz="2400" dirty="0"/>
              <a:t>/</a:t>
            </a:r>
            <a:r>
              <a:rPr lang="en-US" sz="2400" dirty="0" err="1"/>
              <a:t>eveningness</a:t>
            </a:r>
            <a:r>
              <a:rPr lang="en-US" sz="2400" dirty="0"/>
              <a:t> (Self-ME)</a:t>
            </a:r>
          </a:p>
          <a:p>
            <a:pPr>
              <a:lnSpc>
                <a:spcPct val="150000"/>
              </a:lnSpc>
            </a:pPr>
            <a:endParaRPr lang="en-US" dirty="0"/>
          </a:p>
        </p:txBody>
      </p:sp>
      <p:pic>
        <p:nvPicPr>
          <p:cNvPr id="7" name="Afbeelding 2">
            <a:extLst>
              <a:ext uri="{FF2B5EF4-FFF2-40B4-BE49-F238E27FC236}">
                <a16:creationId xmlns:a16="http://schemas.microsoft.com/office/drawing/2014/main" id="{C2CA61B1-71CA-EA66-3CB1-642E45EBD716}"/>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32724" y="6140683"/>
            <a:ext cx="421317" cy="486136"/>
          </a:xfrm>
          <a:prstGeom prst="rect">
            <a:avLst/>
          </a:prstGeom>
        </p:spPr>
      </p:pic>
      <p:cxnSp>
        <p:nvCxnSpPr>
          <p:cNvPr id="8" name="Rechte verbindingslijn 4">
            <a:extLst>
              <a:ext uri="{FF2B5EF4-FFF2-40B4-BE49-F238E27FC236}">
                <a16:creationId xmlns:a16="http://schemas.microsoft.com/office/drawing/2014/main" id="{426FB8F2-7F08-0126-06C6-EA894C1D9097}"/>
              </a:ext>
            </a:extLst>
          </p:cNvPr>
          <p:cNvCxnSpPr>
            <a:cxnSpLocks/>
          </p:cNvCxnSpPr>
          <p:nvPr/>
        </p:nvCxnSpPr>
        <p:spPr>
          <a:xfrm flipV="1">
            <a:off x="-1" y="6596338"/>
            <a:ext cx="11659624" cy="3049"/>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4132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3">
            <a:extLst>
              <a:ext uri="{FF2B5EF4-FFF2-40B4-BE49-F238E27FC236}">
                <a16:creationId xmlns:a16="http://schemas.microsoft.com/office/drawing/2014/main" id="{B16F0F50-2071-2E38-1936-49E25479A1EC}"/>
              </a:ext>
            </a:extLst>
          </p:cNvPr>
          <p:cNvSpPr txBox="1"/>
          <p:nvPr/>
        </p:nvSpPr>
        <p:spPr>
          <a:xfrm>
            <a:off x="831273" y="557510"/>
            <a:ext cx="10515600" cy="1477302"/>
          </a:xfrm>
          <a:prstGeom prst="rect">
            <a:avLst/>
          </a:prstGeom>
        </p:spPr>
        <p:txBody>
          <a:bodyPr vert="horz" lIns="91440" tIns="45720" rIns="91440" bIns="45720" rtlCol="0" anchor="ctr">
            <a:normAutofit fontScale="92500" lnSpcReduction="10000"/>
          </a:bodyPr>
          <a:lstStyle/>
          <a:p>
            <a:pPr algn="l" fontAlgn="base"/>
            <a:r>
              <a:rPr lang="en-US" sz="3900" b="1" i="0" dirty="0" err="1">
                <a:solidFill>
                  <a:schemeClr val="tx2"/>
                </a:solidFill>
                <a:effectLst/>
                <a:latin typeface="+mj-lt"/>
              </a:rPr>
              <a:t>MotionWatch</a:t>
            </a:r>
            <a:r>
              <a:rPr lang="en-US" sz="3900" b="1" i="0" dirty="0">
                <a:solidFill>
                  <a:schemeClr val="tx2"/>
                </a:solidFill>
                <a:effectLst/>
                <a:latin typeface="+mj-lt"/>
              </a:rPr>
              <a:t> 8</a:t>
            </a:r>
          </a:p>
          <a:p>
            <a:pPr algn="l" fontAlgn="base"/>
            <a:endParaRPr lang="en-US" sz="2600" b="0" i="0" dirty="0">
              <a:solidFill>
                <a:schemeClr val="tx2"/>
              </a:solidFill>
              <a:effectLst/>
              <a:latin typeface="+mj-lt"/>
            </a:endParaRPr>
          </a:p>
          <a:p>
            <a:pPr defTabSz="914354">
              <a:lnSpc>
                <a:spcPct val="90000"/>
              </a:lnSpc>
              <a:spcBef>
                <a:spcPct val="0"/>
              </a:spcBef>
              <a:spcAft>
                <a:spcPts val="600"/>
              </a:spcAft>
            </a:pPr>
            <a:r>
              <a:rPr lang="it-IT" sz="4400" b="1" dirty="0">
                <a:solidFill>
                  <a:schemeClr val="tx2"/>
                </a:solidFill>
                <a:latin typeface="+mj-lt"/>
                <a:ea typeface="+mj-ea"/>
                <a:cs typeface="+mj-cs"/>
              </a:rPr>
              <a:t> </a:t>
            </a:r>
          </a:p>
        </p:txBody>
      </p:sp>
      <p:pic>
        <p:nvPicPr>
          <p:cNvPr id="6" name="Picture 5">
            <a:extLst>
              <a:ext uri="{FF2B5EF4-FFF2-40B4-BE49-F238E27FC236}">
                <a16:creationId xmlns:a16="http://schemas.microsoft.com/office/drawing/2014/main" id="{5C3F1685-6E3B-DEAB-FE0D-B2197306587A}"/>
              </a:ext>
            </a:extLst>
          </p:cNvPr>
          <p:cNvPicPr>
            <a:picLocks noChangeAspect="1"/>
          </p:cNvPicPr>
          <p:nvPr/>
        </p:nvPicPr>
        <p:blipFill>
          <a:blip r:embed="rId3"/>
          <a:stretch>
            <a:fillRect/>
          </a:stretch>
        </p:blipFill>
        <p:spPr>
          <a:xfrm>
            <a:off x="3505200" y="2132963"/>
            <a:ext cx="5181600" cy="3484626"/>
          </a:xfrm>
          <a:prstGeom prst="rect">
            <a:avLst/>
          </a:prstGeom>
          <a:noFill/>
        </p:spPr>
      </p:pic>
      <p:pic>
        <p:nvPicPr>
          <p:cNvPr id="11" name="Afbeelding 36">
            <a:extLst>
              <a:ext uri="{FF2B5EF4-FFF2-40B4-BE49-F238E27FC236}">
                <a16:creationId xmlns:a16="http://schemas.microsoft.com/office/drawing/2014/main" id="{DFE3C530-B60A-EAEC-A8D5-E91B25D09D03}"/>
              </a:ext>
            </a:extLst>
          </p:cNvPr>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32724" y="6104107"/>
            <a:ext cx="421317" cy="486136"/>
          </a:xfrm>
          <a:prstGeom prst="rect">
            <a:avLst/>
          </a:prstGeom>
        </p:spPr>
      </p:pic>
      <p:cxnSp>
        <p:nvCxnSpPr>
          <p:cNvPr id="17" name="Rechte verbindingslijn 37">
            <a:extLst>
              <a:ext uri="{FF2B5EF4-FFF2-40B4-BE49-F238E27FC236}">
                <a16:creationId xmlns:a16="http://schemas.microsoft.com/office/drawing/2014/main" id="{DE7224A4-A13B-25E0-91F7-649498BCE2E3}"/>
              </a:ext>
            </a:extLst>
          </p:cNvPr>
          <p:cNvCxnSpPr>
            <a:cxnSpLocks/>
          </p:cNvCxnSpPr>
          <p:nvPr/>
        </p:nvCxnSpPr>
        <p:spPr>
          <a:xfrm flipV="1">
            <a:off x="0" y="6558800"/>
            <a:ext cx="11659623" cy="8870"/>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2532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ocket light meter">
            <a:extLst>
              <a:ext uri="{FF2B5EF4-FFF2-40B4-BE49-F238E27FC236}">
                <a16:creationId xmlns:a16="http://schemas.microsoft.com/office/drawing/2014/main" id="{1BC8D620-28E9-E7B9-0BF5-61594F1E9A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768734">
            <a:off x="7331113" y="1417049"/>
            <a:ext cx="4117632" cy="411763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CECA2ED-3222-40AC-1CDD-D678CF4C3F2F}"/>
              </a:ext>
            </a:extLst>
          </p:cNvPr>
          <p:cNvSpPr txBox="1"/>
          <p:nvPr/>
        </p:nvSpPr>
        <p:spPr>
          <a:xfrm>
            <a:off x="8286953" y="5663579"/>
            <a:ext cx="3647872" cy="523220"/>
          </a:xfrm>
          <a:prstGeom prst="rect">
            <a:avLst/>
          </a:prstGeom>
          <a:noFill/>
        </p:spPr>
        <p:txBody>
          <a:bodyPr wrap="square">
            <a:spAutoFit/>
          </a:bodyPr>
          <a:lstStyle/>
          <a:p>
            <a:r>
              <a:rPr lang="it-IT" sz="1400" dirty="0"/>
              <a:t>Konica Minolta Business Solutions (UK) Ltd.</a:t>
            </a:r>
          </a:p>
          <a:p>
            <a:r>
              <a:rPr lang="it-IT" sz="1400" dirty="0"/>
              <a:t>Basildon, Regno Unito</a:t>
            </a:r>
            <a:endParaRPr lang="en-GB" sz="1400" dirty="0"/>
          </a:p>
        </p:txBody>
      </p:sp>
      <p:sp>
        <p:nvSpPr>
          <p:cNvPr id="9" name="CasellaDiTesto 3">
            <a:extLst>
              <a:ext uri="{FF2B5EF4-FFF2-40B4-BE49-F238E27FC236}">
                <a16:creationId xmlns:a16="http://schemas.microsoft.com/office/drawing/2014/main" id="{5D521D18-B894-71AB-F73C-FFA72EB4223E}"/>
              </a:ext>
            </a:extLst>
          </p:cNvPr>
          <p:cNvSpPr txBox="1"/>
          <p:nvPr/>
        </p:nvSpPr>
        <p:spPr>
          <a:xfrm>
            <a:off x="572011" y="250529"/>
            <a:ext cx="10515600" cy="1477302"/>
          </a:xfrm>
          <a:prstGeom prst="rect">
            <a:avLst/>
          </a:prstGeom>
        </p:spPr>
        <p:txBody>
          <a:bodyPr vert="horz" lIns="91440" tIns="45720" rIns="91440" bIns="45720" rtlCol="0" anchor="ct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chemeClr val="tx2"/>
                </a:solidFill>
                <a:effectLst/>
                <a:latin typeface="+mj-lt"/>
                <a:cs typeface="Arial" panose="020B0604020202020204" pitchFamily="34" charset="0"/>
              </a:rPr>
              <a:t>Lux meter </a:t>
            </a:r>
            <a:r>
              <a:rPr kumimoji="0" lang="en-US" altLang="en-US" sz="3600" b="0" i="0" u="none" strike="noStrike" cap="none" normalizeH="0" baseline="0" dirty="0">
                <a:ln>
                  <a:noFill/>
                </a:ln>
                <a:solidFill>
                  <a:schemeClr val="tx2"/>
                </a:solidFill>
                <a:effectLst/>
                <a:latin typeface="+mj-lt"/>
                <a:cs typeface="Arial" panose="020B0604020202020204" pitchFamily="34" charset="0"/>
              </a:rPr>
              <a:t>T-10 A</a:t>
            </a:r>
            <a:r>
              <a:rPr lang="it-IT" sz="3600" b="1" dirty="0">
                <a:solidFill>
                  <a:schemeClr val="tx2"/>
                </a:solidFill>
                <a:latin typeface="+mj-lt"/>
                <a:ea typeface="+mj-ea"/>
                <a:cs typeface="+mj-cs"/>
              </a:rPr>
              <a:t> </a:t>
            </a:r>
          </a:p>
        </p:txBody>
      </p:sp>
      <p:sp>
        <p:nvSpPr>
          <p:cNvPr id="11" name="AutoShape 3" descr="pocket light meter">
            <a:extLst>
              <a:ext uri="{FF2B5EF4-FFF2-40B4-BE49-F238E27FC236}">
                <a16:creationId xmlns:a16="http://schemas.microsoft.com/office/drawing/2014/main" id="{B5361E16-50AE-5520-D4EF-5D983A1BEDA4}"/>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 name="AutoShape 4" descr="pocket light meter">
            <a:extLst>
              <a:ext uri="{FF2B5EF4-FFF2-40B4-BE49-F238E27FC236}">
                <a16:creationId xmlns:a16="http://schemas.microsoft.com/office/drawing/2014/main" id="{8C527138-CD1F-E0EC-34FE-DCFFC38A4A80}"/>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 name="AutoShape 5" descr="pocket light meter">
            <a:extLst>
              <a:ext uri="{FF2B5EF4-FFF2-40B4-BE49-F238E27FC236}">
                <a16:creationId xmlns:a16="http://schemas.microsoft.com/office/drawing/2014/main" id="{6C7722E4-F4D4-8143-08F8-437BC760B656}"/>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 name="AutoShape 6" descr="pocket light meter">
            <a:extLst>
              <a:ext uri="{FF2B5EF4-FFF2-40B4-BE49-F238E27FC236}">
                <a16:creationId xmlns:a16="http://schemas.microsoft.com/office/drawing/2014/main" id="{AF4EA7D2-74A1-0A91-E1E6-54A84DBB9C3A}"/>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 name="AutoShape 7" descr="pocket light meter">
            <a:extLst>
              <a:ext uri="{FF2B5EF4-FFF2-40B4-BE49-F238E27FC236}">
                <a16:creationId xmlns:a16="http://schemas.microsoft.com/office/drawing/2014/main" id="{4FFC0F1D-410C-10F0-8295-88BFFFFD1E2E}"/>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 name="AutoShape 8" descr="pocket light meter">
            <a:extLst>
              <a:ext uri="{FF2B5EF4-FFF2-40B4-BE49-F238E27FC236}">
                <a16:creationId xmlns:a16="http://schemas.microsoft.com/office/drawing/2014/main" id="{8919594E-B534-C0B4-91C8-E7A2B51FB7EA}"/>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 name="AutoShape 9" descr="pocket light meter">
            <a:extLst>
              <a:ext uri="{FF2B5EF4-FFF2-40B4-BE49-F238E27FC236}">
                <a16:creationId xmlns:a16="http://schemas.microsoft.com/office/drawing/2014/main" id="{7D757E49-E188-9E2F-B22F-E326F4CF5B86}"/>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 name="TextBox 21">
            <a:extLst>
              <a:ext uri="{FF2B5EF4-FFF2-40B4-BE49-F238E27FC236}">
                <a16:creationId xmlns:a16="http://schemas.microsoft.com/office/drawing/2014/main" id="{C5E35BBE-D00C-843F-8808-6355FA4B57D7}"/>
              </a:ext>
            </a:extLst>
          </p:cNvPr>
          <p:cNvSpPr txBox="1"/>
          <p:nvPr/>
        </p:nvSpPr>
        <p:spPr>
          <a:xfrm>
            <a:off x="508405" y="1691263"/>
            <a:ext cx="8267000" cy="4893647"/>
          </a:xfrm>
          <a:prstGeom prst="rect">
            <a:avLst/>
          </a:prstGeom>
          <a:noFill/>
        </p:spPr>
        <p:txBody>
          <a:bodyPr wrap="square">
            <a:spAutoFit/>
          </a:bodyPr>
          <a:lstStyle/>
          <a:p>
            <a:pPr>
              <a:lnSpc>
                <a:spcPct val="200000"/>
              </a:lnSpc>
            </a:pPr>
            <a:r>
              <a:rPr lang="en-US" sz="2400" dirty="0"/>
              <a:t>Illuminance measurements were obtained 4 times per day, every 2 days :</a:t>
            </a:r>
          </a:p>
          <a:p>
            <a:pPr marL="514350" indent="-514350">
              <a:lnSpc>
                <a:spcPct val="200000"/>
              </a:lnSpc>
              <a:buFont typeface="Arial" panose="020B0604020202020204" pitchFamily="34" charset="0"/>
              <a:buChar char="•"/>
            </a:pPr>
            <a:r>
              <a:rPr lang="en-US" sz="2400" dirty="0"/>
              <a:t>After wake-up time</a:t>
            </a:r>
          </a:p>
          <a:p>
            <a:pPr marL="514350" indent="-514350">
              <a:lnSpc>
                <a:spcPct val="200000"/>
              </a:lnSpc>
              <a:buFont typeface="Arial" panose="020B0604020202020204" pitchFamily="34" charset="0"/>
              <a:buChar char="•"/>
            </a:pPr>
            <a:r>
              <a:rPr lang="en-US" sz="2400" dirty="0"/>
              <a:t>Close to lunch time</a:t>
            </a:r>
          </a:p>
          <a:p>
            <a:pPr marL="514350" indent="-514350">
              <a:lnSpc>
                <a:spcPct val="200000"/>
              </a:lnSpc>
              <a:buFont typeface="Arial" panose="020B0604020202020204" pitchFamily="34" charset="0"/>
              <a:buChar char="•"/>
            </a:pPr>
            <a:r>
              <a:rPr lang="en-US" sz="2400" dirty="0"/>
              <a:t>Between 4:00 to 4:30 pm</a:t>
            </a:r>
          </a:p>
          <a:p>
            <a:pPr marL="514350" indent="-514350">
              <a:lnSpc>
                <a:spcPct val="200000"/>
              </a:lnSpc>
              <a:buFont typeface="Arial" panose="020B0604020202020204" pitchFamily="34" charset="0"/>
              <a:buChar char="•"/>
            </a:pPr>
            <a:r>
              <a:rPr lang="en-US" sz="2400" dirty="0"/>
              <a:t>Close to the dinner time</a:t>
            </a:r>
            <a:endParaRPr lang="en-GB" sz="2400" dirty="0"/>
          </a:p>
          <a:p>
            <a:pPr marL="342900" indent="-342900">
              <a:buFont typeface="Arial" panose="020B0604020202020204" pitchFamily="34" charset="0"/>
              <a:buChar char="•"/>
            </a:pPr>
            <a:endParaRPr lang="en-GB" sz="2400" dirty="0"/>
          </a:p>
        </p:txBody>
      </p:sp>
      <p:pic>
        <p:nvPicPr>
          <p:cNvPr id="23" name="Afbeelding 36">
            <a:extLst>
              <a:ext uri="{FF2B5EF4-FFF2-40B4-BE49-F238E27FC236}">
                <a16:creationId xmlns:a16="http://schemas.microsoft.com/office/drawing/2014/main" id="{210B18C7-CD3B-A6C4-B411-6EA92264986F}"/>
              </a:ext>
            </a:extLst>
          </p:cNvPr>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32724" y="6104107"/>
            <a:ext cx="421317" cy="486136"/>
          </a:xfrm>
          <a:prstGeom prst="rect">
            <a:avLst/>
          </a:prstGeom>
        </p:spPr>
      </p:pic>
      <p:cxnSp>
        <p:nvCxnSpPr>
          <p:cNvPr id="24" name="Rechte verbindingslijn 37">
            <a:extLst>
              <a:ext uri="{FF2B5EF4-FFF2-40B4-BE49-F238E27FC236}">
                <a16:creationId xmlns:a16="http://schemas.microsoft.com/office/drawing/2014/main" id="{6E71B7A2-542F-4819-2CFB-18C3D13361CC}"/>
              </a:ext>
            </a:extLst>
          </p:cNvPr>
          <p:cNvCxnSpPr>
            <a:cxnSpLocks/>
          </p:cNvCxnSpPr>
          <p:nvPr/>
        </p:nvCxnSpPr>
        <p:spPr>
          <a:xfrm flipV="1">
            <a:off x="0" y="6558800"/>
            <a:ext cx="11659623" cy="8870"/>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7432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3">
            <a:extLst>
              <a:ext uri="{FF2B5EF4-FFF2-40B4-BE49-F238E27FC236}">
                <a16:creationId xmlns:a16="http://schemas.microsoft.com/office/drawing/2014/main" id="{2AD919E8-6A58-D3DA-C724-FA20D54BE004}"/>
              </a:ext>
            </a:extLst>
          </p:cNvPr>
          <p:cNvSpPr txBox="1"/>
          <p:nvPr/>
        </p:nvSpPr>
        <p:spPr>
          <a:xfrm>
            <a:off x="355544" y="602411"/>
            <a:ext cx="10343985" cy="646331"/>
          </a:xfrm>
          <a:prstGeom prst="rect">
            <a:avLst/>
          </a:prstGeom>
          <a:noFill/>
        </p:spPr>
        <p:txBody>
          <a:bodyPr wrap="square" rtlCol="0">
            <a:spAutoFit/>
          </a:bodyPr>
          <a:lstStyle/>
          <a:p>
            <a:r>
              <a:rPr lang="en-GB" sz="3600" b="1" dirty="0">
                <a:solidFill>
                  <a:schemeClr val="tx2"/>
                </a:solidFill>
                <a:latin typeface="+mj-lt"/>
              </a:rPr>
              <a:t>Noise levels in the patients surroundings</a:t>
            </a:r>
          </a:p>
        </p:txBody>
      </p:sp>
      <p:pic>
        <p:nvPicPr>
          <p:cNvPr id="3" name="Immagine 1">
            <a:extLst>
              <a:ext uri="{FF2B5EF4-FFF2-40B4-BE49-F238E27FC236}">
                <a16:creationId xmlns:a16="http://schemas.microsoft.com/office/drawing/2014/main" id="{E537F931-C746-0AD2-2FC5-36B75BB8F4AB}"/>
              </a:ext>
            </a:extLst>
          </p:cNvPr>
          <p:cNvPicPr>
            <a:picLocks noChangeAspect="1"/>
          </p:cNvPicPr>
          <p:nvPr/>
        </p:nvPicPr>
        <p:blipFill>
          <a:blip r:embed="rId3"/>
          <a:stretch>
            <a:fillRect/>
          </a:stretch>
        </p:blipFill>
        <p:spPr>
          <a:xfrm rot="21019419">
            <a:off x="203402" y="2212482"/>
            <a:ext cx="4042886" cy="2762470"/>
          </a:xfrm>
          <a:prstGeom prst="rect">
            <a:avLst/>
          </a:prstGeom>
        </p:spPr>
      </p:pic>
      <p:pic>
        <p:nvPicPr>
          <p:cNvPr id="4" name="Immagine 5">
            <a:extLst>
              <a:ext uri="{FF2B5EF4-FFF2-40B4-BE49-F238E27FC236}">
                <a16:creationId xmlns:a16="http://schemas.microsoft.com/office/drawing/2014/main" id="{DE7B95FF-EA52-E3CD-E537-BC310B99F544}"/>
              </a:ext>
            </a:extLst>
          </p:cNvPr>
          <p:cNvPicPr>
            <a:picLocks noChangeAspect="1"/>
          </p:cNvPicPr>
          <p:nvPr/>
        </p:nvPicPr>
        <p:blipFill rotWithShape="1">
          <a:blip r:embed="rId4"/>
          <a:srcRect l="46194" r="4894"/>
          <a:stretch/>
        </p:blipFill>
        <p:spPr>
          <a:xfrm>
            <a:off x="8563179" y="1809835"/>
            <a:ext cx="3080203" cy="4156343"/>
          </a:xfrm>
          <a:prstGeom prst="rect">
            <a:avLst/>
          </a:prstGeom>
        </p:spPr>
      </p:pic>
      <p:pic>
        <p:nvPicPr>
          <p:cNvPr id="6" name="Afbeelding 36">
            <a:extLst>
              <a:ext uri="{FF2B5EF4-FFF2-40B4-BE49-F238E27FC236}">
                <a16:creationId xmlns:a16="http://schemas.microsoft.com/office/drawing/2014/main" id="{5E780965-C481-9BD4-9598-134C82AA17ED}"/>
              </a:ext>
            </a:extLst>
          </p:cNvPr>
          <p:cNvPicPr>
            <a:picLocks noChangeAspect="1"/>
          </p:cNvPicPr>
          <p:nvPr/>
        </p:nvPicPr>
        <p:blipFill>
          <a:blip r:embed="rId5">
            <a:duotone>
              <a:schemeClr val="accent2">
                <a:shade val="45000"/>
                <a:satMod val="135000"/>
              </a:schemeClr>
              <a:prstClr val="white"/>
            </a:duotone>
            <a:extLst>
              <a:ext uri="{BEBA8EAE-BF5A-486C-A8C5-ECC9F3942E4B}">
                <a14:imgProps xmlns:a14="http://schemas.microsoft.com/office/drawing/2010/main">
                  <a14:imgLayer r:embed="rId6">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32724" y="6104107"/>
            <a:ext cx="421317" cy="486136"/>
          </a:xfrm>
          <a:prstGeom prst="rect">
            <a:avLst/>
          </a:prstGeom>
        </p:spPr>
      </p:pic>
      <p:cxnSp>
        <p:nvCxnSpPr>
          <p:cNvPr id="8" name="Rechte verbindingslijn 37">
            <a:extLst>
              <a:ext uri="{FF2B5EF4-FFF2-40B4-BE49-F238E27FC236}">
                <a16:creationId xmlns:a16="http://schemas.microsoft.com/office/drawing/2014/main" id="{7C090E80-72B1-5D03-B523-812CAA70EF45}"/>
              </a:ext>
            </a:extLst>
          </p:cNvPr>
          <p:cNvCxnSpPr>
            <a:cxnSpLocks/>
          </p:cNvCxnSpPr>
          <p:nvPr/>
        </p:nvCxnSpPr>
        <p:spPr>
          <a:xfrm>
            <a:off x="0" y="6558800"/>
            <a:ext cx="11659623" cy="0"/>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sp>
        <p:nvSpPr>
          <p:cNvPr id="5" name="CasellaDiTesto 6">
            <a:extLst>
              <a:ext uri="{FF2B5EF4-FFF2-40B4-BE49-F238E27FC236}">
                <a16:creationId xmlns:a16="http://schemas.microsoft.com/office/drawing/2014/main" id="{2B1E92B9-A6C0-D51D-7965-5F4681E5439E}"/>
              </a:ext>
            </a:extLst>
          </p:cNvPr>
          <p:cNvSpPr txBox="1"/>
          <p:nvPr/>
        </p:nvSpPr>
        <p:spPr>
          <a:xfrm>
            <a:off x="4031487" y="2967335"/>
            <a:ext cx="3710824" cy="461665"/>
          </a:xfrm>
          <a:prstGeom prst="rect">
            <a:avLst/>
          </a:prstGeom>
          <a:solidFill>
            <a:schemeClr val="bg2"/>
          </a:solidFill>
        </p:spPr>
        <p:txBody>
          <a:bodyPr wrap="square" rtlCol="0">
            <a:spAutoFit/>
          </a:bodyPr>
          <a:lstStyle/>
          <a:p>
            <a:r>
              <a:rPr lang="it-IT" sz="2400" i="1" dirty="0"/>
              <a:t>micW i436 phonometer</a:t>
            </a:r>
          </a:p>
        </p:txBody>
      </p:sp>
      <p:sp>
        <p:nvSpPr>
          <p:cNvPr id="9" name="TextBox 8">
            <a:extLst>
              <a:ext uri="{FF2B5EF4-FFF2-40B4-BE49-F238E27FC236}">
                <a16:creationId xmlns:a16="http://schemas.microsoft.com/office/drawing/2014/main" id="{2ECC52FD-FFEA-2392-B1DC-C21F018AEA4E}"/>
              </a:ext>
            </a:extLst>
          </p:cNvPr>
          <p:cNvSpPr txBox="1"/>
          <p:nvPr/>
        </p:nvSpPr>
        <p:spPr>
          <a:xfrm>
            <a:off x="4057160" y="4319306"/>
            <a:ext cx="6096000" cy="1569660"/>
          </a:xfrm>
          <a:prstGeom prst="rect">
            <a:avLst/>
          </a:prstGeom>
          <a:noFill/>
        </p:spPr>
        <p:txBody>
          <a:bodyPr wrap="square">
            <a:spAutoFit/>
          </a:bodyPr>
          <a:lstStyle/>
          <a:p>
            <a:pPr marL="342900" indent="-342900">
              <a:buFont typeface="Arial" panose="020B0604020202020204" pitchFamily="34" charset="0"/>
              <a:buChar char="•"/>
            </a:pPr>
            <a:r>
              <a:rPr lang="en-GB" sz="2400" dirty="0"/>
              <a:t>T0,T7,T14 </a:t>
            </a:r>
          </a:p>
          <a:p>
            <a:pPr marL="342900" indent="-342900">
              <a:buFont typeface="Arial" panose="020B0604020202020204" pitchFamily="34" charset="0"/>
              <a:buChar char="•"/>
            </a:pPr>
            <a:endParaRPr lang="en-GB" sz="2400" dirty="0"/>
          </a:p>
          <a:p>
            <a:pPr marL="342900" indent="-342900">
              <a:buFont typeface="Arial" panose="020B0604020202020204" pitchFamily="34" charset="0"/>
              <a:buChar char="•"/>
            </a:pPr>
            <a:r>
              <a:rPr lang="en-GB" sz="2400" dirty="0"/>
              <a:t>24 hours record</a:t>
            </a:r>
          </a:p>
          <a:p>
            <a:pPr marL="342900" indent="-342900">
              <a:buFont typeface="Arial" panose="020B0604020202020204" pitchFamily="34" charset="0"/>
              <a:buChar char="•"/>
            </a:pPr>
            <a:endParaRPr lang="en-GB" sz="2400" dirty="0"/>
          </a:p>
        </p:txBody>
      </p:sp>
    </p:spTree>
    <p:extLst>
      <p:ext uri="{BB962C8B-B14F-4D97-AF65-F5344CB8AC3E}">
        <p14:creationId xmlns:p14="http://schemas.microsoft.com/office/powerpoint/2010/main" val="2002544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C1259EA-F46F-C91C-FBCE-ED2BDA24EBB8}"/>
              </a:ext>
            </a:extLst>
          </p:cNvPr>
          <p:cNvSpPr>
            <a:spLocks noGrp="1"/>
          </p:cNvSpPr>
          <p:nvPr>
            <p:ph type="title"/>
          </p:nvPr>
        </p:nvSpPr>
        <p:spPr>
          <a:xfrm>
            <a:off x="628650" y="289369"/>
            <a:ext cx="10515600" cy="1325563"/>
          </a:xfrm>
        </p:spPr>
        <p:txBody>
          <a:bodyPr>
            <a:normAutofit/>
          </a:bodyPr>
          <a:lstStyle/>
          <a:p>
            <a:r>
              <a:rPr lang="en-GB" sz="3600" b="1" dirty="0">
                <a:solidFill>
                  <a:schemeClr val="tx2"/>
                </a:solidFill>
                <a:ea typeface="Open Sans" panose="020B0606030504020204" pitchFamily="34" charset="0"/>
                <a:cs typeface="Open Sans" panose="020B0606030504020204" pitchFamily="34" charset="0"/>
              </a:rPr>
              <a:t>Skin &amp; Room temperature</a:t>
            </a:r>
          </a:p>
        </p:txBody>
      </p:sp>
      <p:pic>
        <p:nvPicPr>
          <p:cNvPr id="7" name="Afbeelding 6">
            <a:extLst>
              <a:ext uri="{FF2B5EF4-FFF2-40B4-BE49-F238E27FC236}">
                <a16:creationId xmlns:a16="http://schemas.microsoft.com/office/drawing/2014/main" id="{9CC2ECA7-3EBA-2C8B-3977-9A8B9975C3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36689" y="582021"/>
            <a:ext cx="2214343" cy="5765991"/>
          </a:xfrm>
          <a:prstGeom prst="rect">
            <a:avLst/>
          </a:prstGeom>
        </p:spPr>
      </p:pic>
      <p:sp>
        <p:nvSpPr>
          <p:cNvPr id="25" name="Tijdelijke aanduiding voor inhoud 2">
            <a:extLst>
              <a:ext uri="{FF2B5EF4-FFF2-40B4-BE49-F238E27FC236}">
                <a16:creationId xmlns:a16="http://schemas.microsoft.com/office/drawing/2014/main" id="{611B2F86-3B33-739C-508D-7F7E4A937B92}"/>
              </a:ext>
            </a:extLst>
          </p:cNvPr>
          <p:cNvSpPr txBox="1">
            <a:spLocks/>
          </p:cNvSpPr>
          <p:nvPr/>
        </p:nvSpPr>
        <p:spPr>
          <a:xfrm>
            <a:off x="851419" y="2079464"/>
            <a:ext cx="4909458" cy="3718122"/>
          </a:xfrm>
          <a:prstGeom prst="rect">
            <a:avLst/>
          </a:prstGeom>
        </p:spPr>
        <p:txBody>
          <a:bodyPr vert="horz" lIns="91440" tIns="45720" rIns="91440" bIns="45720" rtlCol="0" anchor="ctr">
            <a:normAutofit/>
          </a:bodyPr>
          <a:lstStyle>
            <a:lvl1pPr marL="228589" indent="-228589" algn="l" defTabSz="914354"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474" indent="-228589" algn="l" defTabSz="914354"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652" indent="-228589" algn="l" defTabSz="914354"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8829" indent="-228589" algn="l" defTabSz="914354"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006" indent="-228589" algn="l" defTabSz="914354" rtl="0" eaLnBrk="1" latinLnBrk="0" hangingPunct="1">
              <a:spcBef>
                <a:spcPct val="20000"/>
              </a:spcBef>
              <a:buFont typeface="Wingdings 2" pitchFamily="18" charset="2"/>
              <a:buChar char=""/>
              <a:defRPr sz="1800" kern="1200">
                <a:solidFill>
                  <a:schemeClr val="tx1"/>
                </a:solidFill>
                <a:latin typeface="+mn-lt"/>
                <a:ea typeface="+mn-ea"/>
                <a:cs typeface="+mn-cs"/>
              </a:defRPr>
            </a:lvl9pPr>
          </a:lstStyle>
          <a:p>
            <a:r>
              <a:rPr lang="en-GB" sz="2400" dirty="0"/>
              <a:t>T0,T7,T14 </a:t>
            </a:r>
          </a:p>
          <a:p>
            <a:endParaRPr lang="en-GB" sz="2400" dirty="0"/>
          </a:p>
          <a:p>
            <a:r>
              <a:rPr lang="en-GB" sz="2400" dirty="0"/>
              <a:t>24 hours record</a:t>
            </a:r>
          </a:p>
          <a:p>
            <a:pPr marL="0" indent="0">
              <a:buNone/>
            </a:pPr>
            <a:endParaRPr lang="en-GB" sz="2400" dirty="0"/>
          </a:p>
          <a:p>
            <a:r>
              <a:rPr lang="en-GB" sz="2400" dirty="0"/>
              <a:t>5 Wireless </a:t>
            </a:r>
            <a:r>
              <a:rPr lang="en-GB" sz="2400" dirty="0" err="1"/>
              <a:t>iButtons</a:t>
            </a:r>
            <a:r>
              <a:rPr lang="en-GB" sz="2400" dirty="0"/>
              <a:t> </a:t>
            </a:r>
          </a:p>
          <a:p>
            <a:endParaRPr lang="en-GB" sz="2400" dirty="0">
              <a:ea typeface="Open Sans" panose="020B0606030504020204" pitchFamily="34" charset="0"/>
              <a:cs typeface="Open Sans" panose="020B0606030504020204" pitchFamily="34" charset="0"/>
            </a:endParaRPr>
          </a:p>
        </p:txBody>
      </p:sp>
      <p:pic>
        <p:nvPicPr>
          <p:cNvPr id="37" name="Afbeelding 36">
            <a:extLst>
              <a:ext uri="{FF2B5EF4-FFF2-40B4-BE49-F238E27FC236}">
                <a16:creationId xmlns:a16="http://schemas.microsoft.com/office/drawing/2014/main" id="{18E84388-C5EA-BC7B-9F2C-8366B6F044DE}"/>
              </a:ext>
            </a:extLst>
          </p:cNvPr>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32724" y="6104107"/>
            <a:ext cx="421317" cy="486136"/>
          </a:xfrm>
          <a:prstGeom prst="rect">
            <a:avLst/>
          </a:prstGeom>
        </p:spPr>
      </p:pic>
      <p:pic>
        <p:nvPicPr>
          <p:cNvPr id="6" name="Afbeelding 5">
            <a:extLst>
              <a:ext uri="{FF2B5EF4-FFF2-40B4-BE49-F238E27FC236}">
                <a16:creationId xmlns:a16="http://schemas.microsoft.com/office/drawing/2014/main" id="{35E3C30C-AE63-6CA5-C667-0D4A6640DBDB}"/>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22314" t="15736" r="12078" b="8122"/>
          <a:stretch/>
        </p:blipFill>
        <p:spPr bwMode="auto">
          <a:xfrm>
            <a:off x="6651345" y="1696506"/>
            <a:ext cx="1862494" cy="1620716"/>
          </a:xfrm>
          <a:prstGeom prst="rect">
            <a:avLst/>
          </a:prstGeom>
          <a:noFill/>
          <a:ln>
            <a:noFill/>
          </a:ln>
          <a:extLst>
            <a:ext uri="{53640926-AAD7-44D8-BBD7-CCE9431645EC}">
              <a14:shadowObscured xmlns:a14="http://schemas.microsoft.com/office/drawing/2010/main"/>
            </a:ext>
          </a:extLst>
        </p:spPr>
      </p:pic>
      <p:pic>
        <p:nvPicPr>
          <p:cNvPr id="9" name="Afbeelding 8">
            <a:extLst>
              <a:ext uri="{FF2B5EF4-FFF2-40B4-BE49-F238E27FC236}">
                <a16:creationId xmlns:a16="http://schemas.microsoft.com/office/drawing/2014/main" id="{91EDA091-059C-2FAC-16A1-D0FC6CC0C3B9}"/>
              </a:ext>
            </a:extLst>
          </p:cNvPr>
          <p:cNvPicPr>
            <a:picLocks noChangeAspect="1"/>
          </p:cNvPicPr>
          <p:nvPr/>
        </p:nvPicPr>
        <p:blipFill rotWithShape="1">
          <a:blip r:embed="rId7" cstate="print">
            <a:extLst>
              <a:ext uri="{BEBA8EAE-BF5A-486C-A8C5-ECC9F3942E4B}">
                <a14:imgProps xmlns:a14="http://schemas.microsoft.com/office/drawing/2010/main">
                  <a14:imgLayer r:embed="rId8">
                    <a14:imgEffect>
                      <a14:backgroundRemoval t="23205" b="84140" l="49064" r="81273"/>
                    </a14:imgEffect>
                  </a14:imgLayer>
                </a14:imgProps>
              </a:ext>
              <a:ext uri="{28A0092B-C50C-407E-A947-70E740481C1C}">
                <a14:useLocalDpi xmlns:a14="http://schemas.microsoft.com/office/drawing/2010/main" val="0"/>
              </a:ext>
            </a:extLst>
          </a:blip>
          <a:srcRect l="51004" t="30508" r="19075" b="25935"/>
          <a:stretch/>
        </p:blipFill>
        <p:spPr bwMode="auto">
          <a:xfrm flipH="1">
            <a:off x="9834576" y="1531775"/>
            <a:ext cx="230879" cy="252000"/>
          </a:xfrm>
          <a:prstGeom prst="rect">
            <a:avLst/>
          </a:prstGeom>
          <a:noFill/>
          <a:ln>
            <a:noFill/>
          </a:ln>
          <a:extLst>
            <a:ext uri="{53640926-AAD7-44D8-BBD7-CCE9431645EC}">
              <a14:shadowObscured xmlns:a14="http://schemas.microsoft.com/office/drawing/2010/main"/>
            </a:ext>
          </a:extLst>
        </p:spPr>
      </p:pic>
      <p:pic>
        <p:nvPicPr>
          <p:cNvPr id="11" name="Afbeelding 10">
            <a:extLst>
              <a:ext uri="{FF2B5EF4-FFF2-40B4-BE49-F238E27FC236}">
                <a16:creationId xmlns:a16="http://schemas.microsoft.com/office/drawing/2014/main" id="{3BE695F9-80F8-5912-CCEE-231A5A96E4A9}"/>
              </a:ext>
            </a:extLst>
          </p:cNvPr>
          <p:cNvPicPr>
            <a:picLocks noChangeAspect="1"/>
          </p:cNvPicPr>
          <p:nvPr/>
        </p:nvPicPr>
        <p:blipFill rotWithShape="1">
          <a:blip r:embed="rId7" cstate="print">
            <a:extLst>
              <a:ext uri="{BEBA8EAE-BF5A-486C-A8C5-ECC9F3942E4B}">
                <a14:imgProps xmlns:a14="http://schemas.microsoft.com/office/drawing/2010/main">
                  <a14:imgLayer r:embed="rId8">
                    <a14:imgEffect>
                      <a14:backgroundRemoval t="23205" b="84140" l="49064" r="81273"/>
                    </a14:imgEffect>
                  </a14:imgLayer>
                </a14:imgProps>
              </a:ext>
              <a:ext uri="{28A0092B-C50C-407E-A947-70E740481C1C}">
                <a14:useLocalDpi xmlns:a14="http://schemas.microsoft.com/office/drawing/2010/main" val="0"/>
              </a:ext>
            </a:extLst>
          </a:blip>
          <a:srcRect l="51004" t="30508" r="19075" b="25935"/>
          <a:stretch/>
        </p:blipFill>
        <p:spPr bwMode="auto">
          <a:xfrm flipH="1">
            <a:off x="10123806" y="2569056"/>
            <a:ext cx="230879" cy="252000"/>
          </a:xfrm>
          <a:prstGeom prst="rect">
            <a:avLst/>
          </a:prstGeom>
          <a:noFill/>
          <a:ln>
            <a:noFill/>
          </a:ln>
          <a:extLst>
            <a:ext uri="{53640926-AAD7-44D8-BBD7-CCE9431645EC}">
              <a14:shadowObscured xmlns:a14="http://schemas.microsoft.com/office/drawing/2010/main"/>
            </a:ext>
          </a:extLst>
        </p:spPr>
      </p:pic>
      <p:pic>
        <p:nvPicPr>
          <p:cNvPr id="12" name="Afbeelding 11">
            <a:extLst>
              <a:ext uri="{FF2B5EF4-FFF2-40B4-BE49-F238E27FC236}">
                <a16:creationId xmlns:a16="http://schemas.microsoft.com/office/drawing/2014/main" id="{09C5CD6D-7F95-D752-015E-98852A07E589}"/>
              </a:ext>
            </a:extLst>
          </p:cNvPr>
          <p:cNvPicPr>
            <a:picLocks noChangeAspect="1"/>
          </p:cNvPicPr>
          <p:nvPr/>
        </p:nvPicPr>
        <p:blipFill rotWithShape="1">
          <a:blip r:embed="rId7" cstate="print">
            <a:extLst>
              <a:ext uri="{BEBA8EAE-BF5A-486C-A8C5-ECC9F3942E4B}">
                <a14:imgProps xmlns:a14="http://schemas.microsoft.com/office/drawing/2010/main">
                  <a14:imgLayer r:embed="rId8">
                    <a14:imgEffect>
                      <a14:backgroundRemoval t="23205" b="84140" l="49064" r="81273"/>
                    </a14:imgEffect>
                  </a14:imgLayer>
                </a14:imgProps>
              </a:ext>
              <a:ext uri="{28A0092B-C50C-407E-A947-70E740481C1C}">
                <a14:useLocalDpi xmlns:a14="http://schemas.microsoft.com/office/drawing/2010/main" val="0"/>
              </a:ext>
            </a:extLst>
          </a:blip>
          <a:srcRect l="51004" t="30508" r="19075" b="25935"/>
          <a:stretch/>
        </p:blipFill>
        <p:spPr bwMode="auto">
          <a:xfrm flipH="1">
            <a:off x="9841930" y="3842485"/>
            <a:ext cx="230879" cy="252000"/>
          </a:xfrm>
          <a:prstGeom prst="rect">
            <a:avLst/>
          </a:prstGeom>
          <a:noFill/>
          <a:ln>
            <a:noFill/>
          </a:ln>
          <a:extLst>
            <a:ext uri="{53640926-AAD7-44D8-BBD7-CCE9431645EC}">
              <a14:shadowObscured xmlns:a14="http://schemas.microsoft.com/office/drawing/2010/main"/>
            </a:ext>
          </a:extLst>
        </p:spPr>
      </p:pic>
      <p:pic>
        <p:nvPicPr>
          <p:cNvPr id="13" name="Afbeelding 12">
            <a:extLst>
              <a:ext uri="{FF2B5EF4-FFF2-40B4-BE49-F238E27FC236}">
                <a16:creationId xmlns:a16="http://schemas.microsoft.com/office/drawing/2014/main" id="{B6CB631E-41C4-A7EE-4FA0-42A19F8D21BF}"/>
              </a:ext>
            </a:extLst>
          </p:cNvPr>
          <p:cNvPicPr>
            <a:picLocks noChangeAspect="1"/>
          </p:cNvPicPr>
          <p:nvPr/>
        </p:nvPicPr>
        <p:blipFill rotWithShape="1">
          <a:blip r:embed="rId7" cstate="print">
            <a:extLst>
              <a:ext uri="{BEBA8EAE-BF5A-486C-A8C5-ECC9F3942E4B}">
                <a14:imgProps xmlns:a14="http://schemas.microsoft.com/office/drawing/2010/main">
                  <a14:imgLayer r:embed="rId8">
                    <a14:imgEffect>
                      <a14:backgroundRemoval t="23205" b="84140" l="49064" r="81273"/>
                    </a14:imgEffect>
                  </a14:imgLayer>
                </a14:imgProps>
              </a:ext>
              <a:ext uri="{28A0092B-C50C-407E-A947-70E740481C1C}">
                <a14:useLocalDpi xmlns:a14="http://schemas.microsoft.com/office/drawing/2010/main" val="0"/>
              </a:ext>
            </a:extLst>
          </a:blip>
          <a:srcRect l="51004" t="30508" r="19075" b="25935"/>
          <a:stretch/>
        </p:blipFill>
        <p:spPr bwMode="auto">
          <a:xfrm flipH="1">
            <a:off x="9839469" y="5695038"/>
            <a:ext cx="230879" cy="252000"/>
          </a:xfrm>
          <a:prstGeom prst="rect">
            <a:avLst/>
          </a:prstGeom>
          <a:noFill/>
          <a:ln>
            <a:noFill/>
          </a:ln>
          <a:extLst>
            <a:ext uri="{53640926-AAD7-44D8-BBD7-CCE9431645EC}">
              <a14:shadowObscured xmlns:a14="http://schemas.microsoft.com/office/drawing/2010/main"/>
            </a:ext>
          </a:extLst>
        </p:spPr>
      </p:pic>
      <p:cxnSp>
        <p:nvCxnSpPr>
          <p:cNvPr id="4" name="Rechte verbindingslijn 37">
            <a:extLst>
              <a:ext uri="{FF2B5EF4-FFF2-40B4-BE49-F238E27FC236}">
                <a16:creationId xmlns:a16="http://schemas.microsoft.com/office/drawing/2014/main" id="{1953915C-8A59-7BE1-B746-5749D7A5B372}"/>
              </a:ext>
            </a:extLst>
          </p:cNvPr>
          <p:cNvCxnSpPr>
            <a:cxnSpLocks/>
          </p:cNvCxnSpPr>
          <p:nvPr/>
        </p:nvCxnSpPr>
        <p:spPr>
          <a:xfrm flipV="1">
            <a:off x="0" y="6567944"/>
            <a:ext cx="11659623" cy="8870"/>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A816A6D6-6A90-F019-7F87-1CD08D5F6A6F}"/>
              </a:ext>
            </a:extLst>
          </p:cNvPr>
          <p:cNvPicPr>
            <a:picLocks noChangeAspect="1"/>
          </p:cNvPicPr>
          <p:nvPr/>
        </p:nvPicPr>
        <p:blipFill rotWithShape="1">
          <a:blip r:embed="rId9"/>
          <a:srcRect l="25729" t="7031" r="7650" b="6128"/>
          <a:stretch/>
        </p:blipFill>
        <p:spPr>
          <a:xfrm>
            <a:off x="5875099" y="3490582"/>
            <a:ext cx="3341717" cy="2904002"/>
          </a:xfrm>
          <a:prstGeom prst="rect">
            <a:avLst/>
          </a:prstGeom>
        </p:spPr>
      </p:pic>
      <p:pic>
        <p:nvPicPr>
          <p:cNvPr id="8" name="Afbeelding 8">
            <a:extLst>
              <a:ext uri="{FF2B5EF4-FFF2-40B4-BE49-F238E27FC236}">
                <a16:creationId xmlns:a16="http://schemas.microsoft.com/office/drawing/2014/main" id="{DFFAD68F-7635-D524-08B2-A7FF17C4AB60}"/>
              </a:ext>
            </a:extLst>
          </p:cNvPr>
          <p:cNvPicPr>
            <a:picLocks noChangeAspect="1"/>
          </p:cNvPicPr>
          <p:nvPr/>
        </p:nvPicPr>
        <p:blipFill rotWithShape="1">
          <a:blip r:embed="rId7" cstate="print">
            <a:extLst>
              <a:ext uri="{BEBA8EAE-BF5A-486C-A8C5-ECC9F3942E4B}">
                <a14:imgProps xmlns:a14="http://schemas.microsoft.com/office/drawing/2010/main">
                  <a14:imgLayer r:embed="rId8">
                    <a14:imgEffect>
                      <a14:backgroundRemoval t="23205" b="84140" l="49064" r="81273"/>
                    </a14:imgEffect>
                  </a14:imgLayer>
                </a14:imgProps>
              </a:ext>
              <a:ext uri="{28A0092B-C50C-407E-A947-70E740481C1C}">
                <a14:useLocalDpi xmlns:a14="http://schemas.microsoft.com/office/drawing/2010/main" val="0"/>
              </a:ext>
            </a:extLst>
          </a:blip>
          <a:srcRect l="51004" t="30508" r="19075" b="25935"/>
          <a:stretch/>
        </p:blipFill>
        <p:spPr bwMode="auto">
          <a:xfrm flipH="1">
            <a:off x="5931916" y="4094485"/>
            <a:ext cx="230879" cy="252000"/>
          </a:xfrm>
          <a:prstGeom prst="rect">
            <a:avLst/>
          </a:prstGeom>
          <a:noFill/>
          <a:ln>
            <a:noFill/>
          </a:ln>
          <a:extLst>
            <a:ext uri="{53640926-AAD7-44D8-BBD7-CCE9431645EC}">
              <a14:shadowObscured xmlns:a14="http://schemas.microsoft.com/office/drawing/2010/main"/>
            </a:ext>
          </a:extLst>
        </p:spPr>
      </p:pic>
      <p:cxnSp>
        <p:nvCxnSpPr>
          <p:cNvPr id="14" name="Straight Arrow Connector 13">
            <a:extLst>
              <a:ext uri="{FF2B5EF4-FFF2-40B4-BE49-F238E27FC236}">
                <a16:creationId xmlns:a16="http://schemas.microsoft.com/office/drawing/2014/main" id="{A81144FC-4BF0-A058-5687-26D18E1D46EB}"/>
              </a:ext>
            </a:extLst>
          </p:cNvPr>
          <p:cNvCxnSpPr>
            <a:cxnSpLocks/>
          </p:cNvCxnSpPr>
          <p:nvPr/>
        </p:nvCxnSpPr>
        <p:spPr>
          <a:xfrm flipV="1">
            <a:off x="5770968" y="4346485"/>
            <a:ext cx="184258" cy="226824"/>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1104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Afbeelding 36">
            <a:extLst>
              <a:ext uri="{FF2B5EF4-FFF2-40B4-BE49-F238E27FC236}">
                <a16:creationId xmlns:a16="http://schemas.microsoft.com/office/drawing/2014/main" id="{F7F941E0-3D77-39EB-2E97-958B5F570604}"/>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32724" y="6104107"/>
            <a:ext cx="421317" cy="486136"/>
          </a:xfrm>
          <a:prstGeom prst="rect">
            <a:avLst/>
          </a:prstGeom>
        </p:spPr>
      </p:pic>
      <p:cxnSp>
        <p:nvCxnSpPr>
          <p:cNvPr id="4" name="Rechte verbindingslijn 37">
            <a:extLst>
              <a:ext uri="{FF2B5EF4-FFF2-40B4-BE49-F238E27FC236}">
                <a16:creationId xmlns:a16="http://schemas.microsoft.com/office/drawing/2014/main" id="{756B1080-F44D-980B-C24F-5ED95CB7BB67}"/>
              </a:ext>
            </a:extLst>
          </p:cNvPr>
          <p:cNvCxnSpPr>
            <a:cxnSpLocks/>
          </p:cNvCxnSpPr>
          <p:nvPr/>
        </p:nvCxnSpPr>
        <p:spPr>
          <a:xfrm flipV="1">
            <a:off x="0" y="6558800"/>
            <a:ext cx="11659623" cy="8870"/>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2E3C3925-26B6-482E-7547-1224877730BD}"/>
              </a:ext>
            </a:extLst>
          </p:cNvPr>
          <p:cNvPicPr>
            <a:picLocks noChangeAspect="1"/>
          </p:cNvPicPr>
          <p:nvPr/>
        </p:nvPicPr>
        <p:blipFill>
          <a:blip r:embed="rId5"/>
          <a:stretch>
            <a:fillRect/>
          </a:stretch>
        </p:blipFill>
        <p:spPr>
          <a:xfrm>
            <a:off x="5461784" y="957435"/>
            <a:ext cx="6535659" cy="4256084"/>
          </a:xfrm>
          <a:prstGeom prst="rect">
            <a:avLst/>
          </a:prstGeom>
        </p:spPr>
      </p:pic>
      <p:sp>
        <p:nvSpPr>
          <p:cNvPr id="8" name="TextBox 7">
            <a:extLst>
              <a:ext uri="{FF2B5EF4-FFF2-40B4-BE49-F238E27FC236}">
                <a16:creationId xmlns:a16="http://schemas.microsoft.com/office/drawing/2014/main" id="{E20ABBF1-7B6C-C1C5-28ED-A2399D831719}"/>
              </a:ext>
            </a:extLst>
          </p:cNvPr>
          <p:cNvSpPr txBox="1"/>
          <p:nvPr/>
        </p:nvSpPr>
        <p:spPr>
          <a:xfrm>
            <a:off x="5711437" y="5285995"/>
            <a:ext cx="6328710" cy="1200329"/>
          </a:xfrm>
          <a:prstGeom prst="rect">
            <a:avLst/>
          </a:prstGeom>
          <a:noFill/>
        </p:spPr>
        <p:txBody>
          <a:bodyPr wrap="square">
            <a:spAutoFit/>
          </a:bodyPr>
          <a:lstStyle/>
          <a:p>
            <a:pPr marL="342900" indent="-342900">
              <a:buFont typeface="Arial" panose="020B0604020202020204" pitchFamily="34" charset="0"/>
              <a:buChar char="•"/>
            </a:pPr>
            <a:r>
              <a:rPr lang="en-US" sz="2400" dirty="0"/>
              <a:t>Participants collect saliva samples beginning 3h before the habitual sleep onset and for the next 4h (5 samples)</a:t>
            </a:r>
          </a:p>
        </p:txBody>
      </p:sp>
      <p:pic>
        <p:nvPicPr>
          <p:cNvPr id="10" name="Picture 9">
            <a:extLst>
              <a:ext uri="{FF2B5EF4-FFF2-40B4-BE49-F238E27FC236}">
                <a16:creationId xmlns:a16="http://schemas.microsoft.com/office/drawing/2014/main" id="{CFE876DA-BC3D-B17E-1669-A733155266F7}"/>
              </a:ext>
            </a:extLst>
          </p:cNvPr>
          <p:cNvPicPr>
            <a:picLocks noChangeAspect="1"/>
          </p:cNvPicPr>
          <p:nvPr/>
        </p:nvPicPr>
        <p:blipFill>
          <a:blip r:embed="rId6"/>
          <a:stretch>
            <a:fillRect/>
          </a:stretch>
        </p:blipFill>
        <p:spPr>
          <a:xfrm>
            <a:off x="194557" y="2156769"/>
            <a:ext cx="4970997" cy="1449874"/>
          </a:xfrm>
          <a:prstGeom prst="rect">
            <a:avLst/>
          </a:prstGeom>
        </p:spPr>
      </p:pic>
      <p:sp>
        <p:nvSpPr>
          <p:cNvPr id="14" name="TextBox 13">
            <a:extLst>
              <a:ext uri="{FF2B5EF4-FFF2-40B4-BE49-F238E27FC236}">
                <a16:creationId xmlns:a16="http://schemas.microsoft.com/office/drawing/2014/main" id="{CB88938D-F429-3775-093E-0F26792D9AFE}"/>
              </a:ext>
            </a:extLst>
          </p:cNvPr>
          <p:cNvSpPr txBox="1"/>
          <p:nvPr/>
        </p:nvSpPr>
        <p:spPr>
          <a:xfrm>
            <a:off x="11348495" y="2793089"/>
            <a:ext cx="790681" cy="584775"/>
          </a:xfrm>
          <a:prstGeom prst="rect">
            <a:avLst/>
          </a:prstGeom>
          <a:solidFill>
            <a:schemeClr val="bg1"/>
          </a:solidFill>
        </p:spPr>
        <p:txBody>
          <a:bodyPr wrap="square" rtlCol="0">
            <a:spAutoFit/>
          </a:bodyPr>
          <a:lstStyle/>
          <a:p>
            <a:r>
              <a:rPr lang="en-US" sz="1600" dirty="0"/>
              <a:t>Day 1</a:t>
            </a:r>
          </a:p>
          <a:p>
            <a:r>
              <a:rPr lang="en-US" sz="1600" dirty="0"/>
              <a:t>Day 7</a:t>
            </a:r>
            <a:endParaRPr lang="en-GB" sz="1600" dirty="0"/>
          </a:p>
        </p:txBody>
      </p:sp>
      <p:sp>
        <p:nvSpPr>
          <p:cNvPr id="16" name="TextBox 15">
            <a:extLst>
              <a:ext uri="{FF2B5EF4-FFF2-40B4-BE49-F238E27FC236}">
                <a16:creationId xmlns:a16="http://schemas.microsoft.com/office/drawing/2014/main" id="{6EC74459-F04B-B846-1884-6D8E83D60771}"/>
              </a:ext>
            </a:extLst>
          </p:cNvPr>
          <p:cNvSpPr txBox="1"/>
          <p:nvPr/>
        </p:nvSpPr>
        <p:spPr>
          <a:xfrm>
            <a:off x="194557" y="219066"/>
            <a:ext cx="6714636" cy="954107"/>
          </a:xfrm>
          <a:prstGeom prst="rect">
            <a:avLst/>
          </a:prstGeom>
          <a:noFill/>
        </p:spPr>
        <p:txBody>
          <a:bodyPr wrap="square" rtlCol="0">
            <a:spAutoFit/>
          </a:bodyPr>
          <a:lstStyle/>
          <a:p>
            <a:r>
              <a:rPr lang="en-US" sz="2800" b="1" dirty="0">
                <a:solidFill>
                  <a:schemeClr val="tx2"/>
                </a:solidFill>
              </a:rPr>
              <a:t>Circadian assessment by the dim-light melatonin onset (DLMO)</a:t>
            </a:r>
            <a:endParaRPr lang="en-GB" sz="2800" b="1" dirty="0">
              <a:solidFill>
                <a:schemeClr val="tx2"/>
              </a:solidFill>
            </a:endParaRPr>
          </a:p>
        </p:txBody>
      </p:sp>
    </p:spTree>
    <p:extLst>
      <p:ext uri="{BB962C8B-B14F-4D97-AF65-F5344CB8AC3E}">
        <p14:creationId xmlns:p14="http://schemas.microsoft.com/office/powerpoint/2010/main" val="3909640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6E07AD-4692-9327-132A-0442C1157276}"/>
              </a:ext>
            </a:extLst>
          </p:cNvPr>
          <p:cNvSpPr>
            <a:spLocks noGrp="1"/>
          </p:cNvSpPr>
          <p:nvPr>
            <p:ph type="title"/>
          </p:nvPr>
        </p:nvSpPr>
        <p:spPr>
          <a:xfrm>
            <a:off x="854637" y="555851"/>
            <a:ext cx="10515600" cy="1325562"/>
          </a:xfrm>
        </p:spPr>
        <p:txBody>
          <a:bodyPr>
            <a:normAutofit/>
          </a:bodyPr>
          <a:lstStyle/>
          <a:p>
            <a:r>
              <a:rPr lang="en-GB" sz="3600" b="1" dirty="0">
                <a:solidFill>
                  <a:schemeClr val="tx2"/>
                </a:solidFill>
                <a:ea typeface="Verdana" panose="020B0604030504040204" pitchFamily="34" charset="0"/>
              </a:rPr>
              <a:t>Treatment arm</a:t>
            </a:r>
            <a:endParaRPr lang="en-GB" sz="3600" dirty="0">
              <a:solidFill>
                <a:schemeClr val="tx2"/>
              </a:solidFill>
              <a:ea typeface="Verdana" panose="020B0604030504040204" pitchFamily="34" charset="0"/>
            </a:endParaRPr>
          </a:p>
        </p:txBody>
      </p:sp>
      <p:pic>
        <p:nvPicPr>
          <p:cNvPr id="8" name="Afbeelding 7">
            <a:extLst>
              <a:ext uri="{FF2B5EF4-FFF2-40B4-BE49-F238E27FC236}">
                <a16:creationId xmlns:a16="http://schemas.microsoft.com/office/drawing/2014/main" id="{CBE4A689-F582-2522-B0A0-2750976DD25D}"/>
              </a:ext>
            </a:extLst>
          </p:cNvPr>
          <p:cNvPicPr>
            <a:picLocks noChangeAspect="1"/>
          </p:cNvPicPr>
          <p:nvPr/>
        </p:nvPicPr>
        <p:blipFill>
          <a:blip r:embed="rId3">
            <a:duotone>
              <a:schemeClr val="accent2">
                <a:shade val="45000"/>
                <a:satMod val="135000"/>
              </a:schemeClr>
              <a:prstClr val="white"/>
            </a:duotone>
          </a:blip>
          <a:stretch>
            <a:fillRect/>
          </a:stretch>
        </p:blipFill>
        <p:spPr>
          <a:xfrm>
            <a:off x="5151781" y="3320242"/>
            <a:ext cx="2533808" cy="1977151"/>
          </a:xfrm>
          <a:prstGeom prst="rect">
            <a:avLst/>
          </a:prstGeom>
        </p:spPr>
      </p:pic>
      <p:pic>
        <p:nvPicPr>
          <p:cNvPr id="10" name="Afbeelding 9">
            <a:extLst>
              <a:ext uri="{FF2B5EF4-FFF2-40B4-BE49-F238E27FC236}">
                <a16:creationId xmlns:a16="http://schemas.microsoft.com/office/drawing/2014/main" id="{E3AEE2F6-F401-0D6E-712F-02E2AE2711C5}"/>
              </a:ext>
            </a:extLst>
          </p:cNvPr>
          <p:cNvPicPr>
            <a:picLocks noChangeAspect="1"/>
          </p:cNvPicPr>
          <p:nvPr/>
        </p:nvPicPr>
        <p:blipFill rotWithShape="1">
          <a:blip r:embed="rId4">
            <a:duotone>
              <a:schemeClr val="accent3">
                <a:shade val="45000"/>
                <a:satMod val="135000"/>
              </a:schemeClr>
              <a:prstClr val="white"/>
            </a:duotone>
          </a:blip>
          <a:srcRect t="12790" b="6533"/>
          <a:stretch/>
        </p:blipFill>
        <p:spPr>
          <a:xfrm>
            <a:off x="9271607" y="3320242"/>
            <a:ext cx="1728643" cy="1832208"/>
          </a:xfrm>
          <a:prstGeom prst="rect">
            <a:avLst/>
          </a:prstGeom>
        </p:spPr>
      </p:pic>
      <p:sp>
        <p:nvSpPr>
          <p:cNvPr id="11" name="Tijdelijke aanduiding voor inhoud 2">
            <a:extLst>
              <a:ext uri="{FF2B5EF4-FFF2-40B4-BE49-F238E27FC236}">
                <a16:creationId xmlns:a16="http://schemas.microsoft.com/office/drawing/2014/main" id="{AF08CE8D-DAC0-3DDF-735D-CBA4418D6A73}"/>
              </a:ext>
            </a:extLst>
          </p:cNvPr>
          <p:cNvSpPr txBox="1">
            <a:spLocks/>
          </p:cNvSpPr>
          <p:nvPr/>
        </p:nvSpPr>
        <p:spPr>
          <a:xfrm>
            <a:off x="1221970" y="2314650"/>
            <a:ext cx="2172393" cy="609597"/>
          </a:xfrm>
          <a:prstGeom prst="rect">
            <a:avLst/>
          </a:prstGeom>
        </p:spPr>
        <p:txBody>
          <a:bodyPr vert="horz" lIns="91440" tIns="45720" rIns="91440" bIns="45720" rtlCol="0">
            <a:normAutofit/>
          </a:bodyPr>
          <a:lstStyle>
            <a:lvl1pPr marL="228589" indent="-228589" algn="l" defTabSz="914354"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474" indent="-228589" algn="l" defTabSz="914354"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652" indent="-228589" algn="l" defTabSz="914354"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8829" indent="-228589" algn="l" defTabSz="914354"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006" indent="-228589" algn="l" defTabSz="914354" rtl="0" eaLnBrk="1" latinLnBrk="0" hangingPunct="1">
              <a:spcBef>
                <a:spcPct val="20000"/>
              </a:spcBef>
              <a:buFont typeface="Wingdings 2" pitchFamily="18" charset="2"/>
              <a:buChar char=""/>
              <a:defRPr sz="1800" kern="1200">
                <a:solidFill>
                  <a:schemeClr val="tx1"/>
                </a:solidFill>
                <a:latin typeface="+mn-lt"/>
                <a:ea typeface="+mn-ea"/>
                <a:cs typeface="+mn-cs"/>
              </a:defRPr>
            </a:lvl9pPr>
          </a:lstStyle>
          <a:p>
            <a:pPr marL="0" indent="0" algn="ctr">
              <a:buFont typeface="Wingdings 2" pitchFamily="18" charset="2"/>
              <a:buNone/>
            </a:pPr>
            <a:r>
              <a:rPr lang="en-GB" dirty="0"/>
              <a:t>light/dark</a:t>
            </a:r>
          </a:p>
        </p:txBody>
      </p:sp>
      <p:sp>
        <p:nvSpPr>
          <p:cNvPr id="12" name="Tijdelijke aanduiding voor inhoud 2">
            <a:extLst>
              <a:ext uri="{FF2B5EF4-FFF2-40B4-BE49-F238E27FC236}">
                <a16:creationId xmlns:a16="http://schemas.microsoft.com/office/drawing/2014/main" id="{90E03E1C-219B-0FAB-249E-ADD155FE3FF6}"/>
              </a:ext>
            </a:extLst>
          </p:cNvPr>
          <p:cNvSpPr txBox="1">
            <a:spLocks/>
          </p:cNvSpPr>
          <p:nvPr/>
        </p:nvSpPr>
        <p:spPr>
          <a:xfrm>
            <a:off x="5332488" y="2314648"/>
            <a:ext cx="2172393" cy="609597"/>
          </a:xfrm>
          <a:prstGeom prst="rect">
            <a:avLst/>
          </a:prstGeom>
        </p:spPr>
        <p:txBody>
          <a:bodyPr vert="horz" lIns="91440" tIns="45720" rIns="91440" bIns="45720" rtlCol="0">
            <a:normAutofit/>
          </a:bodyPr>
          <a:lstStyle>
            <a:lvl1pPr marL="228589" indent="-228589" algn="l" defTabSz="914354"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474" indent="-228589" algn="l" defTabSz="914354"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652" indent="-228589" algn="l" defTabSz="914354"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8829" indent="-228589" algn="l" defTabSz="914354"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006" indent="-228589" algn="l" defTabSz="914354" rtl="0" eaLnBrk="1" latinLnBrk="0" hangingPunct="1">
              <a:spcBef>
                <a:spcPct val="20000"/>
              </a:spcBef>
              <a:buFont typeface="Wingdings 2" pitchFamily="18" charset="2"/>
              <a:buChar char=""/>
              <a:defRPr sz="1800" kern="1200">
                <a:solidFill>
                  <a:schemeClr val="tx1"/>
                </a:solidFill>
                <a:latin typeface="+mn-lt"/>
                <a:ea typeface="+mn-ea"/>
                <a:cs typeface="+mn-cs"/>
              </a:defRPr>
            </a:lvl9pPr>
          </a:lstStyle>
          <a:p>
            <a:pPr marL="0" indent="0" algn="ctr">
              <a:buFont typeface="Wingdings 2" pitchFamily="18" charset="2"/>
              <a:buNone/>
            </a:pPr>
            <a:r>
              <a:rPr lang="en-GB" dirty="0"/>
              <a:t>meal timing</a:t>
            </a:r>
          </a:p>
        </p:txBody>
      </p:sp>
      <p:sp>
        <p:nvSpPr>
          <p:cNvPr id="13" name="Tijdelijke aanduiding voor inhoud 2">
            <a:extLst>
              <a:ext uri="{FF2B5EF4-FFF2-40B4-BE49-F238E27FC236}">
                <a16:creationId xmlns:a16="http://schemas.microsoft.com/office/drawing/2014/main" id="{1716A64E-01A5-63E6-E772-BD2A11E5EFE8}"/>
              </a:ext>
            </a:extLst>
          </p:cNvPr>
          <p:cNvSpPr txBox="1">
            <a:spLocks/>
          </p:cNvSpPr>
          <p:nvPr/>
        </p:nvSpPr>
        <p:spPr>
          <a:xfrm>
            <a:off x="8901618" y="2314649"/>
            <a:ext cx="2468619" cy="609597"/>
          </a:xfrm>
          <a:prstGeom prst="rect">
            <a:avLst/>
          </a:prstGeom>
        </p:spPr>
        <p:txBody>
          <a:bodyPr vert="horz" lIns="91440" tIns="45720" rIns="91440" bIns="45720" rtlCol="0">
            <a:noAutofit/>
          </a:bodyPr>
          <a:lstStyle>
            <a:lvl1pPr marL="228589" indent="-228589" algn="l" defTabSz="914354"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474" indent="-228589" algn="l" defTabSz="914354"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652" indent="-228589" algn="l" defTabSz="914354"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8829" indent="-228589" algn="l" defTabSz="914354"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006" indent="-228589" algn="l" defTabSz="914354" rtl="0" eaLnBrk="1" latinLnBrk="0" hangingPunct="1">
              <a:spcBef>
                <a:spcPct val="20000"/>
              </a:spcBef>
              <a:buFont typeface="Wingdings 2" pitchFamily="18" charset="2"/>
              <a:buChar char=""/>
              <a:defRPr sz="1800" kern="1200">
                <a:solidFill>
                  <a:schemeClr val="tx1"/>
                </a:solidFill>
                <a:latin typeface="+mn-lt"/>
                <a:ea typeface="+mn-ea"/>
                <a:cs typeface="+mn-cs"/>
              </a:defRPr>
            </a:lvl9pPr>
          </a:lstStyle>
          <a:p>
            <a:pPr marL="0" indent="0" algn="ctr">
              <a:buFont typeface="Wingdings 2" pitchFamily="18" charset="2"/>
              <a:buNone/>
            </a:pPr>
            <a:r>
              <a:rPr lang="en-GB" dirty="0"/>
              <a:t>activity timing</a:t>
            </a:r>
          </a:p>
        </p:txBody>
      </p:sp>
      <p:pic>
        <p:nvPicPr>
          <p:cNvPr id="15" name="Afbeelding 14">
            <a:extLst>
              <a:ext uri="{FF2B5EF4-FFF2-40B4-BE49-F238E27FC236}">
                <a16:creationId xmlns:a16="http://schemas.microsoft.com/office/drawing/2014/main" id="{DCE1D9CF-C78B-6E53-90B5-FCAE6657771A}"/>
              </a:ext>
            </a:extLst>
          </p:cNvPr>
          <p:cNvPicPr>
            <a:picLocks noChangeAspect="1"/>
          </p:cNvPicPr>
          <p:nvPr/>
        </p:nvPicPr>
        <p:blipFill>
          <a:blip r:embed="rId5">
            <a:duotone>
              <a:schemeClr val="accent2">
                <a:shade val="45000"/>
                <a:satMod val="135000"/>
              </a:schemeClr>
              <a:prstClr val="white"/>
            </a:duotone>
            <a:extLst>
              <a:ext uri="{BEBA8EAE-BF5A-486C-A8C5-ECC9F3942E4B}">
                <a14:imgProps xmlns:a14="http://schemas.microsoft.com/office/drawing/2010/main">
                  <a14:imgLayer r:embed="rId6">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32724" y="6104107"/>
            <a:ext cx="421317" cy="486136"/>
          </a:xfrm>
          <a:prstGeom prst="rect">
            <a:avLst/>
          </a:prstGeom>
        </p:spPr>
      </p:pic>
      <p:cxnSp>
        <p:nvCxnSpPr>
          <p:cNvPr id="16" name="Rechte verbindingslijn 15">
            <a:extLst>
              <a:ext uri="{FF2B5EF4-FFF2-40B4-BE49-F238E27FC236}">
                <a16:creationId xmlns:a16="http://schemas.microsoft.com/office/drawing/2014/main" id="{B8089723-2323-95A0-3332-92B53A5BDFB8}"/>
              </a:ext>
            </a:extLst>
          </p:cNvPr>
          <p:cNvCxnSpPr>
            <a:cxnSpLocks/>
          </p:cNvCxnSpPr>
          <p:nvPr/>
        </p:nvCxnSpPr>
        <p:spPr>
          <a:xfrm>
            <a:off x="0" y="6559762"/>
            <a:ext cx="11659623" cy="0"/>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grpSp>
        <p:nvGrpSpPr>
          <p:cNvPr id="18" name="Groep 17">
            <a:extLst>
              <a:ext uri="{FF2B5EF4-FFF2-40B4-BE49-F238E27FC236}">
                <a16:creationId xmlns:a16="http://schemas.microsoft.com/office/drawing/2014/main" id="{C971BA44-54A5-9675-6EC3-AB48989996F1}"/>
              </a:ext>
            </a:extLst>
          </p:cNvPr>
          <p:cNvGrpSpPr>
            <a:grpSpLocks noChangeAspect="1"/>
          </p:cNvGrpSpPr>
          <p:nvPr/>
        </p:nvGrpSpPr>
        <p:grpSpPr>
          <a:xfrm>
            <a:off x="895718" y="2976302"/>
            <a:ext cx="2824896" cy="2493482"/>
            <a:chOff x="1440861" y="3353386"/>
            <a:chExt cx="2460749" cy="2172057"/>
          </a:xfrm>
        </p:grpSpPr>
        <p:sp>
          <p:nvSpPr>
            <p:cNvPr id="19" name="Rechthoek: afgeronde hoeken 7">
              <a:extLst>
                <a:ext uri="{FF2B5EF4-FFF2-40B4-BE49-F238E27FC236}">
                  <a16:creationId xmlns:a16="http://schemas.microsoft.com/office/drawing/2014/main" id="{D7DE77B7-F092-8B29-9C3B-CFD4FE4D3495}"/>
                </a:ext>
              </a:extLst>
            </p:cNvPr>
            <p:cNvSpPr/>
            <p:nvPr/>
          </p:nvSpPr>
          <p:spPr>
            <a:xfrm rot="16200000">
              <a:off x="970940" y="3824323"/>
              <a:ext cx="2171041" cy="1231200"/>
            </a:xfrm>
            <a:prstGeom prst="round2Same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 name="Afbeelding 19">
              <a:extLst>
                <a:ext uri="{FF2B5EF4-FFF2-40B4-BE49-F238E27FC236}">
                  <a16:creationId xmlns:a16="http://schemas.microsoft.com/office/drawing/2014/main" id="{CA6131C5-F393-AA1E-D8F1-5D6C11725C0C}"/>
                </a:ext>
              </a:extLst>
            </p:cNvPr>
            <p:cNvPicPr>
              <a:picLocks noChangeAspect="1"/>
            </p:cNvPicPr>
            <p:nvPr/>
          </p:nvPicPr>
          <p:blipFill rotWithShape="1">
            <a:blip r:embed="rId7">
              <a:extLst>
                <a:ext uri="{BEBA8EAE-BF5A-486C-A8C5-ECC9F3942E4B}">
                  <a14:imgProps xmlns:a14="http://schemas.microsoft.com/office/drawing/2010/main">
                    <a14:imgLayer r:embed="rId8">
                      <a14:imgEffect>
                        <a14:backgroundRemoval t="0" b="100000" l="0" r="98802">
                          <a14:foregroundMark x1="40208" y1="29744" x2="40208" y2="58860"/>
                          <a14:foregroundMark x1="31510" y1="6482" x2="34375" y2="18139"/>
                          <a14:foregroundMark x1="7500" y1="32671" x2="17031" y2="35599"/>
                          <a14:foregroundMark x1="5000" y1="66702" x2="18698" y2="63826"/>
                          <a14:foregroundMark x1="32760" y1="94564" x2="34375" y2="86252"/>
                          <a14:foregroundMark x1="31927" y1="41819" x2="46406" y2="67120"/>
                          <a14:foregroundMark x1="46823" y1="24360" x2="39792" y2="72974"/>
                          <a14:foregroundMark x1="43906" y1="23105" x2="26146" y2="55933"/>
                          <a14:foregroundMark x1="27760" y1="58442" x2="47656" y2="71302"/>
                          <a14:foregroundMark x1="50104" y1="24360" x2="50104" y2="75013"/>
                          <a14:foregroundMark x1="53438" y1="23105" x2="52604" y2="66702"/>
                          <a14:foregroundMark x1="55104" y1="29744" x2="56354" y2="78359"/>
                          <a14:foregroundMark x1="55104" y1="21850" x2="55104" y2="28123"/>
                          <a14:foregroundMark x1="64167" y1="9043" x2="64167" y2="9043"/>
                          <a14:foregroundMark x1="87448" y1="32880" x2="95365" y2="30894"/>
                          <a14:foregroundMark x1="89896" y1="65604" x2="98802" y2="69106"/>
                          <a14:foregroundMark x1="65156" y1="86461" x2="67656" y2="95923"/>
                          <a14:backgroundMark x1="16198" y1="15212" x2="16198" y2="15212"/>
                          <a14:backgroundMark x1="11615" y1="4861" x2="20729" y2="18557"/>
                          <a14:backgroundMark x1="7500" y1="52169" x2="21146" y2="50131"/>
                          <a14:backgroundMark x1="13281" y1="91218" x2="22396" y2="82070"/>
                        </a14:backgroundRemoval>
                      </a14:imgEffect>
                    </a14:imgLayer>
                  </a14:imgProps>
                </a:ext>
                <a:ext uri="{28A0092B-C50C-407E-A947-70E740481C1C}">
                  <a14:useLocalDpi xmlns:a14="http://schemas.microsoft.com/office/drawing/2010/main" val="0"/>
                </a:ext>
              </a:extLst>
            </a:blip>
            <a:srcRect l="-1" r="-1450"/>
            <a:stretch/>
          </p:blipFill>
          <p:spPr>
            <a:xfrm>
              <a:off x="1513312" y="3868095"/>
              <a:ext cx="1132445" cy="1112188"/>
            </a:xfrm>
            <a:prstGeom prst="rect">
              <a:avLst/>
            </a:prstGeom>
          </p:spPr>
        </p:pic>
        <p:sp>
          <p:nvSpPr>
            <p:cNvPr id="21" name="Rechthoek: afgeronde hoeken 7">
              <a:extLst>
                <a:ext uri="{FF2B5EF4-FFF2-40B4-BE49-F238E27FC236}">
                  <a16:creationId xmlns:a16="http://schemas.microsoft.com/office/drawing/2014/main" id="{6783DC4A-717E-5DF9-30F1-409A23973737}"/>
                </a:ext>
              </a:extLst>
            </p:cNvPr>
            <p:cNvSpPr/>
            <p:nvPr/>
          </p:nvSpPr>
          <p:spPr>
            <a:xfrm rot="5400000">
              <a:off x="2200489" y="3823307"/>
              <a:ext cx="2171041" cy="1231200"/>
            </a:xfrm>
            <a:prstGeom prst="round2Same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Maan 21">
              <a:extLst>
                <a:ext uri="{FF2B5EF4-FFF2-40B4-BE49-F238E27FC236}">
                  <a16:creationId xmlns:a16="http://schemas.microsoft.com/office/drawing/2014/main" id="{49AC9C71-19A4-2D24-284E-8461318EDC91}"/>
                </a:ext>
              </a:extLst>
            </p:cNvPr>
            <p:cNvSpPr/>
            <p:nvPr/>
          </p:nvSpPr>
          <p:spPr>
            <a:xfrm rot="10800000">
              <a:off x="3125244" y="3983073"/>
              <a:ext cx="489314" cy="911668"/>
            </a:xfrm>
            <a:prstGeom prst="moon">
              <a:avLst>
                <a:gd name="adj" fmla="val 50000"/>
              </a:avLst>
            </a:prstGeom>
            <a:solidFill>
              <a:srgbClr val="FFFD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2679734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DB6B2328-779A-B560-0878-BA162B200960}"/>
              </a:ext>
            </a:extLst>
          </p:cNvPr>
          <p:cNvPicPr>
            <a:picLocks noChangeAspect="1"/>
          </p:cNvPicPr>
          <p:nvPr/>
        </p:nvPicPr>
        <p:blipFill>
          <a:blip r:embed="rId3"/>
          <a:stretch>
            <a:fillRect/>
          </a:stretch>
        </p:blipFill>
        <p:spPr>
          <a:xfrm>
            <a:off x="194560" y="1955679"/>
            <a:ext cx="11802879" cy="2316681"/>
          </a:xfrm>
          <a:prstGeom prst="rect">
            <a:avLst/>
          </a:prstGeom>
        </p:spPr>
      </p:pic>
      <p:pic>
        <p:nvPicPr>
          <p:cNvPr id="7" name="Picture 6">
            <a:extLst>
              <a:ext uri="{FF2B5EF4-FFF2-40B4-BE49-F238E27FC236}">
                <a16:creationId xmlns:a16="http://schemas.microsoft.com/office/drawing/2014/main" id="{AA017EEA-1207-77B1-6FB7-0D5A8C705F29}"/>
              </a:ext>
            </a:extLst>
          </p:cNvPr>
          <p:cNvPicPr>
            <a:picLocks noChangeAspect="1"/>
          </p:cNvPicPr>
          <p:nvPr/>
        </p:nvPicPr>
        <p:blipFill rotWithShape="1">
          <a:blip r:embed="rId4"/>
          <a:srcRect r="1911" b="49322"/>
          <a:stretch/>
        </p:blipFill>
        <p:spPr>
          <a:xfrm>
            <a:off x="90940" y="3973421"/>
            <a:ext cx="3602128" cy="1357316"/>
          </a:xfrm>
          <a:prstGeom prst="rect">
            <a:avLst/>
          </a:prstGeom>
        </p:spPr>
      </p:pic>
      <p:pic>
        <p:nvPicPr>
          <p:cNvPr id="8" name="Afbeelding 14">
            <a:extLst>
              <a:ext uri="{FF2B5EF4-FFF2-40B4-BE49-F238E27FC236}">
                <a16:creationId xmlns:a16="http://schemas.microsoft.com/office/drawing/2014/main" id="{40CE720D-CC42-FE2B-7725-E7173554FE99}"/>
              </a:ext>
            </a:extLst>
          </p:cNvPr>
          <p:cNvPicPr>
            <a:picLocks noChangeAspect="1"/>
          </p:cNvPicPr>
          <p:nvPr/>
        </p:nvPicPr>
        <p:blipFill>
          <a:blip r:embed="rId5">
            <a:duotone>
              <a:schemeClr val="accent2">
                <a:shade val="45000"/>
                <a:satMod val="135000"/>
              </a:schemeClr>
              <a:prstClr val="white"/>
            </a:duotone>
            <a:extLst>
              <a:ext uri="{BEBA8EAE-BF5A-486C-A8C5-ECC9F3942E4B}">
                <a14:imgProps xmlns:a14="http://schemas.microsoft.com/office/drawing/2010/main">
                  <a14:imgLayer r:embed="rId6">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382846" y="6104107"/>
            <a:ext cx="421317" cy="486136"/>
          </a:xfrm>
          <a:prstGeom prst="rect">
            <a:avLst/>
          </a:prstGeom>
        </p:spPr>
      </p:pic>
      <p:cxnSp>
        <p:nvCxnSpPr>
          <p:cNvPr id="10" name="Rechte verbindingslijn 15">
            <a:extLst>
              <a:ext uri="{FF2B5EF4-FFF2-40B4-BE49-F238E27FC236}">
                <a16:creationId xmlns:a16="http://schemas.microsoft.com/office/drawing/2014/main" id="{DF6EFF09-6880-D79A-7953-D27E326AE2D9}"/>
              </a:ext>
            </a:extLst>
          </p:cNvPr>
          <p:cNvCxnSpPr>
            <a:cxnSpLocks/>
          </p:cNvCxnSpPr>
          <p:nvPr/>
        </p:nvCxnSpPr>
        <p:spPr>
          <a:xfrm flipV="1">
            <a:off x="0" y="6590243"/>
            <a:ext cx="11663806" cy="8870"/>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371F5173-333E-D8F7-3EB2-0C6131776E89}"/>
              </a:ext>
            </a:extLst>
          </p:cNvPr>
          <p:cNvPicPr>
            <a:picLocks noChangeAspect="1"/>
          </p:cNvPicPr>
          <p:nvPr/>
        </p:nvPicPr>
        <p:blipFill rotWithShape="1">
          <a:blip r:embed="rId7"/>
          <a:srcRect l="4482" t="53037" r="553" b="1200"/>
          <a:stretch/>
        </p:blipFill>
        <p:spPr>
          <a:xfrm>
            <a:off x="8264401" y="1275406"/>
            <a:ext cx="3329103" cy="1803532"/>
          </a:xfrm>
          <a:prstGeom prst="rect">
            <a:avLst/>
          </a:prstGeom>
        </p:spPr>
      </p:pic>
      <p:sp>
        <p:nvSpPr>
          <p:cNvPr id="21" name="TextBox 20">
            <a:extLst>
              <a:ext uri="{FF2B5EF4-FFF2-40B4-BE49-F238E27FC236}">
                <a16:creationId xmlns:a16="http://schemas.microsoft.com/office/drawing/2014/main" id="{49B922AB-1E0C-C966-3192-777A894C6DD2}"/>
              </a:ext>
            </a:extLst>
          </p:cNvPr>
          <p:cNvSpPr txBox="1"/>
          <p:nvPr/>
        </p:nvSpPr>
        <p:spPr>
          <a:xfrm>
            <a:off x="140214" y="329590"/>
            <a:ext cx="6117336" cy="1200329"/>
          </a:xfrm>
          <a:prstGeom prst="rect">
            <a:avLst/>
          </a:prstGeom>
          <a:noFill/>
        </p:spPr>
        <p:txBody>
          <a:bodyPr wrap="square">
            <a:spAutoFit/>
          </a:bodyPr>
          <a:lstStyle/>
          <a:p>
            <a:r>
              <a:rPr lang="en-GB" sz="3600" b="1" dirty="0">
                <a:solidFill>
                  <a:schemeClr val="tx2"/>
                </a:solidFill>
              </a:rPr>
              <a:t>Light-Dark Treatment Schedule</a:t>
            </a:r>
          </a:p>
        </p:txBody>
      </p:sp>
      <p:sp>
        <p:nvSpPr>
          <p:cNvPr id="5" name="CasellaDiTesto 1">
            <a:extLst>
              <a:ext uri="{FF2B5EF4-FFF2-40B4-BE49-F238E27FC236}">
                <a16:creationId xmlns:a16="http://schemas.microsoft.com/office/drawing/2014/main" id="{409A4552-4A0C-F4D0-25DD-30D94927071D}"/>
              </a:ext>
            </a:extLst>
          </p:cNvPr>
          <p:cNvSpPr txBox="1"/>
          <p:nvPr/>
        </p:nvSpPr>
        <p:spPr>
          <a:xfrm>
            <a:off x="2625910" y="5066791"/>
            <a:ext cx="3226404" cy="461665"/>
          </a:xfrm>
          <a:prstGeom prst="rect">
            <a:avLst/>
          </a:prstGeom>
          <a:noFill/>
        </p:spPr>
        <p:txBody>
          <a:bodyPr wrap="square" rtlCol="0">
            <a:spAutoFit/>
          </a:bodyPr>
          <a:lstStyle/>
          <a:p>
            <a:r>
              <a:rPr lang="en" sz="2400" b="1" dirty="0"/>
              <a:t>45’</a:t>
            </a:r>
          </a:p>
        </p:txBody>
      </p:sp>
      <p:cxnSp>
        <p:nvCxnSpPr>
          <p:cNvPr id="11" name="Straight Connector 10">
            <a:extLst>
              <a:ext uri="{FF2B5EF4-FFF2-40B4-BE49-F238E27FC236}">
                <a16:creationId xmlns:a16="http://schemas.microsoft.com/office/drawing/2014/main" id="{DEB8852C-D0C9-B0D2-2EE1-8A518D8A9D31}"/>
              </a:ext>
            </a:extLst>
          </p:cNvPr>
          <p:cNvCxnSpPr>
            <a:cxnSpLocks/>
          </p:cNvCxnSpPr>
          <p:nvPr/>
        </p:nvCxnSpPr>
        <p:spPr>
          <a:xfrm>
            <a:off x="861559" y="3584356"/>
            <a:ext cx="0" cy="411410"/>
          </a:xfrm>
          <a:prstGeom prst="line">
            <a:avLst/>
          </a:prstGeom>
          <a:ln w="28575"/>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5E3C9F9E-6698-C503-12FD-605E9D13087F}"/>
              </a:ext>
            </a:extLst>
          </p:cNvPr>
          <p:cNvCxnSpPr/>
          <p:nvPr/>
        </p:nvCxnSpPr>
        <p:spPr>
          <a:xfrm flipV="1">
            <a:off x="10542019" y="3291818"/>
            <a:ext cx="0" cy="283187"/>
          </a:xfrm>
          <a:prstGeom prst="line">
            <a:avLst/>
          </a:prstGeom>
          <a:ln w="28575"/>
        </p:spPr>
        <p:style>
          <a:lnRef idx="1">
            <a:schemeClr val="dk1"/>
          </a:lnRef>
          <a:fillRef idx="0">
            <a:schemeClr val="dk1"/>
          </a:fillRef>
          <a:effectRef idx="0">
            <a:schemeClr val="dk1"/>
          </a:effectRef>
          <a:fontRef idx="minor">
            <a:schemeClr val="tx1"/>
          </a:fontRef>
        </p:style>
      </p:cxnSp>
      <p:pic>
        <p:nvPicPr>
          <p:cNvPr id="59" name="Picture 58">
            <a:extLst>
              <a:ext uri="{FF2B5EF4-FFF2-40B4-BE49-F238E27FC236}">
                <a16:creationId xmlns:a16="http://schemas.microsoft.com/office/drawing/2014/main" id="{E70BB620-60A6-DC31-A4CE-6BBDE8774E84}"/>
              </a:ext>
            </a:extLst>
          </p:cNvPr>
          <p:cNvPicPr>
            <a:picLocks noChangeAspect="1"/>
          </p:cNvPicPr>
          <p:nvPr/>
        </p:nvPicPr>
        <p:blipFill>
          <a:blip r:embed="rId8">
            <a:duotone>
              <a:schemeClr val="accent2">
                <a:shade val="45000"/>
                <a:satMod val="135000"/>
              </a:schemeClr>
              <a:prstClr val="white"/>
            </a:duotone>
          </a:blip>
          <a:stretch>
            <a:fillRect/>
          </a:stretch>
        </p:blipFill>
        <p:spPr>
          <a:xfrm>
            <a:off x="10271216" y="3712595"/>
            <a:ext cx="1770202" cy="796591"/>
          </a:xfrm>
          <a:prstGeom prst="rect">
            <a:avLst/>
          </a:prstGeom>
        </p:spPr>
      </p:pic>
    </p:spTree>
    <p:extLst>
      <p:ext uri="{BB962C8B-B14F-4D97-AF65-F5344CB8AC3E}">
        <p14:creationId xmlns:p14="http://schemas.microsoft.com/office/powerpoint/2010/main" val="809996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9"/>
                                        </p:tgtEl>
                                        <p:attrNameLst>
                                          <p:attrName>style.visibility</p:attrName>
                                        </p:attrNameLst>
                                      </p:cBhvr>
                                      <p:to>
                                        <p:strVal val="visible"/>
                                      </p:to>
                                    </p:set>
                                    <p:anim calcmode="lin" valueType="num">
                                      <p:cBhvr additive="base">
                                        <p:cTn id="11" dur="500" fill="hold"/>
                                        <p:tgtEl>
                                          <p:spTgt spid="59"/>
                                        </p:tgtEl>
                                        <p:attrNameLst>
                                          <p:attrName>ppt_x</p:attrName>
                                        </p:attrNameLst>
                                      </p:cBhvr>
                                      <p:tavLst>
                                        <p:tav tm="0">
                                          <p:val>
                                            <p:strVal val="#ppt_x"/>
                                          </p:val>
                                        </p:tav>
                                        <p:tav tm="100000">
                                          <p:val>
                                            <p:strVal val="#ppt_x"/>
                                          </p:val>
                                        </p:tav>
                                      </p:tavLst>
                                    </p:anim>
                                    <p:anim calcmode="lin" valueType="num">
                                      <p:cBhvr additive="base">
                                        <p:cTn id="12"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ella 7">
            <a:extLst>
              <a:ext uri="{FF2B5EF4-FFF2-40B4-BE49-F238E27FC236}">
                <a16:creationId xmlns:a16="http://schemas.microsoft.com/office/drawing/2014/main" id="{A44E24CE-766E-7856-37D6-04F2E2F987A1}"/>
              </a:ext>
            </a:extLst>
          </p:cNvPr>
          <p:cNvGraphicFramePr>
            <a:graphicFrameLocks noGrp="1"/>
          </p:cNvGraphicFramePr>
          <p:nvPr>
            <p:extLst>
              <p:ext uri="{D42A27DB-BD31-4B8C-83A1-F6EECF244321}">
                <p14:modId xmlns:p14="http://schemas.microsoft.com/office/powerpoint/2010/main" val="1848690078"/>
              </p:ext>
            </p:extLst>
          </p:nvPr>
        </p:nvGraphicFramePr>
        <p:xfrm>
          <a:off x="4225029" y="3160491"/>
          <a:ext cx="3702717" cy="2385604"/>
        </p:xfrm>
        <a:graphic>
          <a:graphicData uri="http://schemas.openxmlformats.org/drawingml/2006/table">
            <a:tbl>
              <a:tblPr firstRow="1" bandRow="1">
                <a:tableStyleId>{F5AB1C69-6EDB-4FF4-983F-18BD219EF322}</a:tableStyleId>
              </a:tblPr>
              <a:tblGrid>
                <a:gridCol w="1234239">
                  <a:extLst>
                    <a:ext uri="{9D8B030D-6E8A-4147-A177-3AD203B41FA5}">
                      <a16:colId xmlns:a16="http://schemas.microsoft.com/office/drawing/2014/main" val="3521794437"/>
                    </a:ext>
                  </a:extLst>
                </a:gridCol>
                <a:gridCol w="1234239">
                  <a:extLst>
                    <a:ext uri="{9D8B030D-6E8A-4147-A177-3AD203B41FA5}">
                      <a16:colId xmlns:a16="http://schemas.microsoft.com/office/drawing/2014/main" val="2980918799"/>
                    </a:ext>
                  </a:extLst>
                </a:gridCol>
                <a:gridCol w="1234239">
                  <a:extLst>
                    <a:ext uri="{9D8B030D-6E8A-4147-A177-3AD203B41FA5}">
                      <a16:colId xmlns:a16="http://schemas.microsoft.com/office/drawing/2014/main" val="980194040"/>
                    </a:ext>
                  </a:extLst>
                </a:gridCol>
              </a:tblGrid>
              <a:tr h="596401">
                <a:tc>
                  <a:txBody>
                    <a:bodyPr/>
                    <a:lstStyle/>
                    <a:p>
                      <a:pPr algn="ctr"/>
                      <a:r>
                        <a:rPr lang="it-IT" sz="1400" dirty="0"/>
                        <a:t>Breakfast</a:t>
                      </a:r>
                      <a:endParaRPr lang="it-IT" sz="1400" dirty="0">
                        <a:solidFill>
                          <a:schemeClr val="tx1"/>
                        </a:solidFill>
                      </a:endParaRPr>
                    </a:p>
                  </a:txBody>
                  <a:tcPr marL="91442" marR="91442" marT="45727" marB="45727" anchor="ctr"/>
                </a:tc>
                <a:tc>
                  <a:txBody>
                    <a:bodyPr/>
                    <a:lstStyle/>
                    <a:p>
                      <a:pPr algn="ctr"/>
                      <a:r>
                        <a:rPr lang="it-IT" sz="1400" dirty="0"/>
                        <a:t>Lunch</a:t>
                      </a:r>
                      <a:endParaRPr lang="it-IT" sz="1400" dirty="0">
                        <a:solidFill>
                          <a:schemeClr val="tx1"/>
                        </a:solidFill>
                      </a:endParaRPr>
                    </a:p>
                  </a:txBody>
                  <a:tcPr marL="91442" marR="91442" marT="45727" marB="45727" anchor="ctr"/>
                </a:tc>
                <a:tc>
                  <a:txBody>
                    <a:bodyPr/>
                    <a:lstStyle/>
                    <a:p>
                      <a:pPr algn="ctr"/>
                      <a:r>
                        <a:rPr lang="it-IT" sz="1400" dirty="0"/>
                        <a:t>Dinner</a:t>
                      </a:r>
                      <a:endParaRPr lang="it-IT" sz="1400" dirty="0">
                        <a:solidFill>
                          <a:schemeClr val="tx1"/>
                        </a:solidFill>
                      </a:endParaRPr>
                    </a:p>
                  </a:txBody>
                  <a:tcPr marL="91442" marR="91442" marT="45727" marB="45727" anchor="ctr"/>
                </a:tc>
                <a:extLst>
                  <a:ext uri="{0D108BD9-81ED-4DB2-BD59-A6C34878D82A}">
                    <a16:rowId xmlns:a16="http://schemas.microsoft.com/office/drawing/2014/main" val="1373157400"/>
                  </a:ext>
                </a:extLst>
              </a:tr>
              <a:tr h="596401">
                <a:tc>
                  <a:txBody>
                    <a:bodyPr/>
                    <a:lstStyle/>
                    <a:p>
                      <a:pPr algn="ctr"/>
                      <a:r>
                        <a:rPr lang="it-IT" sz="1400" dirty="0"/>
                        <a:t>07:00</a:t>
                      </a:r>
                      <a:endParaRPr lang="it-IT" sz="1400" dirty="0">
                        <a:solidFill>
                          <a:schemeClr val="tx1"/>
                        </a:solidFill>
                      </a:endParaRPr>
                    </a:p>
                  </a:txBody>
                  <a:tcPr marL="91442" marR="91442" marT="45727" marB="45727" anchor="ctr"/>
                </a:tc>
                <a:tc>
                  <a:txBody>
                    <a:bodyPr/>
                    <a:lstStyle/>
                    <a:p>
                      <a:pPr algn="ctr"/>
                      <a:r>
                        <a:rPr lang="it-IT" sz="1400" dirty="0"/>
                        <a:t>12:30</a:t>
                      </a:r>
                      <a:endParaRPr lang="it-IT" sz="1400" dirty="0">
                        <a:solidFill>
                          <a:schemeClr val="tx1"/>
                        </a:solidFill>
                      </a:endParaRPr>
                    </a:p>
                  </a:txBody>
                  <a:tcPr marL="91442" marR="91442" marT="45727" marB="45727" anchor="ctr"/>
                </a:tc>
                <a:tc>
                  <a:txBody>
                    <a:bodyPr/>
                    <a:lstStyle/>
                    <a:p>
                      <a:pPr algn="ctr"/>
                      <a:r>
                        <a:rPr lang="it-IT" sz="1400" dirty="0"/>
                        <a:t>18:30</a:t>
                      </a:r>
                      <a:endParaRPr lang="it-IT" sz="1400" dirty="0">
                        <a:solidFill>
                          <a:schemeClr val="tx1"/>
                        </a:solidFill>
                      </a:endParaRPr>
                    </a:p>
                  </a:txBody>
                  <a:tcPr marL="91442" marR="91442" marT="45727" marB="45727" anchor="ctr"/>
                </a:tc>
                <a:extLst>
                  <a:ext uri="{0D108BD9-81ED-4DB2-BD59-A6C34878D82A}">
                    <a16:rowId xmlns:a16="http://schemas.microsoft.com/office/drawing/2014/main" val="2201736125"/>
                  </a:ext>
                </a:extLst>
              </a:tr>
              <a:tr h="596401">
                <a:tc>
                  <a:txBody>
                    <a:bodyPr/>
                    <a:lstStyle/>
                    <a:p>
                      <a:pPr algn="ctr"/>
                      <a:r>
                        <a:rPr lang="it-IT" sz="1400" dirty="0"/>
                        <a:t>08:00</a:t>
                      </a:r>
                      <a:endParaRPr lang="it-IT" sz="1400" dirty="0">
                        <a:solidFill>
                          <a:schemeClr val="tx1"/>
                        </a:solidFill>
                      </a:endParaRPr>
                    </a:p>
                  </a:txBody>
                  <a:tcPr marL="91442" marR="91442" marT="45727" marB="45727" anchor="ctr"/>
                </a:tc>
                <a:tc>
                  <a:txBody>
                    <a:bodyPr/>
                    <a:lstStyle/>
                    <a:p>
                      <a:pPr algn="ctr"/>
                      <a:r>
                        <a:rPr lang="it-IT" sz="1400" dirty="0"/>
                        <a:t>13:30</a:t>
                      </a:r>
                      <a:endParaRPr lang="it-IT" sz="1400" dirty="0">
                        <a:solidFill>
                          <a:schemeClr val="tx1"/>
                        </a:solidFill>
                      </a:endParaRPr>
                    </a:p>
                  </a:txBody>
                  <a:tcPr marL="91442" marR="91442" marT="45727" marB="45727" anchor="ctr"/>
                </a:tc>
                <a:tc>
                  <a:txBody>
                    <a:bodyPr/>
                    <a:lstStyle/>
                    <a:p>
                      <a:pPr algn="ctr"/>
                      <a:r>
                        <a:rPr lang="it-IT" sz="1400" dirty="0"/>
                        <a:t>19:30</a:t>
                      </a:r>
                      <a:endParaRPr lang="it-IT" sz="1400" dirty="0">
                        <a:solidFill>
                          <a:schemeClr val="tx1"/>
                        </a:solidFill>
                      </a:endParaRPr>
                    </a:p>
                  </a:txBody>
                  <a:tcPr marL="91442" marR="91442" marT="45727" marB="45727" anchor="ctr"/>
                </a:tc>
                <a:extLst>
                  <a:ext uri="{0D108BD9-81ED-4DB2-BD59-A6C34878D82A}">
                    <a16:rowId xmlns:a16="http://schemas.microsoft.com/office/drawing/2014/main" val="3657274289"/>
                  </a:ext>
                </a:extLst>
              </a:tr>
              <a:tr h="596401">
                <a:tc>
                  <a:txBody>
                    <a:bodyPr/>
                    <a:lstStyle/>
                    <a:p>
                      <a:pPr algn="ctr"/>
                      <a:r>
                        <a:rPr lang="it-IT" sz="1400" dirty="0"/>
                        <a:t>09:00</a:t>
                      </a:r>
                      <a:endParaRPr lang="it-IT" sz="1400" dirty="0">
                        <a:solidFill>
                          <a:schemeClr val="tx1"/>
                        </a:solidFill>
                      </a:endParaRPr>
                    </a:p>
                  </a:txBody>
                  <a:tcPr marL="91442" marR="91442" marT="45727" marB="45727" anchor="ctr"/>
                </a:tc>
                <a:tc>
                  <a:txBody>
                    <a:bodyPr/>
                    <a:lstStyle/>
                    <a:p>
                      <a:pPr algn="ctr"/>
                      <a:r>
                        <a:rPr lang="it-IT" sz="1400" dirty="0"/>
                        <a:t>14:30</a:t>
                      </a:r>
                      <a:endParaRPr lang="it-IT" sz="1400" dirty="0">
                        <a:solidFill>
                          <a:schemeClr val="tx1"/>
                        </a:solidFill>
                      </a:endParaRPr>
                    </a:p>
                  </a:txBody>
                  <a:tcPr marL="91442" marR="91442" marT="45727" marB="45727" anchor="ctr"/>
                </a:tc>
                <a:tc>
                  <a:txBody>
                    <a:bodyPr/>
                    <a:lstStyle/>
                    <a:p>
                      <a:pPr algn="ctr"/>
                      <a:r>
                        <a:rPr lang="it-IT" sz="1400" dirty="0"/>
                        <a:t>20:30</a:t>
                      </a:r>
                      <a:endParaRPr lang="it-IT" sz="1400" dirty="0">
                        <a:solidFill>
                          <a:schemeClr val="tx1"/>
                        </a:solidFill>
                      </a:endParaRPr>
                    </a:p>
                  </a:txBody>
                  <a:tcPr marL="91442" marR="91442" marT="45727" marB="45727" anchor="ctr"/>
                </a:tc>
                <a:extLst>
                  <a:ext uri="{0D108BD9-81ED-4DB2-BD59-A6C34878D82A}">
                    <a16:rowId xmlns:a16="http://schemas.microsoft.com/office/drawing/2014/main" val="123063916"/>
                  </a:ext>
                </a:extLst>
              </a:tr>
            </a:tbl>
          </a:graphicData>
        </a:graphic>
      </p:graphicFrame>
      <p:graphicFrame>
        <p:nvGraphicFramePr>
          <p:cNvPr id="5" name="Tabella 24">
            <a:extLst>
              <a:ext uri="{FF2B5EF4-FFF2-40B4-BE49-F238E27FC236}">
                <a16:creationId xmlns:a16="http://schemas.microsoft.com/office/drawing/2014/main" id="{5ACA6E0C-4ADC-E593-31C1-E86B0B028F0E}"/>
              </a:ext>
            </a:extLst>
          </p:cNvPr>
          <p:cNvGraphicFramePr>
            <a:graphicFrameLocks noGrp="1"/>
          </p:cNvGraphicFramePr>
          <p:nvPr>
            <p:extLst>
              <p:ext uri="{D42A27DB-BD31-4B8C-83A1-F6EECF244321}">
                <p14:modId xmlns:p14="http://schemas.microsoft.com/office/powerpoint/2010/main" val="4141907293"/>
              </p:ext>
            </p:extLst>
          </p:nvPr>
        </p:nvGraphicFramePr>
        <p:xfrm>
          <a:off x="8148936" y="3167293"/>
          <a:ext cx="3090698" cy="2385604"/>
        </p:xfrm>
        <a:graphic>
          <a:graphicData uri="http://schemas.openxmlformats.org/drawingml/2006/table">
            <a:tbl>
              <a:tblPr firstRow="1" bandRow="1">
                <a:tableStyleId>{F5AB1C69-6EDB-4FF4-983F-18BD219EF322}</a:tableStyleId>
              </a:tblPr>
              <a:tblGrid>
                <a:gridCol w="1545349">
                  <a:extLst>
                    <a:ext uri="{9D8B030D-6E8A-4147-A177-3AD203B41FA5}">
                      <a16:colId xmlns:a16="http://schemas.microsoft.com/office/drawing/2014/main" val="3521794437"/>
                    </a:ext>
                  </a:extLst>
                </a:gridCol>
                <a:gridCol w="1545349">
                  <a:extLst>
                    <a:ext uri="{9D8B030D-6E8A-4147-A177-3AD203B41FA5}">
                      <a16:colId xmlns:a16="http://schemas.microsoft.com/office/drawing/2014/main" val="2980918799"/>
                    </a:ext>
                  </a:extLst>
                </a:gridCol>
              </a:tblGrid>
              <a:tr h="596401">
                <a:tc>
                  <a:txBody>
                    <a:bodyPr/>
                    <a:lstStyle/>
                    <a:p>
                      <a:pPr algn="ctr"/>
                      <a:r>
                        <a:rPr lang="it-IT" sz="1400" dirty="0"/>
                        <a:t>Morning</a:t>
                      </a:r>
                      <a:endParaRPr lang="it-IT" sz="1400" dirty="0">
                        <a:solidFill>
                          <a:schemeClr val="tx1"/>
                        </a:solidFill>
                      </a:endParaRPr>
                    </a:p>
                  </a:txBody>
                  <a:tcPr marL="91411" marR="91411" marT="45727" marB="45727" anchor="ctr"/>
                </a:tc>
                <a:tc>
                  <a:txBody>
                    <a:bodyPr/>
                    <a:lstStyle/>
                    <a:p>
                      <a:pPr algn="ctr"/>
                      <a:r>
                        <a:rPr lang="it-IT" sz="1400" dirty="0"/>
                        <a:t>Evening</a:t>
                      </a:r>
                      <a:endParaRPr lang="it-IT" sz="1400" dirty="0">
                        <a:solidFill>
                          <a:schemeClr val="tx1"/>
                        </a:solidFill>
                      </a:endParaRPr>
                    </a:p>
                  </a:txBody>
                  <a:tcPr marL="91411" marR="91411" marT="45727" marB="45727" anchor="ctr"/>
                </a:tc>
                <a:extLst>
                  <a:ext uri="{0D108BD9-81ED-4DB2-BD59-A6C34878D82A}">
                    <a16:rowId xmlns:a16="http://schemas.microsoft.com/office/drawing/2014/main" val="1373157400"/>
                  </a:ext>
                </a:extLst>
              </a:tr>
              <a:tr h="596401">
                <a:tc>
                  <a:txBody>
                    <a:bodyPr/>
                    <a:lstStyle/>
                    <a:p>
                      <a:pPr algn="ctr"/>
                      <a:r>
                        <a:rPr lang="it-IT" sz="1400" dirty="0"/>
                        <a:t>08:00-08.30</a:t>
                      </a:r>
                      <a:endParaRPr lang="it-IT" sz="1400" dirty="0">
                        <a:solidFill>
                          <a:schemeClr val="tx1"/>
                        </a:solidFill>
                      </a:endParaRPr>
                    </a:p>
                  </a:txBody>
                  <a:tcPr marL="91411" marR="91411" marT="45727" marB="45727" anchor="ctr"/>
                </a:tc>
                <a:tc>
                  <a:txBody>
                    <a:bodyPr/>
                    <a:lstStyle/>
                    <a:p>
                      <a:pPr algn="ctr"/>
                      <a:r>
                        <a:rPr lang="it-IT" sz="1400" dirty="0"/>
                        <a:t>18:00-18:30</a:t>
                      </a:r>
                      <a:endParaRPr lang="it-IT" sz="1400" dirty="0">
                        <a:solidFill>
                          <a:schemeClr val="tx1"/>
                        </a:solidFill>
                      </a:endParaRPr>
                    </a:p>
                  </a:txBody>
                  <a:tcPr marL="91411" marR="91411" marT="45727" marB="45727" anchor="ctr"/>
                </a:tc>
                <a:extLst>
                  <a:ext uri="{0D108BD9-81ED-4DB2-BD59-A6C34878D82A}">
                    <a16:rowId xmlns:a16="http://schemas.microsoft.com/office/drawing/2014/main" val="2201736125"/>
                  </a:ext>
                </a:extLst>
              </a:tr>
              <a:tr h="596401">
                <a:tc>
                  <a:txBody>
                    <a:bodyPr/>
                    <a:lstStyle/>
                    <a:p>
                      <a:pPr algn="ctr"/>
                      <a:r>
                        <a:rPr lang="it-IT" sz="1400" dirty="0"/>
                        <a:t>09:00-09:30</a:t>
                      </a:r>
                      <a:endParaRPr lang="it-IT" sz="1400" dirty="0">
                        <a:solidFill>
                          <a:schemeClr val="tx1"/>
                        </a:solidFill>
                      </a:endParaRPr>
                    </a:p>
                  </a:txBody>
                  <a:tcPr marL="91411" marR="91411" marT="45727" marB="45727" anchor="ctr"/>
                </a:tc>
                <a:tc>
                  <a:txBody>
                    <a:bodyPr/>
                    <a:lstStyle/>
                    <a:p>
                      <a:pPr algn="ctr"/>
                      <a:r>
                        <a:rPr lang="it-IT" sz="1400" dirty="0"/>
                        <a:t>18:30-19:00</a:t>
                      </a:r>
                      <a:endParaRPr lang="it-IT" sz="1400" dirty="0">
                        <a:solidFill>
                          <a:schemeClr val="tx1"/>
                        </a:solidFill>
                      </a:endParaRPr>
                    </a:p>
                  </a:txBody>
                  <a:tcPr marL="91411" marR="91411" marT="45727" marB="45727" anchor="ctr"/>
                </a:tc>
                <a:extLst>
                  <a:ext uri="{0D108BD9-81ED-4DB2-BD59-A6C34878D82A}">
                    <a16:rowId xmlns:a16="http://schemas.microsoft.com/office/drawing/2014/main" val="3657274289"/>
                  </a:ext>
                </a:extLst>
              </a:tr>
              <a:tr h="596401">
                <a:tc>
                  <a:txBody>
                    <a:bodyPr/>
                    <a:lstStyle/>
                    <a:p>
                      <a:pPr algn="ctr"/>
                      <a:r>
                        <a:rPr lang="it-IT" sz="1400" dirty="0"/>
                        <a:t>10:00-10:30</a:t>
                      </a:r>
                      <a:endParaRPr lang="it-IT" sz="1400" dirty="0">
                        <a:solidFill>
                          <a:schemeClr val="tx1"/>
                        </a:solidFill>
                      </a:endParaRPr>
                    </a:p>
                  </a:txBody>
                  <a:tcPr marL="91411" marR="91411" marT="45727" marB="45727" anchor="ctr"/>
                </a:tc>
                <a:tc>
                  <a:txBody>
                    <a:bodyPr/>
                    <a:lstStyle/>
                    <a:p>
                      <a:pPr algn="ctr"/>
                      <a:r>
                        <a:rPr lang="it-IT" sz="1400" dirty="0"/>
                        <a:t>19:00-19:30</a:t>
                      </a:r>
                      <a:endParaRPr lang="it-IT" sz="1400" dirty="0">
                        <a:solidFill>
                          <a:schemeClr val="tx1"/>
                        </a:solidFill>
                      </a:endParaRPr>
                    </a:p>
                  </a:txBody>
                  <a:tcPr marL="91411" marR="91411" marT="45727" marB="45727" anchor="ctr"/>
                </a:tc>
                <a:extLst>
                  <a:ext uri="{0D108BD9-81ED-4DB2-BD59-A6C34878D82A}">
                    <a16:rowId xmlns:a16="http://schemas.microsoft.com/office/drawing/2014/main" val="123063916"/>
                  </a:ext>
                </a:extLst>
              </a:tr>
            </a:tbl>
          </a:graphicData>
        </a:graphic>
      </p:graphicFrame>
      <p:graphicFrame>
        <p:nvGraphicFramePr>
          <p:cNvPr id="7" name="Tabella 11">
            <a:extLst>
              <a:ext uri="{FF2B5EF4-FFF2-40B4-BE49-F238E27FC236}">
                <a16:creationId xmlns:a16="http://schemas.microsoft.com/office/drawing/2014/main" id="{445EF21D-99F2-42B8-3672-3B9C07A1A1F3}"/>
              </a:ext>
            </a:extLst>
          </p:cNvPr>
          <p:cNvGraphicFramePr>
            <a:graphicFrameLocks noGrp="1"/>
          </p:cNvGraphicFramePr>
          <p:nvPr>
            <p:extLst>
              <p:ext uri="{D42A27DB-BD31-4B8C-83A1-F6EECF244321}">
                <p14:modId xmlns:p14="http://schemas.microsoft.com/office/powerpoint/2010/main" val="736716702"/>
              </p:ext>
            </p:extLst>
          </p:nvPr>
        </p:nvGraphicFramePr>
        <p:xfrm>
          <a:off x="913142" y="3152686"/>
          <a:ext cx="3090697" cy="2408392"/>
        </p:xfrm>
        <a:graphic>
          <a:graphicData uri="http://schemas.openxmlformats.org/drawingml/2006/table">
            <a:tbl>
              <a:tblPr firstRow="1" bandRow="1">
                <a:tableStyleId>{F5AB1C69-6EDB-4FF4-983F-18BD219EF322}</a:tableStyleId>
              </a:tblPr>
              <a:tblGrid>
                <a:gridCol w="1566796">
                  <a:extLst>
                    <a:ext uri="{9D8B030D-6E8A-4147-A177-3AD203B41FA5}">
                      <a16:colId xmlns:a16="http://schemas.microsoft.com/office/drawing/2014/main" val="3521794437"/>
                    </a:ext>
                  </a:extLst>
                </a:gridCol>
                <a:gridCol w="1523901">
                  <a:extLst>
                    <a:ext uri="{9D8B030D-6E8A-4147-A177-3AD203B41FA5}">
                      <a16:colId xmlns:a16="http://schemas.microsoft.com/office/drawing/2014/main" val="2980918799"/>
                    </a:ext>
                  </a:extLst>
                </a:gridCol>
              </a:tblGrid>
              <a:tr h="596401">
                <a:tc>
                  <a:txBody>
                    <a:bodyPr/>
                    <a:lstStyle/>
                    <a:p>
                      <a:pPr algn="ctr"/>
                      <a:r>
                        <a:rPr lang="it-IT" sz="1400" dirty="0"/>
                        <a:t>Morning</a:t>
                      </a:r>
                      <a:endParaRPr lang="it-IT" sz="1400" dirty="0">
                        <a:solidFill>
                          <a:schemeClr val="tx1"/>
                        </a:solidFill>
                      </a:endParaRPr>
                    </a:p>
                  </a:txBody>
                  <a:tcPr marL="91411" marR="91411" marT="45727" marB="45727" anchor="ctr"/>
                </a:tc>
                <a:tc>
                  <a:txBody>
                    <a:bodyPr/>
                    <a:lstStyle/>
                    <a:p>
                      <a:pPr algn="ctr"/>
                      <a:r>
                        <a:rPr lang="it-IT" sz="1400" dirty="0"/>
                        <a:t>Evening</a:t>
                      </a:r>
                      <a:endParaRPr lang="it-IT" sz="1400" dirty="0">
                        <a:solidFill>
                          <a:schemeClr val="tx1"/>
                        </a:solidFill>
                      </a:endParaRPr>
                    </a:p>
                  </a:txBody>
                  <a:tcPr marL="91411" marR="91411" marT="45727" marB="45727" anchor="ctr"/>
                </a:tc>
                <a:extLst>
                  <a:ext uri="{0D108BD9-81ED-4DB2-BD59-A6C34878D82A}">
                    <a16:rowId xmlns:a16="http://schemas.microsoft.com/office/drawing/2014/main" val="1373157400"/>
                  </a:ext>
                </a:extLst>
              </a:tr>
              <a:tr h="619189">
                <a:tc>
                  <a:txBody>
                    <a:bodyPr/>
                    <a:lstStyle/>
                    <a:p>
                      <a:pPr algn="ctr"/>
                      <a:r>
                        <a:rPr lang="it-IT" sz="1400" dirty="0"/>
                        <a:t>06:45</a:t>
                      </a:r>
                      <a:endParaRPr lang="it-IT" sz="1400" dirty="0">
                        <a:solidFill>
                          <a:schemeClr val="tx1"/>
                        </a:solidFill>
                      </a:endParaRPr>
                    </a:p>
                  </a:txBody>
                  <a:tcPr marL="91411" marR="91411" marT="45727" marB="45727" anchor="ctr"/>
                </a:tc>
                <a:tc>
                  <a:txBody>
                    <a:bodyPr/>
                    <a:lstStyle/>
                    <a:p>
                      <a:pPr algn="ctr"/>
                      <a:r>
                        <a:rPr lang="it-IT" sz="1400" dirty="0"/>
                        <a:t>20:00</a:t>
                      </a:r>
                      <a:endParaRPr lang="it-IT" sz="1400" dirty="0">
                        <a:solidFill>
                          <a:schemeClr val="tx1"/>
                        </a:solidFill>
                      </a:endParaRPr>
                    </a:p>
                  </a:txBody>
                  <a:tcPr marL="91411" marR="91411" marT="45727" marB="45727" anchor="ctr"/>
                </a:tc>
                <a:extLst>
                  <a:ext uri="{0D108BD9-81ED-4DB2-BD59-A6C34878D82A}">
                    <a16:rowId xmlns:a16="http://schemas.microsoft.com/office/drawing/2014/main" val="2201736125"/>
                  </a:ext>
                </a:extLst>
              </a:tr>
              <a:tr h="596401">
                <a:tc>
                  <a:txBody>
                    <a:bodyPr/>
                    <a:lstStyle/>
                    <a:p>
                      <a:pPr algn="ctr"/>
                      <a:r>
                        <a:rPr lang="it-IT" sz="1400" dirty="0"/>
                        <a:t>07:45</a:t>
                      </a:r>
                      <a:endParaRPr lang="it-IT" sz="1400" dirty="0">
                        <a:solidFill>
                          <a:schemeClr val="tx1"/>
                        </a:solidFill>
                      </a:endParaRPr>
                    </a:p>
                  </a:txBody>
                  <a:tcPr marL="91411" marR="91411" marT="45727" marB="45727" anchor="ctr"/>
                </a:tc>
                <a:tc>
                  <a:txBody>
                    <a:bodyPr/>
                    <a:lstStyle/>
                    <a:p>
                      <a:pPr algn="ctr"/>
                      <a:r>
                        <a:rPr lang="it-IT" sz="1400" dirty="0"/>
                        <a:t>21:00</a:t>
                      </a:r>
                      <a:endParaRPr lang="it-IT" sz="1400" dirty="0">
                        <a:solidFill>
                          <a:schemeClr val="tx1"/>
                        </a:solidFill>
                      </a:endParaRPr>
                    </a:p>
                  </a:txBody>
                  <a:tcPr marL="91411" marR="91411" marT="45727" marB="45727" anchor="ctr"/>
                </a:tc>
                <a:extLst>
                  <a:ext uri="{0D108BD9-81ED-4DB2-BD59-A6C34878D82A}">
                    <a16:rowId xmlns:a16="http://schemas.microsoft.com/office/drawing/2014/main" val="3657274289"/>
                  </a:ext>
                </a:extLst>
              </a:tr>
              <a:tr h="596401">
                <a:tc>
                  <a:txBody>
                    <a:bodyPr/>
                    <a:lstStyle/>
                    <a:p>
                      <a:pPr algn="ctr"/>
                      <a:r>
                        <a:rPr lang="it-IT" sz="1400" dirty="0"/>
                        <a:t>08:45</a:t>
                      </a:r>
                      <a:endParaRPr lang="it-IT" sz="1400" dirty="0">
                        <a:solidFill>
                          <a:schemeClr val="tx1"/>
                        </a:solidFill>
                      </a:endParaRPr>
                    </a:p>
                  </a:txBody>
                  <a:tcPr marL="91411" marR="91411" marT="45727" marB="45727" anchor="ctr"/>
                </a:tc>
                <a:tc>
                  <a:txBody>
                    <a:bodyPr/>
                    <a:lstStyle/>
                    <a:p>
                      <a:pPr algn="ctr"/>
                      <a:r>
                        <a:rPr lang="it-IT" sz="1400" dirty="0"/>
                        <a:t>22:00</a:t>
                      </a:r>
                      <a:endParaRPr lang="it-IT" sz="1400" dirty="0">
                        <a:solidFill>
                          <a:schemeClr val="tx1"/>
                        </a:solidFill>
                      </a:endParaRPr>
                    </a:p>
                  </a:txBody>
                  <a:tcPr marL="91411" marR="91411" marT="45727" marB="45727" anchor="ctr"/>
                </a:tc>
                <a:extLst>
                  <a:ext uri="{0D108BD9-81ED-4DB2-BD59-A6C34878D82A}">
                    <a16:rowId xmlns:a16="http://schemas.microsoft.com/office/drawing/2014/main" val="123063916"/>
                  </a:ext>
                </a:extLst>
              </a:tr>
            </a:tbl>
          </a:graphicData>
        </a:graphic>
      </p:graphicFrame>
      <p:pic>
        <p:nvPicPr>
          <p:cNvPr id="10" name="Afbeelding 14">
            <a:extLst>
              <a:ext uri="{FF2B5EF4-FFF2-40B4-BE49-F238E27FC236}">
                <a16:creationId xmlns:a16="http://schemas.microsoft.com/office/drawing/2014/main" id="{E8095809-24EA-2339-8383-03998256D862}"/>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32724" y="6129046"/>
            <a:ext cx="421317" cy="486136"/>
          </a:xfrm>
          <a:prstGeom prst="rect">
            <a:avLst/>
          </a:prstGeom>
        </p:spPr>
      </p:pic>
      <p:cxnSp>
        <p:nvCxnSpPr>
          <p:cNvPr id="12" name="Rechte verbindingslijn 15">
            <a:extLst>
              <a:ext uri="{FF2B5EF4-FFF2-40B4-BE49-F238E27FC236}">
                <a16:creationId xmlns:a16="http://schemas.microsoft.com/office/drawing/2014/main" id="{2923CCA2-F0BC-D1D2-1B38-9C1EDDAE41E6}"/>
              </a:ext>
            </a:extLst>
          </p:cNvPr>
          <p:cNvCxnSpPr>
            <a:cxnSpLocks/>
          </p:cNvCxnSpPr>
          <p:nvPr/>
        </p:nvCxnSpPr>
        <p:spPr>
          <a:xfrm flipV="1">
            <a:off x="0" y="6590243"/>
            <a:ext cx="11655493" cy="8870"/>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AEA28F06-4061-6D39-BE3C-CD3BDEE2FCEB}"/>
              </a:ext>
            </a:extLst>
          </p:cNvPr>
          <p:cNvPicPr>
            <a:picLocks noChangeAspect="1"/>
          </p:cNvPicPr>
          <p:nvPr/>
        </p:nvPicPr>
        <p:blipFill>
          <a:blip r:embed="rId5">
            <a:duotone>
              <a:schemeClr val="accent3">
                <a:shade val="45000"/>
                <a:satMod val="135000"/>
              </a:schemeClr>
              <a:prstClr val="white"/>
            </a:duotone>
            <a:extLst>
              <a:ext uri="{BEBA8EAE-BF5A-486C-A8C5-ECC9F3942E4B}">
                <a14:imgProps xmlns:a14="http://schemas.microsoft.com/office/drawing/2010/main">
                  <a14:imgLayer r:embed="rId6">
                    <a14:imgEffect>
                      <a14:colorTemperature colorTemp="4700"/>
                    </a14:imgEffect>
                    <a14:imgEffect>
                      <a14:saturation sat="200000"/>
                    </a14:imgEffect>
                  </a14:imgLayer>
                </a14:imgProps>
              </a:ext>
            </a:extLst>
          </a:blip>
          <a:stretch>
            <a:fillRect/>
          </a:stretch>
        </p:blipFill>
        <p:spPr>
          <a:xfrm>
            <a:off x="5048250" y="973779"/>
            <a:ext cx="2095500" cy="2057400"/>
          </a:xfrm>
          <a:prstGeom prst="ellipse">
            <a:avLst/>
          </a:prstGeom>
          <a:ln>
            <a:noFill/>
          </a:ln>
          <a:effectLst/>
        </p:spPr>
      </p:pic>
      <p:pic>
        <p:nvPicPr>
          <p:cNvPr id="2" name="Afbeelding 9">
            <a:extLst>
              <a:ext uri="{FF2B5EF4-FFF2-40B4-BE49-F238E27FC236}">
                <a16:creationId xmlns:a16="http://schemas.microsoft.com/office/drawing/2014/main" id="{DC870FA2-7066-5243-F4CD-00CBBDA0EDB9}"/>
              </a:ext>
            </a:extLst>
          </p:cNvPr>
          <p:cNvPicPr>
            <a:picLocks noChangeAspect="1"/>
          </p:cNvPicPr>
          <p:nvPr/>
        </p:nvPicPr>
        <p:blipFill rotWithShape="1">
          <a:blip r:embed="rId7">
            <a:duotone>
              <a:schemeClr val="accent3">
                <a:shade val="45000"/>
                <a:satMod val="135000"/>
              </a:schemeClr>
              <a:prstClr val="white"/>
            </a:duotone>
            <a:extLst>
              <a:ext uri="{BEBA8EAE-BF5A-486C-A8C5-ECC9F3942E4B}">
                <a14:imgProps xmlns:a14="http://schemas.microsoft.com/office/drawing/2010/main">
                  <a14:imgLayer r:embed="rId8">
                    <a14:imgEffect>
                      <a14:colorTemperature colorTemp="11200"/>
                    </a14:imgEffect>
                  </a14:imgLayer>
                </a14:imgProps>
              </a:ext>
            </a:extLst>
          </a:blip>
          <a:srcRect t="12790" b="6533"/>
          <a:stretch/>
        </p:blipFill>
        <p:spPr>
          <a:xfrm>
            <a:off x="8725069" y="1104487"/>
            <a:ext cx="1728643" cy="1832208"/>
          </a:xfrm>
          <a:prstGeom prst="rect">
            <a:avLst/>
          </a:prstGeom>
        </p:spPr>
      </p:pic>
      <p:pic>
        <p:nvPicPr>
          <p:cNvPr id="6" name="Picture 5">
            <a:extLst>
              <a:ext uri="{FF2B5EF4-FFF2-40B4-BE49-F238E27FC236}">
                <a16:creationId xmlns:a16="http://schemas.microsoft.com/office/drawing/2014/main" id="{B84714E4-BDC2-6485-2C9A-D71FD3F1930B}"/>
              </a:ext>
            </a:extLst>
          </p:cNvPr>
          <p:cNvPicPr>
            <a:picLocks noChangeAspect="1"/>
          </p:cNvPicPr>
          <p:nvPr/>
        </p:nvPicPr>
        <p:blipFill>
          <a:blip r:embed="rId9">
            <a:clrChange>
              <a:clrFrom>
                <a:srgbClr val="EFF8FF"/>
              </a:clrFrom>
              <a:clrTo>
                <a:srgbClr val="EFF8FF">
                  <a:alpha val="0"/>
                </a:srgbClr>
              </a:clrTo>
            </a:clrChange>
            <a:alphaModFix/>
            <a:extLst>
              <a:ext uri="{BEBA8EAE-BF5A-486C-A8C5-ECC9F3942E4B}">
                <a14:imgProps xmlns:a14="http://schemas.microsoft.com/office/drawing/2010/main">
                  <a14:imgLayer r:embed="rId10">
                    <a14:imgEffect>
                      <a14:colorTemperature colorTemp="5900"/>
                    </a14:imgEffect>
                  </a14:imgLayer>
                </a14:imgProps>
              </a:ext>
            </a:extLst>
          </a:blip>
          <a:stretch>
            <a:fillRect/>
          </a:stretch>
        </p:blipFill>
        <p:spPr>
          <a:xfrm>
            <a:off x="975864" y="879295"/>
            <a:ext cx="2933897" cy="1962916"/>
          </a:xfrm>
          <a:prstGeom prst="rect">
            <a:avLst/>
          </a:prstGeom>
        </p:spPr>
      </p:pic>
    </p:spTree>
    <p:extLst>
      <p:ext uri="{BB962C8B-B14F-4D97-AF65-F5344CB8AC3E}">
        <p14:creationId xmlns:p14="http://schemas.microsoft.com/office/powerpoint/2010/main" val="3409128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13BDEC-BE3F-84F5-C026-377E042E4806}"/>
              </a:ext>
            </a:extLst>
          </p:cNvPr>
          <p:cNvSpPr txBox="1"/>
          <p:nvPr/>
        </p:nvSpPr>
        <p:spPr>
          <a:xfrm>
            <a:off x="476250" y="542925"/>
            <a:ext cx="8696325" cy="5429250"/>
          </a:xfrm>
          <a:prstGeom prst="rect">
            <a:avLst/>
          </a:prstGeom>
        </p:spPr>
        <p:txBody>
          <a:bodyPr vert="horz" lIns="91440" tIns="45720" rIns="91440" bIns="45720" rtlCol="0" anchor="ctr">
            <a:normAutofit/>
          </a:bodyPr>
          <a:lstStyle/>
          <a:p>
            <a:pPr defTabSz="914354">
              <a:lnSpc>
                <a:spcPct val="90000"/>
              </a:lnSpc>
              <a:spcBef>
                <a:spcPct val="0"/>
              </a:spcBef>
              <a:spcAft>
                <a:spcPts val="600"/>
              </a:spcAft>
            </a:pPr>
            <a:r>
              <a:rPr lang="en-US" sz="2800" b="1" dirty="0">
                <a:solidFill>
                  <a:schemeClr val="tx2"/>
                </a:solidFill>
                <a:latin typeface="+mj-lt"/>
                <a:ea typeface="+mj-ea"/>
                <a:cs typeface="+mj-cs"/>
              </a:rPr>
              <a:t>Primary outcome (</a:t>
            </a:r>
            <a:r>
              <a:rPr lang="en-GB" sz="2800" b="1" dirty="0">
                <a:solidFill>
                  <a:schemeClr val="tx2"/>
                </a:solidFill>
                <a:latin typeface="+mj-lt"/>
                <a:ea typeface="Times New Roman" panose="02020603050405020304" pitchFamily="18" charset="0"/>
                <a:cs typeface="Times New Roman" panose="02020603050405020304" pitchFamily="18" charset="0"/>
              </a:rPr>
              <a:t>Actigraphy &amp; Diary)</a:t>
            </a:r>
          </a:p>
          <a:p>
            <a:pPr defTabSz="914354">
              <a:lnSpc>
                <a:spcPct val="90000"/>
              </a:lnSpc>
              <a:spcBef>
                <a:spcPct val="0"/>
              </a:spcBef>
              <a:spcAft>
                <a:spcPts val="600"/>
              </a:spcAft>
            </a:pPr>
            <a:endParaRPr lang="en-US" sz="2800" b="1" dirty="0">
              <a:solidFill>
                <a:schemeClr val="tx2"/>
              </a:solidFill>
              <a:effectLst>
                <a:outerShdw blurRad="38100" dist="38100" dir="2700000" algn="tl">
                  <a:srgbClr val="000000">
                    <a:alpha val="43137"/>
                  </a:srgbClr>
                </a:outerShdw>
              </a:effectLst>
              <a:latin typeface="+mj-lt"/>
              <a:ea typeface="+mj-ea"/>
              <a:cs typeface="+mj-cs"/>
            </a:endParaRPr>
          </a:p>
          <a:p>
            <a:pPr>
              <a:lnSpc>
                <a:spcPct val="150000"/>
              </a:lnSpc>
              <a:spcAft>
                <a:spcPts val="800"/>
              </a:spcAft>
            </a:pPr>
            <a:r>
              <a:rPr lang="en-GB" sz="2600" dirty="0">
                <a:solidFill>
                  <a:srgbClr val="000000"/>
                </a:solidFill>
                <a:effectLst/>
                <a:ea typeface="Times New Roman" panose="02020603050405020304" pitchFamily="18" charset="0"/>
                <a:cs typeface="Times New Roman" panose="02020603050405020304" pitchFamily="18" charset="0"/>
              </a:rPr>
              <a:t>Change in :</a:t>
            </a:r>
          </a:p>
          <a:p>
            <a:pPr marL="457200" indent="-457200">
              <a:lnSpc>
                <a:spcPct val="150000"/>
              </a:lnSpc>
              <a:spcAft>
                <a:spcPts val="800"/>
              </a:spcAft>
              <a:buFont typeface="Arial" panose="020B0604020202020204" pitchFamily="34" charset="0"/>
              <a:buChar char="•"/>
            </a:pPr>
            <a:r>
              <a:rPr lang="en-GB" sz="2600" dirty="0">
                <a:solidFill>
                  <a:srgbClr val="000000"/>
                </a:solidFill>
                <a:effectLst/>
                <a:ea typeface="Times New Roman" panose="02020603050405020304" pitchFamily="18" charset="0"/>
                <a:cs typeface="Times New Roman" panose="02020603050405020304" pitchFamily="18" charset="0"/>
              </a:rPr>
              <a:t>sleep onset latency </a:t>
            </a:r>
          </a:p>
          <a:p>
            <a:pPr marL="457200" indent="-457200">
              <a:lnSpc>
                <a:spcPct val="150000"/>
              </a:lnSpc>
              <a:spcAft>
                <a:spcPts val="800"/>
              </a:spcAft>
              <a:buFont typeface="Arial" panose="020B0604020202020204" pitchFamily="34" charset="0"/>
              <a:buChar char="•"/>
            </a:pPr>
            <a:r>
              <a:rPr lang="en-GB" sz="2600" dirty="0">
                <a:solidFill>
                  <a:srgbClr val="000000"/>
                </a:solidFill>
                <a:effectLst/>
                <a:ea typeface="Times New Roman" panose="02020603050405020304" pitchFamily="18" charset="0"/>
                <a:cs typeface="Times New Roman" panose="02020603050405020304" pitchFamily="18" charset="0"/>
              </a:rPr>
              <a:t>sleep duration </a:t>
            </a:r>
          </a:p>
          <a:p>
            <a:pPr marL="457200" indent="-457200">
              <a:lnSpc>
                <a:spcPct val="150000"/>
              </a:lnSpc>
              <a:spcAft>
                <a:spcPts val="800"/>
              </a:spcAft>
              <a:buFont typeface="Arial" panose="020B0604020202020204" pitchFamily="34" charset="0"/>
              <a:buChar char="•"/>
            </a:pPr>
            <a:r>
              <a:rPr lang="en-GB" sz="2600" dirty="0">
                <a:solidFill>
                  <a:srgbClr val="000000"/>
                </a:solidFill>
                <a:effectLst/>
                <a:ea typeface="Times New Roman" panose="02020603050405020304" pitchFamily="18" charset="0"/>
                <a:cs typeface="Times New Roman" panose="02020603050405020304" pitchFamily="18" charset="0"/>
              </a:rPr>
              <a:t>sleep awakening (WASO) </a:t>
            </a:r>
          </a:p>
          <a:p>
            <a:pPr marL="457200" indent="-457200">
              <a:lnSpc>
                <a:spcPct val="150000"/>
              </a:lnSpc>
              <a:spcAft>
                <a:spcPts val="800"/>
              </a:spcAft>
              <a:buFont typeface="Arial" panose="020B0604020202020204" pitchFamily="34" charset="0"/>
              <a:buChar char="•"/>
            </a:pPr>
            <a:r>
              <a:rPr lang="en-GB" sz="2600" dirty="0">
                <a:solidFill>
                  <a:srgbClr val="000000"/>
                </a:solidFill>
                <a:effectLst/>
                <a:ea typeface="Times New Roman" panose="02020603050405020304" pitchFamily="18" charset="0"/>
                <a:cs typeface="Times New Roman" panose="02020603050405020304" pitchFamily="18" charset="0"/>
              </a:rPr>
              <a:t>sleep efficiency </a:t>
            </a:r>
          </a:p>
          <a:p>
            <a:pPr>
              <a:lnSpc>
                <a:spcPct val="150000"/>
              </a:lnSpc>
              <a:spcAft>
                <a:spcPts val="800"/>
              </a:spcAft>
            </a:pPr>
            <a:endParaRPr lang="en-GB" sz="2600" dirty="0">
              <a:effectLst/>
              <a:ea typeface="Calibri" panose="020F0502020204030204" pitchFamily="34" charset="0"/>
              <a:cs typeface="Times New Roman" panose="02020603050405020304" pitchFamily="18" charset="0"/>
            </a:endParaRPr>
          </a:p>
        </p:txBody>
      </p:sp>
      <p:pic>
        <p:nvPicPr>
          <p:cNvPr id="5" name="Picture 4" descr="A group of yellow figures and a red figure on the other side">
            <a:extLst>
              <a:ext uri="{FF2B5EF4-FFF2-40B4-BE49-F238E27FC236}">
                <a16:creationId xmlns:a16="http://schemas.microsoft.com/office/drawing/2014/main" id="{8E2F6024-7518-F1CF-978C-0EE53135E62F}"/>
              </a:ext>
            </a:extLst>
          </p:cNvPr>
          <p:cNvPicPr>
            <a:picLocks noChangeAspect="1"/>
          </p:cNvPicPr>
          <p:nvPr/>
        </p:nvPicPr>
        <p:blipFill rotWithShape="1">
          <a:blip r:embed="rId2"/>
          <a:srcRect t="36170" b="1838"/>
          <a:stretch/>
        </p:blipFill>
        <p:spPr>
          <a:xfrm>
            <a:off x="5711322" y="3429000"/>
            <a:ext cx="5837918" cy="2415720"/>
          </a:xfrm>
          <a:prstGeom prst="rect">
            <a:avLst/>
          </a:prstGeom>
          <a:ln>
            <a:noFill/>
          </a:ln>
          <a:effectLst>
            <a:softEdge rad="112500"/>
          </a:effectLst>
        </p:spPr>
      </p:pic>
      <p:pic>
        <p:nvPicPr>
          <p:cNvPr id="2" name="Afbeelding 14">
            <a:extLst>
              <a:ext uri="{FF2B5EF4-FFF2-40B4-BE49-F238E27FC236}">
                <a16:creationId xmlns:a16="http://schemas.microsoft.com/office/drawing/2014/main" id="{78CF046B-B680-5D9F-6DEC-D1DB7375B0ED}"/>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32724" y="6129046"/>
            <a:ext cx="421317" cy="486136"/>
          </a:xfrm>
          <a:prstGeom prst="rect">
            <a:avLst/>
          </a:prstGeom>
        </p:spPr>
      </p:pic>
      <p:cxnSp>
        <p:nvCxnSpPr>
          <p:cNvPr id="4" name="Rechte verbindingslijn 15">
            <a:extLst>
              <a:ext uri="{FF2B5EF4-FFF2-40B4-BE49-F238E27FC236}">
                <a16:creationId xmlns:a16="http://schemas.microsoft.com/office/drawing/2014/main" id="{AE69F7D0-C383-672F-D573-EFB69411471C}"/>
              </a:ext>
            </a:extLst>
          </p:cNvPr>
          <p:cNvCxnSpPr>
            <a:cxnSpLocks/>
          </p:cNvCxnSpPr>
          <p:nvPr/>
        </p:nvCxnSpPr>
        <p:spPr>
          <a:xfrm flipV="1">
            <a:off x="0" y="6590243"/>
            <a:ext cx="11655493" cy="8870"/>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9090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FA2A51-ED32-6083-44C5-55AFF506D2CF}"/>
              </a:ext>
            </a:extLst>
          </p:cNvPr>
          <p:cNvSpPr txBox="1"/>
          <p:nvPr/>
        </p:nvSpPr>
        <p:spPr>
          <a:xfrm>
            <a:off x="152400" y="1662947"/>
            <a:ext cx="11963400" cy="3239798"/>
          </a:xfrm>
          <a:prstGeom prst="rect">
            <a:avLst/>
          </a:prstGeom>
          <a:noFill/>
        </p:spPr>
        <p:txBody>
          <a:bodyPr wrap="square">
            <a:spAutoFit/>
          </a:bodyPr>
          <a:lstStyle/>
          <a:p>
            <a:pPr marL="457200" indent="-457200">
              <a:lnSpc>
                <a:spcPct val="200000"/>
              </a:lnSpc>
              <a:spcAft>
                <a:spcPts val="800"/>
              </a:spcAft>
              <a:buFont typeface="Arial" panose="020B0604020202020204" pitchFamily="34" charset="0"/>
              <a:buChar char="•"/>
            </a:pPr>
            <a:r>
              <a:rPr lang="en-GB" sz="2400" dirty="0">
                <a:solidFill>
                  <a:srgbClr val="000000"/>
                </a:solidFill>
                <a:effectLst/>
                <a:ea typeface="Times New Roman" panose="02020603050405020304" pitchFamily="18" charset="0"/>
                <a:cs typeface="Times New Roman" panose="02020603050405020304" pitchFamily="18" charset="0"/>
              </a:rPr>
              <a:t>Change in daytime sleepiness (Karolinska Sleepiness Scale “KSS”) </a:t>
            </a:r>
          </a:p>
          <a:p>
            <a:pPr marL="457200" indent="-457200">
              <a:lnSpc>
                <a:spcPct val="200000"/>
              </a:lnSpc>
              <a:spcAft>
                <a:spcPts val="800"/>
              </a:spcAft>
              <a:buFont typeface="Arial" panose="020B0604020202020204" pitchFamily="34" charset="0"/>
              <a:buChar char="•"/>
            </a:pPr>
            <a:r>
              <a:rPr lang="en-GB" sz="2400" dirty="0">
                <a:solidFill>
                  <a:srgbClr val="000000"/>
                </a:solidFill>
                <a:ea typeface="+mj-ea"/>
                <a:cs typeface="Times New Roman" panose="02020603050405020304" pitchFamily="18" charset="0"/>
              </a:rPr>
              <a:t>Change in sleep regularity measured by actigraphy : </a:t>
            </a:r>
            <a:r>
              <a:rPr lang="en-GB" sz="2400" dirty="0" err="1">
                <a:solidFill>
                  <a:srgbClr val="000000"/>
                </a:solidFill>
                <a:effectLst/>
                <a:ea typeface="Times New Roman" panose="02020603050405020304" pitchFamily="18" charset="0"/>
                <a:cs typeface="Times New Roman" panose="02020603050405020304" pitchFamily="18" charset="0"/>
              </a:rPr>
              <a:t>Interdaily</a:t>
            </a:r>
            <a:r>
              <a:rPr lang="en-GB" sz="2400" dirty="0">
                <a:solidFill>
                  <a:srgbClr val="000000"/>
                </a:solidFill>
                <a:effectLst/>
                <a:ea typeface="Times New Roman" panose="02020603050405020304" pitchFamily="18" charset="0"/>
                <a:cs typeface="Times New Roman" panose="02020603050405020304" pitchFamily="18" charset="0"/>
              </a:rPr>
              <a:t> variability (IV) &amp; </a:t>
            </a:r>
            <a:r>
              <a:rPr lang="en-GB" sz="2400" dirty="0" err="1">
                <a:solidFill>
                  <a:srgbClr val="000000"/>
                </a:solidFill>
                <a:effectLst/>
                <a:ea typeface="Times New Roman" panose="02020603050405020304" pitchFamily="18" charset="0"/>
                <a:cs typeface="Times New Roman" panose="02020603050405020304" pitchFamily="18" charset="0"/>
              </a:rPr>
              <a:t>Intradaily</a:t>
            </a:r>
            <a:r>
              <a:rPr lang="en-GB" sz="2400" dirty="0">
                <a:solidFill>
                  <a:srgbClr val="000000"/>
                </a:solidFill>
                <a:effectLst/>
                <a:ea typeface="Times New Roman" panose="02020603050405020304" pitchFamily="18" charset="0"/>
                <a:cs typeface="Times New Roman" panose="02020603050405020304" pitchFamily="18" charset="0"/>
              </a:rPr>
              <a:t> stability (IS) </a:t>
            </a:r>
            <a:endParaRPr lang="en-US" sz="2400" dirty="0">
              <a:ea typeface="+mj-ea"/>
              <a:cs typeface="+mj-cs"/>
            </a:endParaRPr>
          </a:p>
          <a:p>
            <a:pPr marL="457200" indent="-457200">
              <a:lnSpc>
                <a:spcPct val="200000"/>
              </a:lnSpc>
              <a:spcAft>
                <a:spcPts val="800"/>
              </a:spcAft>
              <a:buFont typeface="Arial" panose="020B0604020202020204" pitchFamily="34" charset="0"/>
              <a:buChar char="•"/>
            </a:pPr>
            <a:r>
              <a:rPr lang="en-GB" sz="2400" dirty="0">
                <a:solidFill>
                  <a:srgbClr val="000000"/>
                </a:solidFill>
                <a:effectLst/>
                <a:ea typeface="Times New Roman" panose="02020603050405020304" pitchFamily="18" charset="0"/>
                <a:cs typeface="Times New Roman" panose="02020603050405020304" pitchFamily="18" charset="0"/>
              </a:rPr>
              <a:t>Salivary melatonin shift</a:t>
            </a:r>
            <a:r>
              <a:rPr lang="en-GB" sz="2400" dirty="0">
                <a:ea typeface="Times New Roman" panose="02020603050405020304" pitchFamily="18" charset="0"/>
                <a:cs typeface="Times New Roman" panose="02020603050405020304" pitchFamily="18" charset="0"/>
              </a:rPr>
              <a:t> </a:t>
            </a:r>
            <a:r>
              <a:rPr lang="en-GB" sz="2400" dirty="0">
                <a:solidFill>
                  <a:srgbClr val="000000"/>
                </a:solidFill>
                <a:effectLst/>
                <a:ea typeface="Times New Roman" panose="02020603050405020304" pitchFamily="18" charset="0"/>
                <a:cs typeface="Times New Roman" panose="02020603050405020304" pitchFamily="18" charset="0"/>
              </a:rPr>
              <a:t>measured using the Dim Light Melatonin Onset (DLMO)</a:t>
            </a:r>
          </a:p>
        </p:txBody>
      </p:sp>
      <p:pic>
        <p:nvPicPr>
          <p:cNvPr id="4" name="Afbeelding 14">
            <a:extLst>
              <a:ext uri="{FF2B5EF4-FFF2-40B4-BE49-F238E27FC236}">
                <a16:creationId xmlns:a16="http://schemas.microsoft.com/office/drawing/2014/main" id="{0C53A4A1-D63C-65EE-1109-679C467659A4}"/>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32724" y="6129046"/>
            <a:ext cx="421317" cy="486136"/>
          </a:xfrm>
          <a:prstGeom prst="rect">
            <a:avLst/>
          </a:prstGeom>
        </p:spPr>
      </p:pic>
      <p:cxnSp>
        <p:nvCxnSpPr>
          <p:cNvPr id="5" name="Rechte verbindingslijn 15">
            <a:extLst>
              <a:ext uri="{FF2B5EF4-FFF2-40B4-BE49-F238E27FC236}">
                <a16:creationId xmlns:a16="http://schemas.microsoft.com/office/drawing/2014/main" id="{FF90A390-6EEE-A60E-F626-5D8647948B24}"/>
              </a:ext>
            </a:extLst>
          </p:cNvPr>
          <p:cNvCxnSpPr>
            <a:cxnSpLocks/>
          </p:cNvCxnSpPr>
          <p:nvPr/>
        </p:nvCxnSpPr>
        <p:spPr>
          <a:xfrm flipV="1">
            <a:off x="0" y="6590243"/>
            <a:ext cx="11655493" cy="8870"/>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0375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FB68DC-CED1-ABA6-01A5-E232196929CA}"/>
              </a:ext>
            </a:extLst>
          </p:cNvPr>
          <p:cNvSpPr txBox="1"/>
          <p:nvPr/>
        </p:nvSpPr>
        <p:spPr>
          <a:xfrm>
            <a:off x="1878643" y="1539603"/>
            <a:ext cx="9484682" cy="3693319"/>
          </a:xfrm>
          <a:prstGeom prst="rect">
            <a:avLst/>
          </a:prstGeom>
          <a:noFill/>
        </p:spPr>
        <p:txBody>
          <a:bodyPr wrap="square">
            <a:spAutoFit/>
          </a:bodyPr>
          <a:lstStyle/>
          <a:p>
            <a:r>
              <a:rPr lang="en-US" sz="2400" b="1" dirty="0">
                <a:solidFill>
                  <a:schemeClr val="tx2"/>
                </a:solidFill>
                <a:latin typeface="+mj-lt"/>
              </a:rPr>
              <a:t>Secondary Outcome Measures:</a:t>
            </a:r>
          </a:p>
          <a:p>
            <a:endParaRPr lang="en-US" sz="2400" b="1" dirty="0">
              <a:solidFill>
                <a:schemeClr val="tx2"/>
              </a:solidFill>
              <a:latin typeface="+mj-lt"/>
            </a:endParaRPr>
          </a:p>
          <a:p>
            <a:pPr marL="285750" indent="-285750">
              <a:buFont typeface="Arial" panose="020B0604020202020204" pitchFamily="34" charset="0"/>
              <a:buChar char="•"/>
            </a:pPr>
            <a:r>
              <a:rPr lang="en-US" sz="2400" dirty="0"/>
              <a:t>Monitoring environment temperature</a:t>
            </a:r>
          </a:p>
          <a:p>
            <a:endParaRPr lang="en-US" sz="2400" dirty="0"/>
          </a:p>
          <a:p>
            <a:pPr marL="285750" indent="-285750">
              <a:buFont typeface="Arial" panose="020B0604020202020204" pitchFamily="34" charset="0"/>
              <a:buChar char="•"/>
            </a:pPr>
            <a:r>
              <a:rPr lang="en-US" sz="2400" dirty="0"/>
              <a:t>Monitoring environment noise</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In addition to sociodemographic data, several secondary outcomes were used to describe the population at baseline and as control variables in the analyses</a:t>
            </a:r>
          </a:p>
          <a:p>
            <a:endParaRPr lang="en-US" dirty="0"/>
          </a:p>
        </p:txBody>
      </p:sp>
      <p:pic>
        <p:nvPicPr>
          <p:cNvPr id="4" name="Afbeelding 14">
            <a:extLst>
              <a:ext uri="{FF2B5EF4-FFF2-40B4-BE49-F238E27FC236}">
                <a16:creationId xmlns:a16="http://schemas.microsoft.com/office/drawing/2014/main" id="{2FEC8ABC-157F-8EA6-D48F-FB845B2F211E}"/>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32724" y="6129046"/>
            <a:ext cx="421317" cy="486136"/>
          </a:xfrm>
          <a:prstGeom prst="rect">
            <a:avLst/>
          </a:prstGeom>
        </p:spPr>
      </p:pic>
      <p:cxnSp>
        <p:nvCxnSpPr>
          <p:cNvPr id="5" name="Rechte verbindingslijn 15">
            <a:extLst>
              <a:ext uri="{FF2B5EF4-FFF2-40B4-BE49-F238E27FC236}">
                <a16:creationId xmlns:a16="http://schemas.microsoft.com/office/drawing/2014/main" id="{373215FC-943D-5EC1-1585-BF54953808C9}"/>
              </a:ext>
            </a:extLst>
          </p:cNvPr>
          <p:cNvCxnSpPr>
            <a:cxnSpLocks/>
          </p:cNvCxnSpPr>
          <p:nvPr/>
        </p:nvCxnSpPr>
        <p:spPr>
          <a:xfrm flipV="1">
            <a:off x="0" y="6590243"/>
            <a:ext cx="11655493" cy="8870"/>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58043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jdelijke aanduiding voor inhoud 2">
            <a:extLst>
              <a:ext uri="{FF2B5EF4-FFF2-40B4-BE49-F238E27FC236}">
                <a16:creationId xmlns:a16="http://schemas.microsoft.com/office/drawing/2014/main" id="{DB308157-69C0-AB11-0EFA-50D0265AF173}"/>
              </a:ext>
            </a:extLst>
          </p:cNvPr>
          <p:cNvSpPr>
            <a:spLocks noGrp="1"/>
          </p:cNvSpPr>
          <p:nvPr>
            <p:ph idx="1"/>
          </p:nvPr>
        </p:nvSpPr>
        <p:spPr>
          <a:xfrm>
            <a:off x="838200" y="1890989"/>
            <a:ext cx="10515600" cy="4351337"/>
          </a:xfrm>
        </p:spPr>
        <p:txBody>
          <a:bodyPr>
            <a:normAutofit/>
          </a:bodyPr>
          <a:lstStyle/>
          <a:p>
            <a:pPr>
              <a:lnSpc>
                <a:spcPct val="150000"/>
              </a:lnSpc>
            </a:pPr>
            <a:endParaRPr lang="en-GB" sz="2400" dirty="0"/>
          </a:p>
          <a:p>
            <a:pPr>
              <a:lnSpc>
                <a:spcPct val="150000"/>
              </a:lnSpc>
            </a:pPr>
            <a:endParaRPr lang="en-GB" sz="2400" dirty="0"/>
          </a:p>
          <a:p>
            <a:pPr>
              <a:lnSpc>
                <a:spcPct val="100000"/>
              </a:lnSpc>
            </a:pPr>
            <a:endParaRPr lang="en-GB" sz="2400" dirty="0"/>
          </a:p>
        </p:txBody>
      </p:sp>
      <p:pic>
        <p:nvPicPr>
          <p:cNvPr id="5" name="Afbeelding 4">
            <a:extLst>
              <a:ext uri="{FF2B5EF4-FFF2-40B4-BE49-F238E27FC236}">
                <a16:creationId xmlns:a16="http://schemas.microsoft.com/office/drawing/2014/main" id="{8526432B-D15A-77C3-A7A8-51491A5438CB}"/>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32724" y="6104107"/>
            <a:ext cx="421317" cy="486136"/>
          </a:xfrm>
          <a:prstGeom prst="rect">
            <a:avLst/>
          </a:prstGeom>
        </p:spPr>
      </p:pic>
      <p:cxnSp>
        <p:nvCxnSpPr>
          <p:cNvPr id="6" name="Rechte verbindingslijn 5">
            <a:extLst>
              <a:ext uri="{FF2B5EF4-FFF2-40B4-BE49-F238E27FC236}">
                <a16:creationId xmlns:a16="http://schemas.microsoft.com/office/drawing/2014/main" id="{DE9EE80F-9A44-9C4F-F0F2-B41A828332D7}"/>
              </a:ext>
            </a:extLst>
          </p:cNvPr>
          <p:cNvCxnSpPr>
            <a:cxnSpLocks/>
          </p:cNvCxnSpPr>
          <p:nvPr/>
        </p:nvCxnSpPr>
        <p:spPr>
          <a:xfrm>
            <a:off x="0" y="6568632"/>
            <a:ext cx="11659623" cy="0"/>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92C1923-F7DA-CB71-3BA3-E846E8202714}"/>
              </a:ext>
            </a:extLst>
          </p:cNvPr>
          <p:cNvSpPr txBox="1"/>
          <p:nvPr/>
        </p:nvSpPr>
        <p:spPr>
          <a:xfrm>
            <a:off x="705670" y="1863542"/>
            <a:ext cx="3906256" cy="892552"/>
          </a:xfrm>
          <a:prstGeom prst="rect">
            <a:avLst/>
          </a:prstGeom>
          <a:noFill/>
        </p:spPr>
        <p:txBody>
          <a:bodyPr wrap="square" rtlCol="0">
            <a:spAutoFit/>
          </a:bodyPr>
          <a:lstStyle/>
          <a:p>
            <a:r>
              <a:rPr lang="en-US" sz="2800" b="1" dirty="0">
                <a:solidFill>
                  <a:schemeClr val="tx2"/>
                </a:solidFill>
              </a:rPr>
              <a:t>Thank you</a:t>
            </a:r>
          </a:p>
          <a:p>
            <a:r>
              <a:rPr lang="en-US" sz="2400" dirty="0"/>
              <a:t>For your attention </a:t>
            </a:r>
            <a:endParaRPr lang="en-GB" sz="2400" dirty="0"/>
          </a:p>
        </p:txBody>
      </p:sp>
      <p:sp>
        <p:nvSpPr>
          <p:cNvPr id="9" name="Rectangle 8">
            <a:extLst>
              <a:ext uri="{FF2B5EF4-FFF2-40B4-BE49-F238E27FC236}">
                <a16:creationId xmlns:a16="http://schemas.microsoft.com/office/drawing/2014/main" id="{BC5EF043-C51B-6388-2916-B69847FF2D21}"/>
              </a:ext>
            </a:extLst>
          </p:cNvPr>
          <p:cNvSpPr/>
          <p:nvPr/>
        </p:nvSpPr>
        <p:spPr>
          <a:xfrm>
            <a:off x="573906" y="2011688"/>
            <a:ext cx="131764" cy="66769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41279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Afbeelding 18">
            <a:extLst>
              <a:ext uri="{FF2B5EF4-FFF2-40B4-BE49-F238E27FC236}">
                <a16:creationId xmlns:a16="http://schemas.microsoft.com/office/drawing/2014/main" id="{43A86ADB-B81A-224E-12DB-802517BD64C5}"/>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48964" y="6093314"/>
            <a:ext cx="421317" cy="486136"/>
          </a:xfrm>
          <a:prstGeom prst="rect">
            <a:avLst/>
          </a:prstGeom>
        </p:spPr>
      </p:pic>
      <p:cxnSp>
        <p:nvCxnSpPr>
          <p:cNvPr id="5" name="Rechte verbindingslijn 18">
            <a:extLst>
              <a:ext uri="{FF2B5EF4-FFF2-40B4-BE49-F238E27FC236}">
                <a16:creationId xmlns:a16="http://schemas.microsoft.com/office/drawing/2014/main" id="{ECF7D2FC-E343-7525-7E77-522180792B80}"/>
              </a:ext>
            </a:extLst>
          </p:cNvPr>
          <p:cNvCxnSpPr>
            <a:cxnSpLocks/>
          </p:cNvCxnSpPr>
          <p:nvPr/>
        </p:nvCxnSpPr>
        <p:spPr>
          <a:xfrm>
            <a:off x="0" y="6559762"/>
            <a:ext cx="11659623" cy="0"/>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93C2D2F-760C-6A98-4B23-D221AE23AAE8}"/>
              </a:ext>
            </a:extLst>
          </p:cNvPr>
          <p:cNvSpPr txBox="1"/>
          <p:nvPr/>
        </p:nvSpPr>
        <p:spPr>
          <a:xfrm>
            <a:off x="3947786" y="2663601"/>
            <a:ext cx="4296428" cy="1569660"/>
          </a:xfrm>
          <a:prstGeom prst="rect">
            <a:avLst/>
          </a:prstGeom>
          <a:noFill/>
        </p:spPr>
        <p:txBody>
          <a:bodyPr wrap="square" rtlCol="0">
            <a:spAutoFit/>
          </a:bodyPr>
          <a:lstStyle/>
          <a:p>
            <a:pPr algn="ctr"/>
            <a:r>
              <a:rPr lang="en-US" sz="4800" b="1" dirty="0">
                <a:solidFill>
                  <a:schemeClr val="tx2"/>
                </a:solidFill>
                <a:effectLst>
                  <a:outerShdw blurRad="38100" dist="38100" dir="2700000" algn="tl">
                    <a:srgbClr val="000000">
                      <a:alpha val="43137"/>
                    </a:srgbClr>
                  </a:outerShdw>
                </a:effectLst>
              </a:rPr>
              <a:t>Additional slides</a:t>
            </a:r>
            <a:endParaRPr lang="en-GB" sz="4800" b="1" dirty="0">
              <a:solidFill>
                <a:schemeClr val="tx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12141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Afbeelding 8">
            <a:extLst>
              <a:ext uri="{FF2B5EF4-FFF2-40B4-BE49-F238E27FC236}">
                <a16:creationId xmlns:a16="http://schemas.microsoft.com/office/drawing/2014/main" id="{CB4ADF0B-2437-370F-51CF-1D38193D5824}"/>
              </a:ext>
            </a:extLst>
          </p:cNvPr>
          <p:cNvPicPr>
            <a:picLocks noChangeAspect="1"/>
          </p:cNvPicPr>
          <p:nvPr/>
        </p:nvPicPr>
        <p:blipFill rotWithShape="1">
          <a:blip r:embed="rId3">
            <a:extLst>
              <a:ext uri="{28A0092B-C50C-407E-A947-70E740481C1C}">
                <a14:useLocalDpi xmlns:a14="http://schemas.microsoft.com/office/drawing/2010/main" val="0"/>
              </a:ext>
            </a:extLst>
          </a:blip>
          <a:srcRect l="19424" r="34584"/>
          <a:stretch/>
        </p:blipFill>
        <p:spPr>
          <a:xfrm>
            <a:off x="6925047" y="606685"/>
            <a:ext cx="3935393" cy="5989585"/>
          </a:xfrm>
          <a:prstGeom prst="rect">
            <a:avLst/>
          </a:prstGeom>
        </p:spPr>
      </p:pic>
      <p:pic>
        <p:nvPicPr>
          <p:cNvPr id="12" name="Afbeelding 11">
            <a:extLst>
              <a:ext uri="{FF2B5EF4-FFF2-40B4-BE49-F238E27FC236}">
                <a16:creationId xmlns:a16="http://schemas.microsoft.com/office/drawing/2014/main" id="{4D9A8E10-B6B9-960F-DFD7-612B32EFCC2E}"/>
              </a:ext>
            </a:extLst>
          </p:cNvPr>
          <p:cNvPicPr>
            <a:picLocks noChangeAspect="1"/>
          </p:cNvPicPr>
          <p:nvPr/>
        </p:nvPicPr>
        <p:blipFill rotWithShape="1">
          <a:blip r:embed="rId4">
            <a:extLst>
              <a:ext uri="{28A0092B-C50C-407E-A947-70E740481C1C}">
                <a14:useLocalDpi xmlns:a14="http://schemas.microsoft.com/office/drawing/2010/main" val="0"/>
              </a:ext>
            </a:extLst>
          </a:blip>
          <a:srcRect l="20268" r="35429"/>
          <a:stretch/>
        </p:blipFill>
        <p:spPr>
          <a:xfrm>
            <a:off x="6997049" y="610041"/>
            <a:ext cx="3791389" cy="5990400"/>
          </a:xfrm>
          <a:prstGeom prst="rect">
            <a:avLst/>
          </a:prstGeom>
        </p:spPr>
      </p:pic>
      <p:grpSp>
        <p:nvGrpSpPr>
          <p:cNvPr id="7" name="Groep 6">
            <a:extLst>
              <a:ext uri="{FF2B5EF4-FFF2-40B4-BE49-F238E27FC236}">
                <a16:creationId xmlns:a16="http://schemas.microsoft.com/office/drawing/2014/main" id="{EA70A3EC-3B16-8366-B603-D51A3391D3F5}"/>
              </a:ext>
            </a:extLst>
          </p:cNvPr>
          <p:cNvGrpSpPr/>
          <p:nvPr/>
        </p:nvGrpSpPr>
        <p:grpSpPr>
          <a:xfrm>
            <a:off x="8892743" y="1343293"/>
            <a:ext cx="2491756" cy="510139"/>
            <a:chOff x="9388313" y="903076"/>
            <a:chExt cx="2491756" cy="510139"/>
          </a:xfrm>
        </p:grpSpPr>
        <p:sp>
          <p:nvSpPr>
            <p:cNvPr id="21" name="Rechthoek: afgeronde hoeken 20">
              <a:extLst>
                <a:ext uri="{FF2B5EF4-FFF2-40B4-BE49-F238E27FC236}">
                  <a16:creationId xmlns:a16="http://schemas.microsoft.com/office/drawing/2014/main" id="{4A84A392-349E-5574-D9C5-370100C85C20}"/>
                </a:ext>
              </a:extLst>
            </p:cNvPr>
            <p:cNvSpPr/>
            <p:nvPr/>
          </p:nvSpPr>
          <p:spPr>
            <a:xfrm>
              <a:off x="10185488" y="903076"/>
              <a:ext cx="1694581" cy="510139"/>
            </a:xfrm>
            <a:prstGeom prst="roundRect">
              <a:avLst/>
            </a:prstGeom>
            <a:noFill/>
            <a:ln>
              <a:solidFill>
                <a:srgbClr val="B3B3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Central clock</a:t>
              </a:r>
            </a:p>
          </p:txBody>
        </p:sp>
        <p:cxnSp>
          <p:nvCxnSpPr>
            <p:cNvPr id="26" name="Rechte verbindingslijn 25">
              <a:extLst>
                <a:ext uri="{FF2B5EF4-FFF2-40B4-BE49-F238E27FC236}">
                  <a16:creationId xmlns:a16="http://schemas.microsoft.com/office/drawing/2014/main" id="{2CFB05ED-2E4B-E279-8E37-A6039509957A}"/>
                </a:ext>
              </a:extLst>
            </p:cNvPr>
            <p:cNvCxnSpPr/>
            <p:nvPr/>
          </p:nvCxnSpPr>
          <p:spPr>
            <a:xfrm flipH="1" flipV="1">
              <a:off x="9388313" y="1158145"/>
              <a:ext cx="797175" cy="1"/>
            </a:xfrm>
            <a:prstGeom prst="line">
              <a:avLst/>
            </a:prstGeom>
            <a:ln w="12700">
              <a:solidFill>
                <a:srgbClr val="B3B3B3"/>
              </a:solidFill>
              <a:prstDash val="sysDash"/>
            </a:ln>
          </p:spPr>
          <p:style>
            <a:lnRef idx="1">
              <a:schemeClr val="accent1"/>
            </a:lnRef>
            <a:fillRef idx="0">
              <a:schemeClr val="accent1"/>
            </a:fillRef>
            <a:effectRef idx="0">
              <a:schemeClr val="accent1"/>
            </a:effectRef>
            <a:fontRef idx="minor">
              <a:schemeClr val="tx1"/>
            </a:fontRef>
          </p:style>
        </p:cxnSp>
      </p:grpSp>
      <p:sp>
        <p:nvSpPr>
          <p:cNvPr id="2" name="Titel 1">
            <a:extLst>
              <a:ext uri="{FF2B5EF4-FFF2-40B4-BE49-F238E27FC236}">
                <a16:creationId xmlns:a16="http://schemas.microsoft.com/office/drawing/2014/main" id="{8C1259EA-F46F-C91C-FBCE-ED2BDA24EBB8}"/>
              </a:ext>
            </a:extLst>
          </p:cNvPr>
          <p:cNvSpPr>
            <a:spLocks noGrp="1"/>
          </p:cNvSpPr>
          <p:nvPr>
            <p:ph type="title"/>
          </p:nvPr>
        </p:nvSpPr>
        <p:spPr>
          <a:xfrm>
            <a:off x="845127" y="257559"/>
            <a:ext cx="10515600" cy="1325563"/>
          </a:xfrm>
          <a:ln>
            <a:noFill/>
          </a:ln>
        </p:spPr>
        <p:txBody>
          <a:bodyPr>
            <a:normAutofit/>
          </a:bodyPr>
          <a:lstStyle/>
          <a:p>
            <a:r>
              <a:rPr lang="en-GB" sz="4000" b="1" dirty="0">
                <a:ea typeface="Open Sans" panose="020B0606030504020204" pitchFamily="34" charset="0"/>
                <a:cs typeface="Open Sans" panose="020B0606030504020204" pitchFamily="34" charset="0"/>
              </a:rPr>
              <a:t>Circadian rhythm </a:t>
            </a:r>
          </a:p>
        </p:txBody>
      </p:sp>
      <p:sp>
        <p:nvSpPr>
          <p:cNvPr id="14" name="Tekstvak 13">
            <a:extLst>
              <a:ext uri="{FF2B5EF4-FFF2-40B4-BE49-F238E27FC236}">
                <a16:creationId xmlns:a16="http://schemas.microsoft.com/office/drawing/2014/main" id="{AECCE519-5A3C-FC93-4DEA-4AAF6FE1C40D}"/>
              </a:ext>
            </a:extLst>
          </p:cNvPr>
          <p:cNvSpPr txBox="1"/>
          <p:nvPr/>
        </p:nvSpPr>
        <p:spPr>
          <a:xfrm>
            <a:off x="9507168" y="6084092"/>
            <a:ext cx="1997559" cy="253916"/>
          </a:xfrm>
          <a:prstGeom prst="rect">
            <a:avLst/>
          </a:prstGeom>
          <a:noFill/>
        </p:spPr>
        <p:txBody>
          <a:bodyPr wrap="square" rtlCol="0">
            <a:spAutoFit/>
          </a:bodyPr>
          <a:lstStyle/>
          <a:p>
            <a:r>
              <a:rPr lang="en-GB" sz="1050" dirty="0">
                <a:solidFill>
                  <a:schemeClr val="tx2"/>
                </a:solidFill>
              </a:rPr>
              <a:t>Created with biorender.com</a:t>
            </a:r>
          </a:p>
        </p:txBody>
      </p:sp>
      <p:pic>
        <p:nvPicPr>
          <p:cNvPr id="19" name="Afbeelding 18">
            <a:extLst>
              <a:ext uri="{FF2B5EF4-FFF2-40B4-BE49-F238E27FC236}">
                <a16:creationId xmlns:a16="http://schemas.microsoft.com/office/drawing/2014/main" id="{ECC62978-D941-27C9-EC8A-D2AC8F3687AA}"/>
              </a:ext>
            </a:extLst>
          </p:cNvPr>
          <p:cNvPicPr>
            <a:picLocks noChangeAspect="1"/>
          </p:cNvPicPr>
          <p:nvPr/>
        </p:nvPicPr>
        <p:blipFill>
          <a:blip r:embed="rId5">
            <a:duotone>
              <a:schemeClr val="accent2">
                <a:shade val="45000"/>
                <a:satMod val="135000"/>
              </a:schemeClr>
              <a:prstClr val="white"/>
            </a:duotone>
            <a:extLst>
              <a:ext uri="{BEBA8EAE-BF5A-486C-A8C5-ECC9F3942E4B}">
                <a14:imgProps xmlns:a14="http://schemas.microsoft.com/office/drawing/2010/main">
                  <a14:imgLayer r:embed="rId6">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32724" y="6104107"/>
            <a:ext cx="421317" cy="486136"/>
          </a:xfrm>
          <a:prstGeom prst="rect">
            <a:avLst/>
          </a:prstGeom>
        </p:spPr>
      </p:pic>
      <p:cxnSp>
        <p:nvCxnSpPr>
          <p:cNvPr id="20" name="Rechte verbindingslijn 19">
            <a:extLst>
              <a:ext uri="{FF2B5EF4-FFF2-40B4-BE49-F238E27FC236}">
                <a16:creationId xmlns:a16="http://schemas.microsoft.com/office/drawing/2014/main" id="{E5F5E639-887E-10B2-B1A6-48C68F885CED}"/>
              </a:ext>
            </a:extLst>
          </p:cNvPr>
          <p:cNvCxnSpPr>
            <a:cxnSpLocks/>
          </p:cNvCxnSpPr>
          <p:nvPr/>
        </p:nvCxnSpPr>
        <p:spPr>
          <a:xfrm flipV="1">
            <a:off x="0" y="6559762"/>
            <a:ext cx="11659623" cy="40679"/>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sp>
        <p:nvSpPr>
          <p:cNvPr id="25" name="Rechthoek: afgeronde hoeken 24">
            <a:extLst>
              <a:ext uri="{FF2B5EF4-FFF2-40B4-BE49-F238E27FC236}">
                <a16:creationId xmlns:a16="http://schemas.microsoft.com/office/drawing/2014/main" id="{30ECF154-ABFA-5569-1895-5723D43E7DE3}"/>
              </a:ext>
            </a:extLst>
          </p:cNvPr>
          <p:cNvSpPr/>
          <p:nvPr/>
        </p:nvSpPr>
        <p:spPr>
          <a:xfrm>
            <a:off x="1063264" y="1779107"/>
            <a:ext cx="5185133" cy="86990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400" dirty="0">
                <a:solidFill>
                  <a:schemeClr val="tx1"/>
                </a:solidFill>
              </a:rPr>
              <a:t>Self-sustained rhythm of ~ 24 hours</a:t>
            </a:r>
          </a:p>
        </p:txBody>
      </p:sp>
      <p:sp>
        <p:nvSpPr>
          <p:cNvPr id="27" name="Rechthoek: afgeronde hoeken 26">
            <a:extLst>
              <a:ext uri="{FF2B5EF4-FFF2-40B4-BE49-F238E27FC236}">
                <a16:creationId xmlns:a16="http://schemas.microsoft.com/office/drawing/2014/main" id="{4C64FD43-7438-2549-219E-E17157735F13}"/>
              </a:ext>
            </a:extLst>
          </p:cNvPr>
          <p:cNvSpPr/>
          <p:nvPr/>
        </p:nvSpPr>
        <p:spPr>
          <a:xfrm>
            <a:off x="1063263" y="2983936"/>
            <a:ext cx="5185133" cy="86990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400" dirty="0">
                <a:solidFill>
                  <a:schemeClr val="tx1"/>
                </a:solidFill>
              </a:rPr>
              <a:t>Synchronizes with environment:</a:t>
            </a:r>
          </a:p>
          <a:p>
            <a:pPr marL="800100" lvl="1" indent="-342900">
              <a:buFont typeface="Arial" panose="020B0604020202020204" pitchFamily="34" charset="0"/>
              <a:buChar char="•"/>
            </a:pPr>
            <a:r>
              <a:rPr lang="en-GB" sz="2400" i="1" dirty="0">
                <a:solidFill>
                  <a:schemeClr val="tx1"/>
                </a:solidFill>
              </a:rPr>
              <a:t>entrainment</a:t>
            </a:r>
            <a:endParaRPr lang="en-GB" sz="2400" dirty="0">
              <a:solidFill>
                <a:schemeClr val="tx1"/>
              </a:solidFill>
            </a:endParaRPr>
          </a:p>
        </p:txBody>
      </p:sp>
      <p:sp>
        <p:nvSpPr>
          <p:cNvPr id="43" name="Rechthoek: afgeronde hoeken 42">
            <a:extLst>
              <a:ext uri="{FF2B5EF4-FFF2-40B4-BE49-F238E27FC236}">
                <a16:creationId xmlns:a16="http://schemas.microsoft.com/office/drawing/2014/main" id="{87544E27-A01E-CD7F-6E6E-6D26D764B51D}"/>
              </a:ext>
            </a:extLst>
          </p:cNvPr>
          <p:cNvSpPr/>
          <p:nvPr/>
        </p:nvSpPr>
        <p:spPr>
          <a:xfrm>
            <a:off x="9666146" y="3616039"/>
            <a:ext cx="1694581" cy="610782"/>
          </a:xfrm>
          <a:prstGeom prst="roundRect">
            <a:avLst/>
          </a:prstGeom>
          <a:solidFill>
            <a:srgbClr val="FFFFFF">
              <a:alpha val="69020"/>
            </a:srgbClr>
          </a:solidFill>
          <a:ln>
            <a:solidFill>
              <a:srgbClr val="B3B3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Peripheral clocks</a:t>
            </a:r>
          </a:p>
        </p:txBody>
      </p:sp>
      <p:sp>
        <p:nvSpPr>
          <p:cNvPr id="3" name="Rechthoek: afgeronde hoeken 24">
            <a:extLst>
              <a:ext uri="{FF2B5EF4-FFF2-40B4-BE49-F238E27FC236}">
                <a16:creationId xmlns:a16="http://schemas.microsoft.com/office/drawing/2014/main" id="{14DB13D9-2E23-5CEA-D0CC-FFB8F0D26F61}"/>
              </a:ext>
            </a:extLst>
          </p:cNvPr>
          <p:cNvSpPr/>
          <p:nvPr/>
        </p:nvSpPr>
        <p:spPr>
          <a:xfrm>
            <a:off x="1063262" y="4289040"/>
            <a:ext cx="5185133" cy="86990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400" dirty="0">
                <a:solidFill>
                  <a:schemeClr val="tx1"/>
                </a:solidFill>
              </a:rPr>
              <a:t>Regulates sleep timing &amp; other physiological rhythms</a:t>
            </a:r>
          </a:p>
        </p:txBody>
      </p:sp>
    </p:spTree>
    <p:extLst>
      <p:ext uri="{BB962C8B-B14F-4D97-AF65-F5344CB8AC3E}">
        <p14:creationId xmlns:p14="http://schemas.microsoft.com/office/powerpoint/2010/main" val="2075528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anim calcmode="lin" valueType="num">
                                      <p:cBhvr additive="base">
                                        <p:cTn id="13" dur="500" fill="hold"/>
                                        <p:tgtEl>
                                          <p:spTgt spid="27"/>
                                        </p:tgtEl>
                                        <p:attrNameLst>
                                          <p:attrName>ppt_x</p:attrName>
                                        </p:attrNameLst>
                                      </p:cBhvr>
                                      <p:tavLst>
                                        <p:tav tm="0">
                                          <p:val>
                                            <p:strVal val="#ppt_x"/>
                                          </p:val>
                                        </p:tav>
                                        <p:tav tm="100000">
                                          <p:val>
                                            <p:strVal val="#ppt_x"/>
                                          </p:val>
                                        </p:tav>
                                      </p:tavLst>
                                    </p:anim>
                                    <p:anim calcmode="lin" valueType="num">
                                      <p:cBhvr additive="base">
                                        <p:cTn id="14"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7" grpId="0"/>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F9DA07-19DA-603C-FF2A-63FF23B663B9}"/>
              </a:ext>
            </a:extLst>
          </p:cNvPr>
          <p:cNvSpPr txBox="1"/>
          <p:nvPr/>
        </p:nvSpPr>
        <p:spPr>
          <a:xfrm>
            <a:off x="0" y="1638793"/>
            <a:ext cx="12192000" cy="3785652"/>
          </a:xfrm>
          <a:prstGeom prst="rect">
            <a:avLst/>
          </a:prstGeom>
          <a:noFill/>
        </p:spPr>
        <p:txBody>
          <a:bodyPr wrap="square" anchor="ctr">
            <a:spAutoFit/>
          </a:bodyPr>
          <a:lstStyle/>
          <a:p>
            <a:r>
              <a:rPr lang="en-US" sz="2400" b="1" dirty="0">
                <a:solidFill>
                  <a:schemeClr val="tx2"/>
                </a:solidFill>
                <a:effectLst/>
                <a:latin typeface="+mj-lt"/>
              </a:rPr>
              <a:t>Why is this research needed?</a:t>
            </a:r>
          </a:p>
          <a:p>
            <a:endParaRPr lang="en-US" sz="2400" dirty="0">
              <a:solidFill>
                <a:srgbClr val="FF0000"/>
              </a:solidFill>
              <a:effectLst/>
            </a:endParaRPr>
          </a:p>
          <a:p>
            <a:pPr>
              <a:buFont typeface="Arial" panose="020B0604020202020204" pitchFamily="34" charset="0"/>
              <a:buChar char="•"/>
            </a:pPr>
            <a:r>
              <a:rPr lang="en-US" sz="2400" dirty="0">
                <a:effectLst/>
              </a:rPr>
              <a:t>Although there are evidences on how environmental condition affects personal well-being, there are few initiatives that has been used to change environments for hospitalized patients.</a:t>
            </a:r>
          </a:p>
          <a:p>
            <a:pPr>
              <a:buFont typeface="Arial" panose="020B0604020202020204" pitchFamily="34" charset="0"/>
              <a:buChar char="•"/>
            </a:pPr>
            <a:endParaRPr lang="en-US" sz="2400" dirty="0"/>
          </a:p>
          <a:p>
            <a:pPr>
              <a:buFont typeface="Arial" panose="020B0604020202020204" pitchFamily="34" charset="0"/>
              <a:buChar char="•"/>
            </a:pPr>
            <a:r>
              <a:rPr lang="en-US" sz="2400" dirty="0">
                <a:effectLst/>
              </a:rPr>
              <a:t>Few studies that involve more than one environment parameter </a:t>
            </a:r>
          </a:p>
          <a:p>
            <a:endParaRPr lang="en-US" sz="2400" dirty="0">
              <a:effectLst/>
            </a:endParaRPr>
          </a:p>
          <a:p>
            <a:endParaRPr lang="en-US" sz="2400" dirty="0"/>
          </a:p>
          <a:p>
            <a:endParaRPr lang="en-US" sz="2400" dirty="0"/>
          </a:p>
        </p:txBody>
      </p:sp>
      <p:pic>
        <p:nvPicPr>
          <p:cNvPr id="4" name="Afbeelding 18">
            <a:extLst>
              <a:ext uri="{FF2B5EF4-FFF2-40B4-BE49-F238E27FC236}">
                <a16:creationId xmlns:a16="http://schemas.microsoft.com/office/drawing/2014/main" id="{87A46280-B0BA-EFBB-3151-810781A4FCF3}"/>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548343" y="6104107"/>
            <a:ext cx="421317" cy="486136"/>
          </a:xfrm>
          <a:prstGeom prst="rect">
            <a:avLst/>
          </a:prstGeom>
        </p:spPr>
      </p:pic>
      <p:cxnSp>
        <p:nvCxnSpPr>
          <p:cNvPr id="5" name="Rechte verbindingslijn 19">
            <a:extLst>
              <a:ext uri="{FF2B5EF4-FFF2-40B4-BE49-F238E27FC236}">
                <a16:creationId xmlns:a16="http://schemas.microsoft.com/office/drawing/2014/main" id="{ACE1B335-069E-9607-9829-C18C6A0AE975}"/>
              </a:ext>
            </a:extLst>
          </p:cNvPr>
          <p:cNvCxnSpPr>
            <a:cxnSpLocks/>
          </p:cNvCxnSpPr>
          <p:nvPr/>
        </p:nvCxnSpPr>
        <p:spPr>
          <a:xfrm flipV="1">
            <a:off x="0" y="6559762"/>
            <a:ext cx="11680652" cy="8870"/>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12797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4BE2A30-8C84-FD21-5B1D-CA9CD444B7E2}"/>
              </a:ext>
            </a:extLst>
          </p:cNvPr>
          <p:cNvPicPr>
            <a:picLocks noChangeAspect="1"/>
          </p:cNvPicPr>
          <p:nvPr/>
        </p:nvPicPr>
        <p:blipFill>
          <a:blip r:embed="rId3"/>
          <a:stretch>
            <a:fillRect/>
          </a:stretch>
        </p:blipFill>
        <p:spPr>
          <a:xfrm>
            <a:off x="121402" y="1104058"/>
            <a:ext cx="5974598" cy="4950381"/>
          </a:xfrm>
          <a:prstGeom prst="rect">
            <a:avLst/>
          </a:prstGeom>
        </p:spPr>
      </p:pic>
      <p:pic>
        <p:nvPicPr>
          <p:cNvPr id="12" name="Picture 11">
            <a:extLst>
              <a:ext uri="{FF2B5EF4-FFF2-40B4-BE49-F238E27FC236}">
                <a16:creationId xmlns:a16="http://schemas.microsoft.com/office/drawing/2014/main" id="{92CF684A-EF57-091E-31D2-6F3012DA9134}"/>
              </a:ext>
            </a:extLst>
          </p:cNvPr>
          <p:cNvPicPr>
            <a:picLocks noChangeAspect="1"/>
          </p:cNvPicPr>
          <p:nvPr/>
        </p:nvPicPr>
        <p:blipFill>
          <a:blip r:embed="rId4"/>
          <a:stretch>
            <a:fillRect/>
          </a:stretch>
        </p:blipFill>
        <p:spPr>
          <a:xfrm>
            <a:off x="5881878" y="1104058"/>
            <a:ext cx="6236749" cy="5163760"/>
          </a:xfrm>
          <a:prstGeom prst="rect">
            <a:avLst/>
          </a:prstGeom>
        </p:spPr>
      </p:pic>
      <p:sp>
        <p:nvSpPr>
          <p:cNvPr id="13" name="TextBox 12">
            <a:extLst>
              <a:ext uri="{FF2B5EF4-FFF2-40B4-BE49-F238E27FC236}">
                <a16:creationId xmlns:a16="http://schemas.microsoft.com/office/drawing/2014/main" id="{18FDFE49-C86B-C1BB-0EB4-7795B3C4045E}"/>
              </a:ext>
            </a:extLst>
          </p:cNvPr>
          <p:cNvSpPr txBox="1"/>
          <p:nvPr/>
        </p:nvSpPr>
        <p:spPr>
          <a:xfrm>
            <a:off x="588580" y="346843"/>
            <a:ext cx="6745670" cy="584775"/>
          </a:xfrm>
          <a:prstGeom prst="rect">
            <a:avLst/>
          </a:prstGeom>
          <a:noFill/>
        </p:spPr>
        <p:txBody>
          <a:bodyPr wrap="square" rtlCol="0">
            <a:spAutoFit/>
          </a:bodyPr>
          <a:lstStyle/>
          <a:p>
            <a:r>
              <a:rPr lang="en-US" sz="3200" b="1" dirty="0">
                <a:solidFill>
                  <a:schemeClr val="tx2"/>
                </a:solidFill>
              </a:rPr>
              <a:t>Distal skin temperature</a:t>
            </a:r>
            <a:endParaRPr lang="en-GB" sz="3200" b="1" dirty="0">
              <a:solidFill>
                <a:schemeClr val="tx2"/>
              </a:solidFill>
            </a:endParaRPr>
          </a:p>
        </p:txBody>
      </p:sp>
      <p:pic>
        <p:nvPicPr>
          <p:cNvPr id="2" name="Afbeelding 4">
            <a:extLst>
              <a:ext uri="{FF2B5EF4-FFF2-40B4-BE49-F238E27FC236}">
                <a16:creationId xmlns:a16="http://schemas.microsoft.com/office/drawing/2014/main" id="{DB35F940-2EA4-D948-E9C0-CA4926D33507}"/>
              </a:ext>
            </a:extLst>
          </p:cNvPr>
          <p:cNvPicPr>
            <a:picLocks noChangeAspect="1"/>
          </p:cNvPicPr>
          <p:nvPr/>
        </p:nvPicPr>
        <p:blipFill>
          <a:blip r:embed="rId5">
            <a:duotone>
              <a:schemeClr val="accent2">
                <a:shade val="45000"/>
                <a:satMod val="135000"/>
              </a:schemeClr>
              <a:prstClr val="white"/>
            </a:duotone>
            <a:extLst>
              <a:ext uri="{BEBA8EAE-BF5A-486C-A8C5-ECC9F3942E4B}">
                <a14:imgProps xmlns:a14="http://schemas.microsoft.com/office/drawing/2010/main">
                  <a14:imgLayer r:embed="rId6">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32724" y="6114617"/>
            <a:ext cx="421317" cy="486136"/>
          </a:xfrm>
          <a:prstGeom prst="rect">
            <a:avLst/>
          </a:prstGeom>
        </p:spPr>
      </p:pic>
      <p:cxnSp>
        <p:nvCxnSpPr>
          <p:cNvPr id="3" name="Rechte verbindingslijn 5">
            <a:extLst>
              <a:ext uri="{FF2B5EF4-FFF2-40B4-BE49-F238E27FC236}">
                <a16:creationId xmlns:a16="http://schemas.microsoft.com/office/drawing/2014/main" id="{4DA387B0-98F1-A772-02EF-90EC19E7D60E}"/>
              </a:ext>
            </a:extLst>
          </p:cNvPr>
          <p:cNvCxnSpPr>
            <a:cxnSpLocks/>
          </p:cNvCxnSpPr>
          <p:nvPr/>
        </p:nvCxnSpPr>
        <p:spPr>
          <a:xfrm>
            <a:off x="0" y="6568632"/>
            <a:ext cx="11659623" cy="0"/>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8911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 name="Tabella 1">
            <a:extLst>
              <a:ext uri="{FF2B5EF4-FFF2-40B4-BE49-F238E27FC236}">
                <a16:creationId xmlns:a16="http://schemas.microsoft.com/office/drawing/2014/main" id="{94CCA235-B6C2-EB4F-9898-0CA608CA3F6A}"/>
              </a:ext>
            </a:extLst>
          </p:cNvPr>
          <p:cNvGraphicFramePr>
            <a:graphicFrameLocks noGrp="1"/>
          </p:cNvGraphicFramePr>
          <p:nvPr>
            <p:extLst>
              <p:ext uri="{D42A27DB-BD31-4B8C-83A1-F6EECF244321}">
                <p14:modId xmlns:p14="http://schemas.microsoft.com/office/powerpoint/2010/main" val="1226546745"/>
              </p:ext>
            </p:extLst>
          </p:nvPr>
        </p:nvGraphicFramePr>
        <p:xfrm>
          <a:off x="2507566" y="505769"/>
          <a:ext cx="7472430" cy="5364480"/>
        </p:xfrm>
        <a:graphic>
          <a:graphicData uri="http://schemas.openxmlformats.org/drawingml/2006/table">
            <a:tbl>
              <a:tblPr firstRow="1" firstCol="1" bandRow="1">
                <a:tableStyleId>{F5AB1C69-6EDB-4FF4-983F-18BD219EF322}</a:tableStyleId>
              </a:tblPr>
              <a:tblGrid>
                <a:gridCol w="1494486">
                  <a:extLst>
                    <a:ext uri="{9D8B030D-6E8A-4147-A177-3AD203B41FA5}">
                      <a16:colId xmlns:a16="http://schemas.microsoft.com/office/drawing/2014/main" val="946255782"/>
                    </a:ext>
                  </a:extLst>
                </a:gridCol>
                <a:gridCol w="1494486">
                  <a:extLst>
                    <a:ext uri="{9D8B030D-6E8A-4147-A177-3AD203B41FA5}">
                      <a16:colId xmlns:a16="http://schemas.microsoft.com/office/drawing/2014/main" val="1053803558"/>
                    </a:ext>
                  </a:extLst>
                </a:gridCol>
                <a:gridCol w="1494486">
                  <a:extLst>
                    <a:ext uri="{9D8B030D-6E8A-4147-A177-3AD203B41FA5}">
                      <a16:colId xmlns:a16="http://schemas.microsoft.com/office/drawing/2014/main" val="3297386983"/>
                    </a:ext>
                  </a:extLst>
                </a:gridCol>
                <a:gridCol w="1494486">
                  <a:extLst>
                    <a:ext uri="{9D8B030D-6E8A-4147-A177-3AD203B41FA5}">
                      <a16:colId xmlns:a16="http://schemas.microsoft.com/office/drawing/2014/main" val="3570469524"/>
                    </a:ext>
                  </a:extLst>
                </a:gridCol>
                <a:gridCol w="1494486">
                  <a:extLst>
                    <a:ext uri="{9D8B030D-6E8A-4147-A177-3AD203B41FA5}">
                      <a16:colId xmlns:a16="http://schemas.microsoft.com/office/drawing/2014/main" val="1694707734"/>
                    </a:ext>
                  </a:extLst>
                </a:gridCol>
              </a:tblGrid>
              <a:tr h="239891">
                <a:tc>
                  <a:txBody>
                    <a:bodyPr/>
                    <a:lstStyle/>
                    <a:p>
                      <a:pPr algn="ctr">
                        <a:spcAft>
                          <a:spcPts val="0"/>
                        </a:spcAft>
                      </a:pPr>
                      <a:r>
                        <a:rPr lang="en-US" sz="1600" dirty="0">
                          <a:effectLst/>
                        </a:rPr>
                        <a:t> </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b="1" dirty="0">
                          <a:effectLst/>
                        </a:rPr>
                        <a:t>Treated </a:t>
                      </a:r>
                    </a:p>
                    <a:p>
                      <a:pPr algn="ctr">
                        <a:spcAft>
                          <a:spcPts val="0"/>
                        </a:spcAft>
                      </a:pPr>
                      <a:r>
                        <a:rPr lang="en-US" sz="1600" b="1" dirty="0">
                          <a:effectLst/>
                        </a:rPr>
                        <a:t>(n=25)</a:t>
                      </a:r>
                      <a:endParaRPr lang="it-IT"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b="1" dirty="0">
                          <a:effectLst/>
                        </a:rPr>
                        <a:t>Untreated (n=25)</a:t>
                      </a:r>
                      <a:endParaRPr lang="it-IT"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b="1" dirty="0">
                          <a:effectLst/>
                        </a:rPr>
                        <a:t>p value</a:t>
                      </a:r>
                      <a:endParaRPr lang="it-IT"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b="1" dirty="0">
                          <a:effectLst/>
                        </a:rPr>
                        <a:t>t</a:t>
                      </a:r>
                      <a:endParaRPr lang="it-IT"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889401312"/>
                  </a:ext>
                </a:extLst>
              </a:tr>
              <a:tr h="239891">
                <a:tc>
                  <a:txBody>
                    <a:bodyPr/>
                    <a:lstStyle/>
                    <a:p>
                      <a:pPr algn="ctr">
                        <a:spcAft>
                          <a:spcPts val="0"/>
                        </a:spcAft>
                      </a:pPr>
                      <a:r>
                        <a:rPr lang="en-US" sz="1600">
                          <a:effectLst/>
                        </a:rPr>
                        <a:t>HÖ</a:t>
                      </a:r>
                      <a:endParaRPr lang="it-IT"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dirty="0">
                          <a:effectLst/>
                        </a:rPr>
                        <a:t>58.4 ± 6.3</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dirty="0">
                          <a:effectLst/>
                        </a:rPr>
                        <a:t>60.3 ± 11.2</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dirty="0">
                          <a:effectLst/>
                        </a:rPr>
                        <a:t>0.466</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dirty="0">
                          <a:effectLst/>
                        </a:rPr>
                        <a:t>-0.734</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02791367"/>
                  </a:ext>
                </a:extLst>
              </a:tr>
              <a:tr h="239891">
                <a:tc>
                  <a:txBody>
                    <a:bodyPr/>
                    <a:lstStyle/>
                    <a:p>
                      <a:pPr algn="ctr">
                        <a:spcAft>
                          <a:spcPts val="0"/>
                        </a:spcAft>
                      </a:pPr>
                      <a:r>
                        <a:rPr lang="en-US" sz="1600">
                          <a:effectLst/>
                        </a:rPr>
                        <a:t>PSQI</a:t>
                      </a:r>
                      <a:endParaRPr lang="it-IT"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dirty="0">
                          <a:effectLst/>
                        </a:rPr>
                        <a:t>7.8 ± 5.4</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dirty="0">
                          <a:effectLst/>
                        </a:rPr>
                        <a:t>8.8 ± 4.4</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a:effectLst/>
                        </a:rPr>
                        <a:t>0.513</a:t>
                      </a:r>
                      <a:endParaRPr lang="it-IT"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a:effectLst/>
                        </a:rPr>
                        <a:t>-0.660</a:t>
                      </a:r>
                      <a:endParaRPr lang="it-IT"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24029624"/>
                  </a:ext>
                </a:extLst>
              </a:tr>
              <a:tr h="479782">
                <a:tc>
                  <a:txBody>
                    <a:bodyPr/>
                    <a:lstStyle/>
                    <a:p>
                      <a:pPr algn="ctr">
                        <a:spcAft>
                          <a:spcPts val="0"/>
                        </a:spcAft>
                      </a:pPr>
                      <a:r>
                        <a:rPr lang="en-US" sz="1600">
                          <a:effectLst/>
                        </a:rPr>
                        <a:t>Bed time (hh:mm)</a:t>
                      </a:r>
                      <a:endParaRPr lang="it-IT"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dirty="0">
                          <a:effectLst/>
                        </a:rPr>
                        <a:t>23:10 </a:t>
                      </a:r>
                      <a:r>
                        <a:rPr lang="en-US" sz="1600" dirty="0">
                          <a:effectLst/>
                          <a:sym typeface="Symbol" pitchFamily="2" charset="2"/>
                        </a:rPr>
                        <a:t></a:t>
                      </a:r>
                      <a:r>
                        <a:rPr lang="en-US" sz="1600" dirty="0">
                          <a:effectLst/>
                        </a:rPr>
                        <a:t> 00:43</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dirty="0">
                          <a:effectLst/>
                        </a:rPr>
                        <a:t>22:51 </a:t>
                      </a:r>
                      <a:r>
                        <a:rPr lang="en-US" sz="1600" dirty="0">
                          <a:effectLst/>
                          <a:sym typeface="Symbol" pitchFamily="2" charset="2"/>
                        </a:rPr>
                        <a:t></a:t>
                      </a:r>
                      <a:r>
                        <a:rPr lang="en-US" sz="1600" dirty="0">
                          <a:effectLst/>
                        </a:rPr>
                        <a:t> 01:23</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a:effectLst/>
                        </a:rPr>
                        <a:t>0.317</a:t>
                      </a:r>
                      <a:endParaRPr lang="it-IT"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a:effectLst/>
                        </a:rPr>
                        <a:t>1.012</a:t>
                      </a:r>
                      <a:endParaRPr lang="it-IT"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156649333"/>
                  </a:ext>
                </a:extLst>
              </a:tr>
              <a:tr h="479782">
                <a:tc>
                  <a:txBody>
                    <a:bodyPr/>
                    <a:lstStyle/>
                    <a:p>
                      <a:pPr algn="ctr">
                        <a:spcAft>
                          <a:spcPts val="0"/>
                        </a:spcAft>
                      </a:pPr>
                      <a:r>
                        <a:rPr lang="en-US" sz="1600">
                          <a:effectLst/>
                        </a:rPr>
                        <a:t>Start trying to sleep (hh:mm)</a:t>
                      </a:r>
                      <a:endParaRPr lang="it-IT"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dirty="0">
                          <a:effectLst/>
                        </a:rPr>
                        <a:t>23:23 </a:t>
                      </a:r>
                      <a:r>
                        <a:rPr lang="en-US" sz="1600" dirty="0">
                          <a:effectLst/>
                          <a:sym typeface="Symbol" pitchFamily="2" charset="2"/>
                        </a:rPr>
                        <a:t></a:t>
                      </a:r>
                      <a:r>
                        <a:rPr lang="en-US" sz="1600" dirty="0">
                          <a:effectLst/>
                        </a:rPr>
                        <a:t> 00:38</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dirty="0">
                          <a:effectLst/>
                        </a:rPr>
                        <a:t>23:16 </a:t>
                      </a:r>
                      <a:r>
                        <a:rPr lang="en-US" sz="1600" dirty="0">
                          <a:effectLst/>
                          <a:sym typeface="Symbol" pitchFamily="2" charset="2"/>
                        </a:rPr>
                        <a:t></a:t>
                      </a:r>
                      <a:r>
                        <a:rPr lang="en-US" sz="1600" dirty="0">
                          <a:effectLst/>
                        </a:rPr>
                        <a:t> 01:14</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a:effectLst/>
                        </a:rPr>
                        <a:t>0.675</a:t>
                      </a:r>
                      <a:endParaRPr lang="it-IT"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a:effectLst/>
                        </a:rPr>
                        <a:t>0.422</a:t>
                      </a:r>
                      <a:endParaRPr lang="it-IT"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82308222"/>
                  </a:ext>
                </a:extLst>
              </a:tr>
              <a:tr h="479782">
                <a:tc>
                  <a:txBody>
                    <a:bodyPr/>
                    <a:lstStyle/>
                    <a:p>
                      <a:pPr algn="ctr">
                        <a:spcAft>
                          <a:spcPts val="0"/>
                        </a:spcAft>
                      </a:pPr>
                      <a:r>
                        <a:rPr lang="en-US" sz="1600">
                          <a:effectLst/>
                        </a:rPr>
                        <a:t>Sleep latency (min)</a:t>
                      </a:r>
                      <a:endParaRPr lang="it-IT"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dirty="0">
                          <a:effectLst/>
                        </a:rPr>
                        <a:t>29.54 </a:t>
                      </a:r>
                      <a:r>
                        <a:rPr lang="en-US" sz="1600" dirty="0">
                          <a:effectLst/>
                          <a:sym typeface="Symbol" pitchFamily="2" charset="2"/>
                        </a:rPr>
                        <a:t></a:t>
                      </a:r>
                      <a:r>
                        <a:rPr lang="en-US" sz="1600" dirty="0">
                          <a:effectLst/>
                        </a:rPr>
                        <a:t> 46.79</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dirty="0">
                          <a:effectLst/>
                        </a:rPr>
                        <a:t>20.52 </a:t>
                      </a:r>
                      <a:r>
                        <a:rPr lang="en-US" sz="1600" dirty="0">
                          <a:effectLst/>
                          <a:sym typeface="Symbol" pitchFamily="2" charset="2"/>
                        </a:rPr>
                        <a:t></a:t>
                      </a:r>
                      <a:r>
                        <a:rPr lang="en-US" sz="1600" dirty="0">
                          <a:effectLst/>
                        </a:rPr>
                        <a:t> 14.78</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a:effectLst/>
                        </a:rPr>
                        <a:t>0.381</a:t>
                      </a:r>
                      <a:endParaRPr lang="it-IT"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a:effectLst/>
                        </a:rPr>
                        <a:t>0.884</a:t>
                      </a:r>
                      <a:endParaRPr lang="it-IT"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26715456"/>
                  </a:ext>
                </a:extLst>
              </a:tr>
              <a:tr h="479782">
                <a:tc>
                  <a:txBody>
                    <a:bodyPr/>
                    <a:lstStyle/>
                    <a:p>
                      <a:pPr algn="ctr">
                        <a:spcAft>
                          <a:spcPts val="0"/>
                        </a:spcAft>
                      </a:pPr>
                      <a:r>
                        <a:rPr lang="en-US" sz="1600">
                          <a:effectLst/>
                        </a:rPr>
                        <a:t>Sleep time (hh:mm)</a:t>
                      </a:r>
                      <a:endParaRPr lang="it-IT"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dirty="0">
                          <a:effectLst/>
                        </a:rPr>
                        <a:t>23:46 </a:t>
                      </a:r>
                      <a:r>
                        <a:rPr lang="en-US" sz="1600" dirty="0">
                          <a:effectLst/>
                          <a:sym typeface="Symbol" pitchFamily="2" charset="2"/>
                        </a:rPr>
                        <a:t></a:t>
                      </a:r>
                      <a:r>
                        <a:rPr lang="en-US" sz="1600" dirty="0">
                          <a:effectLst/>
                        </a:rPr>
                        <a:t> 00:47</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dirty="0">
                          <a:effectLst/>
                        </a:rPr>
                        <a:t>23:37 </a:t>
                      </a:r>
                      <a:r>
                        <a:rPr lang="en-US" sz="1600" dirty="0">
                          <a:effectLst/>
                          <a:sym typeface="Symbol" pitchFamily="2" charset="2"/>
                        </a:rPr>
                        <a:t></a:t>
                      </a:r>
                      <a:r>
                        <a:rPr lang="en-US" sz="1600" dirty="0">
                          <a:effectLst/>
                        </a:rPr>
                        <a:t> 01:16</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a:effectLst/>
                        </a:rPr>
                        <a:t>0.636</a:t>
                      </a:r>
                      <a:endParaRPr lang="it-IT"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dirty="0">
                          <a:effectLst/>
                        </a:rPr>
                        <a:t>0.476</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69697580"/>
                  </a:ext>
                </a:extLst>
              </a:tr>
              <a:tr h="479782">
                <a:tc>
                  <a:txBody>
                    <a:bodyPr/>
                    <a:lstStyle/>
                    <a:p>
                      <a:pPr algn="ctr">
                        <a:spcAft>
                          <a:spcPts val="0"/>
                        </a:spcAft>
                      </a:pPr>
                      <a:r>
                        <a:rPr lang="en-US" sz="1600">
                          <a:effectLst/>
                        </a:rPr>
                        <a:t>Number of awakenings (n)</a:t>
                      </a:r>
                      <a:endParaRPr lang="it-IT"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dirty="0">
                          <a:effectLst/>
                        </a:rPr>
                        <a:t>1.48 </a:t>
                      </a:r>
                      <a:r>
                        <a:rPr lang="en-US" sz="1600" dirty="0">
                          <a:effectLst/>
                          <a:sym typeface="Symbol" pitchFamily="2" charset="2"/>
                        </a:rPr>
                        <a:t></a:t>
                      </a:r>
                      <a:r>
                        <a:rPr lang="en-US" sz="1600" dirty="0">
                          <a:effectLst/>
                        </a:rPr>
                        <a:t> 1.18</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dirty="0">
                          <a:effectLst/>
                        </a:rPr>
                        <a:t>2.39 </a:t>
                      </a:r>
                      <a:r>
                        <a:rPr lang="en-US" sz="1600" dirty="0">
                          <a:effectLst/>
                          <a:sym typeface="Symbol" pitchFamily="2" charset="2"/>
                        </a:rPr>
                        <a:t></a:t>
                      </a:r>
                      <a:r>
                        <a:rPr lang="en-US" sz="1600" dirty="0">
                          <a:effectLst/>
                        </a:rPr>
                        <a:t> 1.77</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a:effectLst/>
                        </a:rPr>
                        <a:t>0.047</a:t>
                      </a:r>
                      <a:endParaRPr lang="it-IT"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a:effectLst/>
                        </a:rPr>
                        <a:t>-2.044</a:t>
                      </a:r>
                      <a:endParaRPr lang="it-IT"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837761340"/>
                  </a:ext>
                </a:extLst>
              </a:tr>
              <a:tr h="479782">
                <a:tc>
                  <a:txBody>
                    <a:bodyPr/>
                    <a:lstStyle/>
                    <a:p>
                      <a:pPr algn="ctr">
                        <a:spcAft>
                          <a:spcPts val="0"/>
                        </a:spcAft>
                      </a:pPr>
                      <a:r>
                        <a:rPr lang="en-US" sz="1600">
                          <a:effectLst/>
                        </a:rPr>
                        <a:t>Wake up time (hh:mm)</a:t>
                      </a:r>
                      <a:endParaRPr lang="it-IT"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dirty="0">
                          <a:effectLst/>
                        </a:rPr>
                        <a:t>06:26 </a:t>
                      </a:r>
                      <a:r>
                        <a:rPr lang="en-US" sz="1600" dirty="0">
                          <a:effectLst/>
                          <a:sym typeface="Symbol" pitchFamily="2" charset="2"/>
                        </a:rPr>
                        <a:t></a:t>
                      </a:r>
                      <a:r>
                        <a:rPr lang="en-US" sz="1600" dirty="0">
                          <a:effectLst/>
                        </a:rPr>
                        <a:t> 01:17</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dirty="0">
                          <a:effectLst/>
                        </a:rPr>
                        <a:t>06:54 </a:t>
                      </a:r>
                      <a:r>
                        <a:rPr lang="en-US" sz="1600" dirty="0">
                          <a:effectLst/>
                          <a:sym typeface="Symbol" pitchFamily="2" charset="2"/>
                        </a:rPr>
                        <a:t></a:t>
                      </a:r>
                      <a:r>
                        <a:rPr lang="en-US" sz="1600" dirty="0">
                          <a:effectLst/>
                        </a:rPr>
                        <a:t> 01:32</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effectLst/>
                        </a:rPr>
                        <a:t>0.263</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effectLst/>
                        </a:rPr>
                        <a:t>-1.133</a:t>
                      </a:r>
                    </a:p>
                  </a:txBody>
                  <a:tcPr marL="68580" marR="68580" marT="0" marB="0" anchor="ctr"/>
                </a:tc>
                <a:extLst>
                  <a:ext uri="{0D108BD9-81ED-4DB2-BD59-A6C34878D82A}">
                    <a16:rowId xmlns:a16="http://schemas.microsoft.com/office/drawing/2014/main" val="4163713488"/>
                  </a:ext>
                </a:extLst>
              </a:tr>
              <a:tr h="479782">
                <a:tc>
                  <a:txBody>
                    <a:bodyPr/>
                    <a:lstStyle/>
                    <a:p>
                      <a:pPr algn="ctr">
                        <a:spcAft>
                          <a:spcPts val="0"/>
                        </a:spcAft>
                      </a:pPr>
                      <a:r>
                        <a:rPr lang="en-US" sz="1600">
                          <a:effectLst/>
                        </a:rPr>
                        <a:t>Get up time (hh:mm)</a:t>
                      </a:r>
                      <a:endParaRPr lang="it-IT"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dirty="0">
                          <a:effectLst/>
                        </a:rPr>
                        <a:t>06:47 </a:t>
                      </a:r>
                      <a:r>
                        <a:rPr lang="en-US" sz="1600" dirty="0">
                          <a:effectLst/>
                          <a:sym typeface="Symbol" pitchFamily="2" charset="2"/>
                        </a:rPr>
                        <a:t></a:t>
                      </a:r>
                      <a:r>
                        <a:rPr lang="en-US" sz="1600" dirty="0">
                          <a:effectLst/>
                        </a:rPr>
                        <a:t> 01:40</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dirty="0">
                          <a:effectLst/>
                        </a:rPr>
                        <a:t>07:25 </a:t>
                      </a:r>
                      <a:r>
                        <a:rPr lang="en-US" sz="1600" dirty="0">
                          <a:effectLst/>
                          <a:sym typeface="Symbol" pitchFamily="2" charset="2"/>
                        </a:rPr>
                        <a:t></a:t>
                      </a:r>
                      <a:r>
                        <a:rPr lang="en-US" sz="1600" dirty="0">
                          <a:effectLst/>
                        </a:rPr>
                        <a:t> 01:41</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effectLst/>
                        </a:rPr>
                        <a:t>0.136</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effectLst/>
                        </a:rPr>
                        <a:t>-1.518</a:t>
                      </a:r>
                    </a:p>
                  </a:txBody>
                  <a:tcPr marL="68580" marR="68580" marT="0" marB="0" anchor="ctr"/>
                </a:tc>
                <a:extLst>
                  <a:ext uri="{0D108BD9-81ED-4DB2-BD59-A6C34878D82A}">
                    <a16:rowId xmlns:a16="http://schemas.microsoft.com/office/drawing/2014/main" val="1687703577"/>
                  </a:ext>
                </a:extLst>
              </a:tr>
              <a:tr h="479782">
                <a:tc>
                  <a:txBody>
                    <a:bodyPr/>
                    <a:lstStyle/>
                    <a:p>
                      <a:pPr algn="ctr">
                        <a:spcAft>
                          <a:spcPts val="0"/>
                        </a:spcAft>
                      </a:pPr>
                      <a:r>
                        <a:rPr lang="en-US" sz="1600">
                          <a:effectLst/>
                        </a:rPr>
                        <a:t>Sleep quality (1-9)</a:t>
                      </a:r>
                      <a:endParaRPr lang="it-IT"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dirty="0">
                          <a:effectLst/>
                        </a:rPr>
                        <a:t>5.040 </a:t>
                      </a:r>
                      <a:r>
                        <a:rPr lang="en-US" sz="1600" dirty="0">
                          <a:effectLst/>
                          <a:sym typeface="Symbol" pitchFamily="2" charset="2"/>
                        </a:rPr>
                        <a:t></a:t>
                      </a:r>
                      <a:r>
                        <a:rPr lang="en-US" sz="1600" dirty="0">
                          <a:effectLst/>
                        </a:rPr>
                        <a:t> 2.524</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dirty="0">
                          <a:effectLst/>
                        </a:rPr>
                        <a:t>4.909 </a:t>
                      </a:r>
                      <a:r>
                        <a:rPr lang="en-US" sz="1600" dirty="0">
                          <a:effectLst/>
                          <a:sym typeface="Symbol" pitchFamily="2" charset="2"/>
                        </a:rPr>
                        <a:t></a:t>
                      </a:r>
                      <a:r>
                        <a:rPr lang="en-US" sz="1600" dirty="0">
                          <a:effectLst/>
                        </a:rPr>
                        <a:t> 1.157</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a:effectLst/>
                        </a:rPr>
                        <a:t>0.170</a:t>
                      </a:r>
                      <a:endParaRPr lang="it-IT"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spcAft>
                          <a:spcPts val="0"/>
                        </a:spcAft>
                      </a:pPr>
                      <a:r>
                        <a:rPr lang="en-US" sz="1600" dirty="0">
                          <a:effectLst/>
                        </a:rPr>
                        <a:t>0.865</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41483664"/>
                  </a:ext>
                </a:extLst>
              </a:tr>
            </a:tbl>
          </a:graphicData>
        </a:graphic>
      </p:graphicFrame>
      <p:pic>
        <p:nvPicPr>
          <p:cNvPr id="3" name="Afbeelding 4">
            <a:extLst>
              <a:ext uri="{FF2B5EF4-FFF2-40B4-BE49-F238E27FC236}">
                <a16:creationId xmlns:a16="http://schemas.microsoft.com/office/drawing/2014/main" id="{83170206-B970-177D-A30E-47E3A54413C0}"/>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32724" y="6114617"/>
            <a:ext cx="421317" cy="486136"/>
          </a:xfrm>
          <a:prstGeom prst="rect">
            <a:avLst/>
          </a:prstGeom>
        </p:spPr>
      </p:pic>
      <p:cxnSp>
        <p:nvCxnSpPr>
          <p:cNvPr id="5" name="Rechte verbindingslijn 5">
            <a:extLst>
              <a:ext uri="{FF2B5EF4-FFF2-40B4-BE49-F238E27FC236}">
                <a16:creationId xmlns:a16="http://schemas.microsoft.com/office/drawing/2014/main" id="{4E53B59F-3C67-846F-7606-D5474FD8CFF0}"/>
              </a:ext>
            </a:extLst>
          </p:cNvPr>
          <p:cNvCxnSpPr>
            <a:cxnSpLocks/>
          </p:cNvCxnSpPr>
          <p:nvPr/>
        </p:nvCxnSpPr>
        <p:spPr>
          <a:xfrm>
            <a:off x="0" y="6568632"/>
            <a:ext cx="11659623" cy="0"/>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10141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BEE9A08-FAC7-F61B-0AB5-51B1E1FC4EBA}"/>
              </a:ext>
            </a:extLst>
          </p:cNvPr>
          <p:cNvPicPr>
            <a:picLocks noChangeAspect="1"/>
          </p:cNvPicPr>
          <p:nvPr/>
        </p:nvPicPr>
        <p:blipFill>
          <a:blip r:embed="rId2"/>
          <a:stretch>
            <a:fillRect/>
          </a:stretch>
        </p:blipFill>
        <p:spPr>
          <a:xfrm>
            <a:off x="482499" y="94592"/>
            <a:ext cx="6002384" cy="3617875"/>
          </a:xfrm>
          <a:prstGeom prst="rect">
            <a:avLst/>
          </a:prstGeom>
        </p:spPr>
      </p:pic>
      <p:pic>
        <p:nvPicPr>
          <p:cNvPr id="3" name="Picture 2">
            <a:extLst>
              <a:ext uri="{FF2B5EF4-FFF2-40B4-BE49-F238E27FC236}">
                <a16:creationId xmlns:a16="http://schemas.microsoft.com/office/drawing/2014/main" id="{A58572AD-55A6-64C5-1316-C67A7F6B5DAA}"/>
              </a:ext>
            </a:extLst>
          </p:cNvPr>
          <p:cNvPicPr>
            <a:picLocks noChangeAspect="1"/>
          </p:cNvPicPr>
          <p:nvPr/>
        </p:nvPicPr>
        <p:blipFill>
          <a:blip r:embed="rId3"/>
          <a:stretch>
            <a:fillRect/>
          </a:stretch>
        </p:blipFill>
        <p:spPr>
          <a:xfrm>
            <a:off x="5528441" y="2800829"/>
            <a:ext cx="6181060" cy="3725570"/>
          </a:xfrm>
          <a:prstGeom prst="rect">
            <a:avLst/>
          </a:prstGeom>
        </p:spPr>
      </p:pic>
      <p:sp>
        <p:nvSpPr>
          <p:cNvPr id="5" name="TextBox 4">
            <a:extLst>
              <a:ext uri="{FF2B5EF4-FFF2-40B4-BE49-F238E27FC236}">
                <a16:creationId xmlns:a16="http://schemas.microsoft.com/office/drawing/2014/main" id="{6467BC2E-2D5C-4328-9983-8AB33438CE88}"/>
              </a:ext>
            </a:extLst>
          </p:cNvPr>
          <p:cNvSpPr txBox="1"/>
          <p:nvPr/>
        </p:nvSpPr>
        <p:spPr>
          <a:xfrm>
            <a:off x="6352071" y="1263045"/>
            <a:ext cx="4981903" cy="584775"/>
          </a:xfrm>
          <a:prstGeom prst="rect">
            <a:avLst/>
          </a:prstGeom>
          <a:noFill/>
        </p:spPr>
        <p:txBody>
          <a:bodyPr wrap="square">
            <a:spAutoFit/>
          </a:bodyPr>
          <a:lstStyle/>
          <a:p>
            <a:r>
              <a:rPr lang="en-GB" sz="3200" b="1" dirty="0">
                <a:solidFill>
                  <a:schemeClr val="tx2"/>
                </a:solidFill>
              </a:rPr>
              <a:t>Actigraphy measures</a:t>
            </a:r>
          </a:p>
        </p:txBody>
      </p:sp>
      <p:pic>
        <p:nvPicPr>
          <p:cNvPr id="4" name="Afbeelding 4">
            <a:extLst>
              <a:ext uri="{FF2B5EF4-FFF2-40B4-BE49-F238E27FC236}">
                <a16:creationId xmlns:a16="http://schemas.microsoft.com/office/drawing/2014/main" id="{250123E9-A0D5-BEB4-490B-F4B5458C5FC0}"/>
              </a:ext>
            </a:extLst>
          </p:cNvPr>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32724" y="6114617"/>
            <a:ext cx="421317" cy="486136"/>
          </a:xfrm>
          <a:prstGeom prst="rect">
            <a:avLst/>
          </a:prstGeom>
        </p:spPr>
      </p:pic>
      <p:cxnSp>
        <p:nvCxnSpPr>
          <p:cNvPr id="6" name="Rechte verbindingslijn 5">
            <a:extLst>
              <a:ext uri="{FF2B5EF4-FFF2-40B4-BE49-F238E27FC236}">
                <a16:creationId xmlns:a16="http://schemas.microsoft.com/office/drawing/2014/main" id="{B43158D5-F6AA-1F5A-1AE5-B246DDE435B3}"/>
              </a:ext>
            </a:extLst>
          </p:cNvPr>
          <p:cNvCxnSpPr>
            <a:cxnSpLocks/>
          </p:cNvCxnSpPr>
          <p:nvPr/>
        </p:nvCxnSpPr>
        <p:spPr>
          <a:xfrm>
            <a:off x="0" y="6568632"/>
            <a:ext cx="11659623" cy="0"/>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04392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CasellaDiTesto 12">
            <a:extLst>
              <a:ext uri="{FF2B5EF4-FFF2-40B4-BE49-F238E27FC236}">
                <a16:creationId xmlns:a16="http://schemas.microsoft.com/office/drawing/2014/main" id="{B4534789-656F-FF38-3D02-E43CFD062BA9}"/>
              </a:ext>
            </a:extLst>
          </p:cNvPr>
          <p:cNvSpPr txBox="1"/>
          <p:nvPr/>
        </p:nvSpPr>
        <p:spPr>
          <a:xfrm>
            <a:off x="5669457" y="490184"/>
            <a:ext cx="6047470" cy="584775"/>
          </a:xfrm>
          <a:prstGeom prst="rect">
            <a:avLst/>
          </a:prstGeom>
          <a:noFill/>
        </p:spPr>
        <p:txBody>
          <a:bodyPr wrap="square" rtlCol="0">
            <a:spAutoFit/>
          </a:bodyPr>
          <a:lstStyle/>
          <a:p>
            <a:r>
              <a:rPr lang="en-GB" sz="3200" b="1" dirty="0">
                <a:solidFill>
                  <a:schemeClr val="tx2"/>
                </a:solidFill>
                <a:latin typeface="+mj-lt"/>
              </a:rPr>
              <a:t>Sleep diaries</a:t>
            </a:r>
            <a:endParaRPr lang="it-IT" sz="3200" b="1" dirty="0">
              <a:solidFill>
                <a:schemeClr val="tx2"/>
              </a:solidFill>
              <a:latin typeface="+mj-lt"/>
            </a:endParaRPr>
          </a:p>
        </p:txBody>
      </p:sp>
      <p:pic>
        <p:nvPicPr>
          <p:cNvPr id="16" name="Picture 15">
            <a:extLst>
              <a:ext uri="{FF2B5EF4-FFF2-40B4-BE49-F238E27FC236}">
                <a16:creationId xmlns:a16="http://schemas.microsoft.com/office/drawing/2014/main" id="{14FEA802-B846-9F6A-BE75-7790085F190F}"/>
              </a:ext>
            </a:extLst>
          </p:cNvPr>
          <p:cNvPicPr>
            <a:picLocks noChangeAspect="1"/>
          </p:cNvPicPr>
          <p:nvPr/>
        </p:nvPicPr>
        <p:blipFill>
          <a:blip r:embed="rId2"/>
          <a:stretch>
            <a:fillRect/>
          </a:stretch>
        </p:blipFill>
        <p:spPr>
          <a:xfrm>
            <a:off x="0" y="159226"/>
            <a:ext cx="6095986" cy="4424218"/>
          </a:xfrm>
          <a:prstGeom prst="rect">
            <a:avLst/>
          </a:prstGeom>
        </p:spPr>
      </p:pic>
      <p:pic>
        <p:nvPicPr>
          <p:cNvPr id="13" name="Picture 12">
            <a:extLst>
              <a:ext uri="{FF2B5EF4-FFF2-40B4-BE49-F238E27FC236}">
                <a16:creationId xmlns:a16="http://schemas.microsoft.com/office/drawing/2014/main" id="{739B43CB-09D8-8CCD-6CB9-AD3988D14865}"/>
              </a:ext>
            </a:extLst>
          </p:cNvPr>
          <p:cNvPicPr>
            <a:picLocks noChangeAspect="1"/>
          </p:cNvPicPr>
          <p:nvPr/>
        </p:nvPicPr>
        <p:blipFill rotWithShape="1">
          <a:blip r:embed="rId3"/>
          <a:srcRect r="7615"/>
          <a:stretch/>
        </p:blipFill>
        <p:spPr>
          <a:xfrm>
            <a:off x="5740924" y="1990692"/>
            <a:ext cx="6451076" cy="4264992"/>
          </a:xfrm>
          <a:prstGeom prst="rect">
            <a:avLst/>
          </a:prstGeom>
        </p:spPr>
      </p:pic>
      <p:pic>
        <p:nvPicPr>
          <p:cNvPr id="17" name="Afbeelding 4">
            <a:extLst>
              <a:ext uri="{FF2B5EF4-FFF2-40B4-BE49-F238E27FC236}">
                <a16:creationId xmlns:a16="http://schemas.microsoft.com/office/drawing/2014/main" id="{355D2E62-35B3-072B-A1BD-03B224444EC9}"/>
              </a:ext>
            </a:extLst>
          </p:cNvPr>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32724" y="6114617"/>
            <a:ext cx="421317" cy="486136"/>
          </a:xfrm>
          <a:prstGeom prst="rect">
            <a:avLst/>
          </a:prstGeom>
        </p:spPr>
      </p:pic>
      <p:cxnSp>
        <p:nvCxnSpPr>
          <p:cNvPr id="18" name="Rechte verbindingslijn 5">
            <a:extLst>
              <a:ext uri="{FF2B5EF4-FFF2-40B4-BE49-F238E27FC236}">
                <a16:creationId xmlns:a16="http://schemas.microsoft.com/office/drawing/2014/main" id="{76C0C0A6-7E15-2086-C6BD-267214CA43CE}"/>
              </a:ext>
            </a:extLst>
          </p:cNvPr>
          <p:cNvCxnSpPr>
            <a:cxnSpLocks/>
          </p:cNvCxnSpPr>
          <p:nvPr/>
        </p:nvCxnSpPr>
        <p:spPr>
          <a:xfrm>
            <a:off x="0" y="6568632"/>
            <a:ext cx="11659623" cy="0"/>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89485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F74FEA-B6C7-66A4-9ED1-E8C9E8809500}"/>
              </a:ext>
            </a:extLst>
          </p:cNvPr>
          <p:cNvPicPr>
            <a:picLocks noChangeAspect="1"/>
          </p:cNvPicPr>
          <p:nvPr/>
        </p:nvPicPr>
        <p:blipFill>
          <a:blip r:embed="rId3"/>
          <a:stretch>
            <a:fillRect/>
          </a:stretch>
        </p:blipFill>
        <p:spPr>
          <a:xfrm>
            <a:off x="233939" y="4074935"/>
            <a:ext cx="5837250" cy="2251603"/>
          </a:xfrm>
          <a:prstGeom prst="rect">
            <a:avLst/>
          </a:prstGeom>
          <a:solidFill>
            <a:srgbClr val="FFFFFF">
              <a:shade val="85000"/>
            </a:srgbClr>
          </a:solidFill>
          <a:ln w="88900" cap="sq">
            <a:solidFill>
              <a:srgbClr val="FFFFFF"/>
            </a:solidFill>
            <a:miter lim="800000"/>
          </a:ln>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8990A1A8-DDE5-64B4-64BC-BC53ECE13FB7}"/>
              </a:ext>
            </a:extLst>
          </p:cNvPr>
          <p:cNvPicPr>
            <a:picLocks noChangeAspect="1"/>
          </p:cNvPicPr>
          <p:nvPr/>
        </p:nvPicPr>
        <p:blipFill>
          <a:blip r:embed="rId4"/>
          <a:stretch>
            <a:fillRect/>
          </a:stretch>
        </p:blipFill>
        <p:spPr>
          <a:xfrm>
            <a:off x="233939" y="347552"/>
            <a:ext cx="6721422" cy="2042337"/>
          </a:xfrm>
          <a:prstGeom prst="rect">
            <a:avLst/>
          </a:prstGeom>
        </p:spPr>
      </p:pic>
      <p:pic>
        <p:nvPicPr>
          <p:cNvPr id="11" name="Picture 10">
            <a:extLst>
              <a:ext uri="{FF2B5EF4-FFF2-40B4-BE49-F238E27FC236}">
                <a16:creationId xmlns:a16="http://schemas.microsoft.com/office/drawing/2014/main" id="{4C1EB226-65EC-4581-8970-75124CB03F28}"/>
              </a:ext>
            </a:extLst>
          </p:cNvPr>
          <p:cNvPicPr>
            <a:picLocks noChangeAspect="1"/>
          </p:cNvPicPr>
          <p:nvPr/>
        </p:nvPicPr>
        <p:blipFill rotWithShape="1">
          <a:blip r:embed="rId5"/>
          <a:srcRect b="10203"/>
          <a:stretch/>
        </p:blipFill>
        <p:spPr>
          <a:xfrm>
            <a:off x="5331426" y="2044444"/>
            <a:ext cx="6328196" cy="2375936"/>
          </a:xfrm>
          <a:prstGeom prst="rect">
            <a:avLst/>
          </a:prstGeom>
          <a:ln>
            <a:noFill/>
          </a:ln>
          <a:effectLst>
            <a:outerShdw blurRad="292100" dist="139700" dir="2700000" algn="tl" rotWithShape="0">
              <a:srgbClr val="333333">
                <a:alpha val="65000"/>
              </a:srgbClr>
            </a:outerShdw>
          </a:effectLst>
        </p:spPr>
      </p:pic>
      <p:pic>
        <p:nvPicPr>
          <p:cNvPr id="14" name="Afbeelding 18">
            <a:extLst>
              <a:ext uri="{FF2B5EF4-FFF2-40B4-BE49-F238E27FC236}">
                <a16:creationId xmlns:a16="http://schemas.microsoft.com/office/drawing/2014/main" id="{DC4A79B7-6411-47A6-9E02-81F4FBD2E1D2}"/>
              </a:ext>
            </a:extLst>
          </p:cNvPr>
          <p:cNvPicPr>
            <a:picLocks noChangeAspect="1"/>
          </p:cNvPicPr>
          <p:nvPr/>
        </p:nvPicPr>
        <p:blipFill>
          <a:blip r:embed="rId6">
            <a:duotone>
              <a:schemeClr val="accent2">
                <a:shade val="45000"/>
                <a:satMod val="135000"/>
              </a:schemeClr>
              <a:prstClr val="white"/>
            </a:duotone>
            <a:extLst>
              <a:ext uri="{BEBA8EAE-BF5A-486C-A8C5-ECC9F3942E4B}">
                <a14:imgProps xmlns:a14="http://schemas.microsoft.com/office/drawing/2010/main">
                  <a14:imgLayer r:embed="rId7">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48964" y="6093314"/>
            <a:ext cx="421317" cy="486136"/>
          </a:xfrm>
          <a:prstGeom prst="rect">
            <a:avLst/>
          </a:prstGeom>
        </p:spPr>
      </p:pic>
      <p:cxnSp>
        <p:nvCxnSpPr>
          <p:cNvPr id="2" name="Rechte verbindingslijn 18">
            <a:extLst>
              <a:ext uri="{FF2B5EF4-FFF2-40B4-BE49-F238E27FC236}">
                <a16:creationId xmlns:a16="http://schemas.microsoft.com/office/drawing/2014/main" id="{5C84BD08-4F06-9585-3C06-D4738AFFA754}"/>
              </a:ext>
            </a:extLst>
          </p:cNvPr>
          <p:cNvCxnSpPr>
            <a:cxnSpLocks/>
          </p:cNvCxnSpPr>
          <p:nvPr/>
        </p:nvCxnSpPr>
        <p:spPr>
          <a:xfrm>
            <a:off x="0" y="6559762"/>
            <a:ext cx="11659623" cy="0"/>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33035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740F1DF-A54D-637B-7BEA-9924F0B04D65}"/>
              </a:ext>
            </a:extLst>
          </p:cNvPr>
          <p:cNvPicPr>
            <a:picLocks noChangeAspect="1"/>
          </p:cNvPicPr>
          <p:nvPr/>
        </p:nvPicPr>
        <p:blipFill rotWithShape="1">
          <a:blip r:embed="rId2"/>
          <a:srcRect b="13628"/>
          <a:stretch/>
        </p:blipFill>
        <p:spPr>
          <a:xfrm>
            <a:off x="999492" y="675970"/>
            <a:ext cx="9668508" cy="5219302"/>
          </a:xfrm>
          <a:prstGeom prst="rect">
            <a:avLst/>
          </a:prstGeom>
          <a:noFill/>
          <a:ln>
            <a:noFill/>
          </a:ln>
          <a:effectLst>
            <a:outerShdw blurRad="292100" dist="139700" dir="2700000" algn="tl" rotWithShape="0">
              <a:srgbClr val="333333">
                <a:alpha val="65000"/>
              </a:srgbClr>
            </a:outerShdw>
          </a:effectLst>
        </p:spPr>
      </p:pic>
      <p:pic>
        <p:nvPicPr>
          <p:cNvPr id="3" name="Afbeelding 18">
            <a:extLst>
              <a:ext uri="{FF2B5EF4-FFF2-40B4-BE49-F238E27FC236}">
                <a16:creationId xmlns:a16="http://schemas.microsoft.com/office/drawing/2014/main" id="{6FAA5E0F-19B6-C39E-6555-8A5054869AAB}"/>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48964" y="6093314"/>
            <a:ext cx="421317" cy="486136"/>
          </a:xfrm>
          <a:prstGeom prst="rect">
            <a:avLst/>
          </a:prstGeom>
        </p:spPr>
      </p:pic>
      <p:cxnSp>
        <p:nvCxnSpPr>
          <p:cNvPr id="4" name="Rechte verbindingslijn 18">
            <a:extLst>
              <a:ext uri="{FF2B5EF4-FFF2-40B4-BE49-F238E27FC236}">
                <a16:creationId xmlns:a16="http://schemas.microsoft.com/office/drawing/2014/main" id="{B95B656F-AD63-2070-E818-DAFD3FB55F47}"/>
              </a:ext>
            </a:extLst>
          </p:cNvPr>
          <p:cNvCxnSpPr>
            <a:cxnSpLocks/>
          </p:cNvCxnSpPr>
          <p:nvPr/>
        </p:nvCxnSpPr>
        <p:spPr>
          <a:xfrm>
            <a:off x="0" y="6559762"/>
            <a:ext cx="11659623" cy="0"/>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51238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F3CBDE9-9754-76B2-8FF2-8A36B3F23233}"/>
              </a:ext>
            </a:extLst>
          </p:cNvPr>
          <p:cNvPicPr>
            <a:picLocks noChangeAspect="1"/>
          </p:cNvPicPr>
          <p:nvPr/>
        </p:nvPicPr>
        <p:blipFill>
          <a:blip r:embed="rId2"/>
          <a:stretch>
            <a:fillRect/>
          </a:stretch>
        </p:blipFill>
        <p:spPr>
          <a:xfrm>
            <a:off x="2639158" y="3824724"/>
            <a:ext cx="9474005" cy="2962913"/>
          </a:xfrm>
          <a:prstGeom prst="rect">
            <a:avLst/>
          </a:prstGeom>
        </p:spPr>
      </p:pic>
      <p:pic>
        <p:nvPicPr>
          <p:cNvPr id="12" name="Picture 11">
            <a:extLst>
              <a:ext uri="{FF2B5EF4-FFF2-40B4-BE49-F238E27FC236}">
                <a16:creationId xmlns:a16="http://schemas.microsoft.com/office/drawing/2014/main" id="{3191406D-1580-F4BA-0B32-71231B96D460}"/>
              </a:ext>
            </a:extLst>
          </p:cNvPr>
          <p:cNvPicPr>
            <a:picLocks noChangeAspect="1"/>
          </p:cNvPicPr>
          <p:nvPr/>
        </p:nvPicPr>
        <p:blipFill>
          <a:blip r:embed="rId3"/>
          <a:stretch>
            <a:fillRect/>
          </a:stretch>
        </p:blipFill>
        <p:spPr>
          <a:xfrm>
            <a:off x="103776" y="70363"/>
            <a:ext cx="9474005" cy="3633531"/>
          </a:xfrm>
          <a:prstGeom prst="rect">
            <a:avLst/>
          </a:prstGeom>
        </p:spPr>
      </p:pic>
    </p:spTree>
    <p:extLst>
      <p:ext uri="{BB962C8B-B14F-4D97-AF65-F5344CB8AC3E}">
        <p14:creationId xmlns:p14="http://schemas.microsoft.com/office/powerpoint/2010/main" val="36546634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FE32B8-A128-8565-056E-8B39BB338DBE}"/>
              </a:ext>
            </a:extLst>
          </p:cNvPr>
          <p:cNvPicPr>
            <a:picLocks noChangeAspect="1"/>
          </p:cNvPicPr>
          <p:nvPr/>
        </p:nvPicPr>
        <p:blipFill>
          <a:blip r:embed="rId2"/>
          <a:stretch>
            <a:fillRect/>
          </a:stretch>
        </p:blipFill>
        <p:spPr>
          <a:xfrm>
            <a:off x="477468" y="437318"/>
            <a:ext cx="5735108" cy="2537785"/>
          </a:xfrm>
          <a:prstGeom prst="rect">
            <a:avLst/>
          </a:prstGeom>
          <a:noFill/>
        </p:spPr>
      </p:pic>
      <p:pic>
        <p:nvPicPr>
          <p:cNvPr id="4" name="Picture 3">
            <a:extLst>
              <a:ext uri="{FF2B5EF4-FFF2-40B4-BE49-F238E27FC236}">
                <a16:creationId xmlns:a16="http://schemas.microsoft.com/office/drawing/2014/main" id="{0A3C326D-506D-6459-5BAB-F30C76053AAD}"/>
              </a:ext>
            </a:extLst>
          </p:cNvPr>
          <p:cNvPicPr>
            <a:picLocks noChangeAspect="1"/>
          </p:cNvPicPr>
          <p:nvPr/>
        </p:nvPicPr>
        <p:blipFill>
          <a:blip r:embed="rId3"/>
          <a:stretch>
            <a:fillRect/>
          </a:stretch>
        </p:blipFill>
        <p:spPr>
          <a:xfrm>
            <a:off x="-514" y="5913099"/>
            <a:ext cx="11857748" cy="487722"/>
          </a:xfrm>
          <a:prstGeom prst="rect">
            <a:avLst/>
          </a:prstGeom>
        </p:spPr>
      </p:pic>
      <p:pic>
        <p:nvPicPr>
          <p:cNvPr id="2" name="Picture 1">
            <a:extLst>
              <a:ext uri="{FF2B5EF4-FFF2-40B4-BE49-F238E27FC236}">
                <a16:creationId xmlns:a16="http://schemas.microsoft.com/office/drawing/2014/main" id="{E9DB08FF-9428-AEC7-00F2-E322EC3D4018}"/>
              </a:ext>
            </a:extLst>
          </p:cNvPr>
          <p:cNvPicPr>
            <a:picLocks noChangeAspect="1"/>
          </p:cNvPicPr>
          <p:nvPr/>
        </p:nvPicPr>
        <p:blipFill rotWithShape="1">
          <a:blip r:embed="rId4"/>
          <a:srcRect b="14256"/>
          <a:stretch/>
        </p:blipFill>
        <p:spPr>
          <a:xfrm>
            <a:off x="3661871" y="3222874"/>
            <a:ext cx="7473224" cy="2194684"/>
          </a:xfrm>
          <a:prstGeom prst="rect">
            <a:avLst/>
          </a:prstGeom>
          <a:noFill/>
        </p:spPr>
      </p:pic>
    </p:spTree>
    <p:extLst>
      <p:ext uri="{BB962C8B-B14F-4D97-AF65-F5344CB8AC3E}">
        <p14:creationId xmlns:p14="http://schemas.microsoft.com/office/powerpoint/2010/main" val="24766918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4238A4-6CAC-808C-CEF3-648D176634F8}"/>
              </a:ext>
            </a:extLst>
          </p:cNvPr>
          <p:cNvSpPr>
            <a:spLocks noGrp="1"/>
          </p:cNvSpPr>
          <p:nvPr>
            <p:ph type="title"/>
          </p:nvPr>
        </p:nvSpPr>
        <p:spPr>
          <a:xfrm>
            <a:off x="419495" y="190501"/>
            <a:ext cx="10364117" cy="1600197"/>
          </a:xfrm>
        </p:spPr>
        <p:txBody>
          <a:bodyPr anchor="t">
            <a:normAutofit/>
          </a:bodyPr>
          <a:lstStyle/>
          <a:p>
            <a:r>
              <a:rPr lang="nl-NL" sz="2800" b="1" kern="1200" dirty="0" err="1">
                <a:solidFill>
                  <a:schemeClr val="tx2"/>
                </a:solidFill>
                <a:latin typeface="+mn-lt"/>
                <a:ea typeface="+mn-ea"/>
                <a:cs typeface="+mn-cs"/>
              </a:rPr>
              <a:t>Quality</a:t>
            </a:r>
            <a:r>
              <a:rPr lang="nl-NL" sz="2800" b="1" kern="1200" dirty="0">
                <a:solidFill>
                  <a:schemeClr val="tx2"/>
                </a:solidFill>
                <a:latin typeface="+mn-lt"/>
                <a:ea typeface="+mn-ea"/>
                <a:cs typeface="+mn-cs"/>
              </a:rPr>
              <a:t> </a:t>
            </a:r>
            <a:r>
              <a:rPr lang="nl-NL" sz="2800" b="1" kern="1200" dirty="0" err="1">
                <a:solidFill>
                  <a:schemeClr val="tx2"/>
                </a:solidFill>
                <a:latin typeface="+mn-lt"/>
                <a:ea typeface="+mn-ea"/>
                <a:cs typeface="+mn-cs"/>
              </a:rPr>
              <a:t>hospitalitazion</a:t>
            </a:r>
            <a:r>
              <a:rPr lang="nl-NL" sz="2800" b="1" kern="1200" dirty="0">
                <a:solidFill>
                  <a:schemeClr val="tx2"/>
                </a:solidFill>
                <a:latin typeface="+mn-lt"/>
                <a:ea typeface="+mn-ea"/>
                <a:cs typeface="+mn-cs"/>
              </a:rPr>
              <a:t> assessment</a:t>
            </a:r>
            <a:br>
              <a:rPr lang="nl-NL" sz="2800" b="1" kern="1200" dirty="0">
                <a:solidFill>
                  <a:schemeClr val="tx2"/>
                </a:solidFill>
                <a:latin typeface="+mn-lt"/>
                <a:ea typeface="+mn-ea"/>
                <a:cs typeface="+mn-cs"/>
              </a:rPr>
            </a:br>
            <a:endParaRPr lang="en-US" sz="2800" b="1" dirty="0">
              <a:solidFill>
                <a:schemeClr val="tx2"/>
              </a:solidFill>
            </a:endParaRPr>
          </a:p>
        </p:txBody>
      </p:sp>
      <p:pic>
        <p:nvPicPr>
          <p:cNvPr id="5" name="Picture 4">
            <a:extLst>
              <a:ext uri="{FF2B5EF4-FFF2-40B4-BE49-F238E27FC236}">
                <a16:creationId xmlns:a16="http://schemas.microsoft.com/office/drawing/2014/main" id="{D2DEC126-EC97-7CAA-618D-7CBA152F74EA}"/>
              </a:ext>
            </a:extLst>
          </p:cNvPr>
          <p:cNvPicPr>
            <a:picLocks noChangeAspect="1"/>
          </p:cNvPicPr>
          <p:nvPr/>
        </p:nvPicPr>
        <p:blipFill>
          <a:blip r:embed="rId2"/>
          <a:stretch>
            <a:fillRect/>
          </a:stretch>
        </p:blipFill>
        <p:spPr>
          <a:xfrm>
            <a:off x="2711893" y="718208"/>
            <a:ext cx="8526413" cy="5840592"/>
          </a:xfrm>
          <a:prstGeom prst="rect">
            <a:avLst/>
          </a:prstGeom>
          <a:noFill/>
        </p:spPr>
      </p:pic>
      <p:sp>
        <p:nvSpPr>
          <p:cNvPr id="3" name="TextBox 2">
            <a:extLst>
              <a:ext uri="{FF2B5EF4-FFF2-40B4-BE49-F238E27FC236}">
                <a16:creationId xmlns:a16="http://schemas.microsoft.com/office/drawing/2014/main" id="{2D4B848F-7D84-B689-4547-7D65BCEB0E48}"/>
              </a:ext>
            </a:extLst>
          </p:cNvPr>
          <p:cNvSpPr txBox="1"/>
          <p:nvPr/>
        </p:nvSpPr>
        <p:spPr>
          <a:xfrm>
            <a:off x="841248" y="2057399"/>
            <a:ext cx="3931920" cy="3810001"/>
          </a:xfrm>
          <a:prstGeom prst="rect">
            <a:avLst/>
          </a:prstGeom>
        </p:spPr>
        <p:txBody>
          <a:bodyPr vert="horz" lIns="91440" tIns="45720" rIns="91440" bIns="45720" rtlCol="0">
            <a:normAutofit/>
          </a:bodyPr>
          <a:lstStyle/>
          <a:p>
            <a:pPr defTabSz="914354">
              <a:lnSpc>
                <a:spcPct val="90000"/>
              </a:lnSpc>
              <a:spcBef>
                <a:spcPts val="1000"/>
              </a:spcBef>
            </a:pPr>
            <a:endParaRPr lang="nl-NL" sz="1600" kern="1200" dirty="0">
              <a:latin typeface="+mn-lt"/>
              <a:ea typeface="+mn-ea"/>
              <a:cs typeface="+mn-cs"/>
            </a:endParaRPr>
          </a:p>
        </p:txBody>
      </p:sp>
      <p:pic>
        <p:nvPicPr>
          <p:cNvPr id="6" name="Afbeelding 36">
            <a:extLst>
              <a:ext uri="{FF2B5EF4-FFF2-40B4-BE49-F238E27FC236}">
                <a16:creationId xmlns:a16="http://schemas.microsoft.com/office/drawing/2014/main" id="{DD7DB247-E5C9-EA9D-701B-BBB370CEF744}"/>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backgroundRemoval t="2540" b="100000" l="6960" r="97802">
                        <a14:foregroundMark x1="46886" y1="43810" x2="46886" y2="43810"/>
                        <a14:foregroundMark x1="47985" y1="32063" x2="47985" y2="32063"/>
                        <a14:foregroundMark x1="57509" y1="28571" x2="57509" y2="28571"/>
                        <a14:foregroundMark x1="43956" y1="17143" x2="43956" y2="17143"/>
                        <a14:foregroundMark x1="30769" y1="28889" x2="30769" y2="28889"/>
                        <a14:foregroundMark x1="43956" y1="39683" x2="43956" y2="39683"/>
                        <a14:foregroundMark x1="35165" y1="14286" x2="35165" y2="14286"/>
                        <a14:foregroundMark x1="39560" y1="12381" x2="45055" y2="12381"/>
                        <a14:backgroundMark x1="39927" y1="56508" x2="39927" y2="56508"/>
                        <a14:backgroundMark x1="41392" y1="33333" x2="41392" y2="33333"/>
                      </a14:backgroundRemoval>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432724" y="6104107"/>
            <a:ext cx="421317" cy="486136"/>
          </a:xfrm>
          <a:prstGeom prst="rect">
            <a:avLst/>
          </a:prstGeom>
        </p:spPr>
      </p:pic>
      <p:cxnSp>
        <p:nvCxnSpPr>
          <p:cNvPr id="9" name="Rechte verbindingslijn 37">
            <a:extLst>
              <a:ext uri="{FF2B5EF4-FFF2-40B4-BE49-F238E27FC236}">
                <a16:creationId xmlns:a16="http://schemas.microsoft.com/office/drawing/2014/main" id="{80C089D9-AE67-41F9-619E-73EBBE3286FC}"/>
              </a:ext>
            </a:extLst>
          </p:cNvPr>
          <p:cNvCxnSpPr>
            <a:cxnSpLocks/>
          </p:cNvCxnSpPr>
          <p:nvPr/>
        </p:nvCxnSpPr>
        <p:spPr>
          <a:xfrm flipV="1">
            <a:off x="0" y="6558800"/>
            <a:ext cx="11659623" cy="8870"/>
          </a:xfrm>
          <a:prstGeom prst="line">
            <a:avLst/>
          </a:prstGeom>
          <a:ln>
            <a:solidFill>
              <a:srgbClr val="1F5A9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9958809"/>
      </p:ext>
    </p:extLst>
  </p:cSld>
  <p:clrMapOvr>
    <a:masterClrMapping/>
  </p:clrMapOvr>
</p:sld>
</file>

<file path=ppt/theme/theme1.xml><?xml version="1.0" encoding="utf-8"?>
<a:theme xmlns:a="http://schemas.openxmlformats.org/drawingml/2006/main" name="HDOfficeLightV0">
  <a:themeElements>
    <a:clrScheme name="Aangepast 12">
      <a:dk1>
        <a:srgbClr val="000000"/>
      </a:dk1>
      <a:lt1>
        <a:srgbClr val="FFFFFF"/>
      </a:lt1>
      <a:dk2>
        <a:srgbClr val="1F5A97"/>
      </a:dk2>
      <a:lt2>
        <a:srgbClr val="FFFFFF"/>
      </a:lt2>
      <a:accent1>
        <a:srgbClr val="D98F9B"/>
      </a:accent1>
      <a:accent2>
        <a:srgbClr val="1F5A97"/>
      </a:accent2>
      <a:accent3>
        <a:srgbClr val="6199C9"/>
      </a:accent3>
      <a:accent4>
        <a:srgbClr val="AB3D50"/>
      </a:accent4>
      <a:accent5>
        <a:srgbClr val="7CCA62"/>
      </a:accent5>
      <a:accent6>
        <a:srgbClr val="A5C249"/>
      </a:accent6>
      <a:hlink>
        <a:srgbClr val="F49100"/>
      </a:hlink>
      <a:folHlink>
        <a:srgbClr val="85DFD0"/>
      </a:folHlink>
    </a:clrScheme>
    <a:fontScheme name="Aangepast 1">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Integraal</Template>
  <TotalTime>0</TotalTime>
  <Words>1728</Words>
  <Application>Microsoft Office PowerPoint</Application>
  <PresentationFormat>Widescreen</PresentationFormat>
  <Paragraphs>262</Paragraphs>
  <Slides>31</Slides>
  <Notes>21</Notes>
  <HiddenSlides>12</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Arial</vt:lpstr>
      <vt:lpstr>Benton</vt:lpstr>
      <vt:lpstr>Calibri</vt:lpstr>
      <vt:lpstr>Calibri Light</vt:lpstr>
      <vt:lpstr>MuseoSans</vt:lpstr>
      <vt:lpstr>Open Sans</vt:lpstr>
      <vt:lpstr>Segoe UI</vt:lpstr>
      <vt:lpstr>Symbol</vt:lpstr>
      <vt:lpstr>Times New Roman</vt:lpstr>
      <vt:lpstr>Wingdings 2</vt:lpstr>
      <vt:lpstr>HDOfficeLightV0</vt:lpstr>
      <vt:lpstr>A Circadian-Friendly Hospital</vt:lpstr>
      <vt:lpstr>Everyday life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Skin &amp; Room temperature</vt:lpstr>
      <vt:lpstr>PowerPoint Presentation</vt:lpstr>
      <vt:lpstr>Treatment arm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Circadian rhythm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Quality hospitalitazion assessment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Esther Domenie</dc:creator>
  <cp:lastModifiedBy>Giusti, Gianluca (PG/R - Sch of Biosciences)</cp:lastModifiedBy>
  <cp:revision>83</cp:revision>
  <dcterms:created xsi:type="dcterms:W3CDTF">2022-09-15T07:54:49Z</dcterms:created>
  <dcterms:modified xsi:type="dcterms:W3CDTF">2023-07-06T16:28:03Z</dcterms:modified>
</cp:coreProperties>
</file>